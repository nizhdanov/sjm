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74" r:id="rId2"/>
    <p:sldId id="260" r:id="rId3"/>
    <p:sldId id="285" r:id="rId4"/>
    <p:sldId id="280" r:id="rId5"/>
    <p:sldId id="279" r:id="rId6"/>
    <p:sldId id="287" r:id="rId7"/>
    <p:sldId id="286" r:id="rId8"/>
    <p:sldId id="277" r:id="rId9"/>
    <p:sldId id="281" r:id="rId10"/>
    <p:sldId id="289" r:id="rId11"/>
    <p:sldId id="290" r:id="rId12"/>
    <p:sldId id="291" r:id="rId13"/>
    <p:sldId id="292" r:id="rId14"/>
    <p:sldId id="282" r:id="rId15"/>
    <p:sldId id="293" r:id="rId16"/>
    <p:sldId id="283" r:id="rId17"/>
    <p:sldId id="288" r:id="rId18"/>
  </p:sldIdLst>
  <p:sldSz cx="20104100" cy="11309350"/>
  <p:notesSz cx="6858000" cy="9926638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F82"/>
    <a:srgbClr val="0196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75" autoAdjust="0"/>
    <p:restoredTop sz="90139" autoAdjust="0"/>
  </p:normalViewPr>
  <p:slideViewPr>
    <p:cSldViewPr>
      <p:cViewPr varScale="1">
        <p:scale>
          <a:sx n="53" d="100"/>
          <a:sy n="53" d="100"/>
        </p:scale>
        <p:origin x="268" y="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2202" cy="49863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701" y="0"/>
            <a:ext cx="2972202" cy="49863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28B190-D97D-4D33-8347-B777A931AE35}" type="datetimeFigureOut">
              <a:rPr lang="ru-RU" smtClean="0"/>
              <a:t>03.05.2024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9428010"/>
            <a:ext cx="2972202" cy="49862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701" y="9428010"/>
            <a:ext cx="2972202" cy="49862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96C151-1B2F-4E6B-AEB6-98A941D945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37700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944" cy="497446"/>
          </a:xfrm>
          <a:prstGeom prst="rect">
            <a:avLst/>
          </a:prstGeom>
        </p:spPr>
        <p:txBody>
          <a:bodyPr vert="horz" lIns="48856" tIns="24428" rIns="48856" bIns="24428" rtlCol="0"/>
          <a:lstStyle>
            <a:lvl1pPr algn="l">
              <a:defRPr sz="6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432" y="0"/>
            <a:ext cx="2971944" cy="497446"/>
          </a:xfrm>
          <a:prstGeom prst="rect">
            <a:avLst/>
          </a:prstGeom>
        </p:spPr>
        <p:txBody>
          <a:bodyPr vert="horz" lIns="48856" tIns="24428" rIns="48856" bIns="24428" rtlCol="0"/>
          <a:lstStyle>
            <a:lvl1pPr algn="r">
              <a:defRPr sz="600"/>
            </a:lvl1pPr>
          </a:lstStyle>
          <a:p>
            <a:fld id="{53FAD29A-2636-44A1-AE6B-1CEF392D3E75}" type="datetimeFigureOut">
              <a:rPr lang="ru-RU" smtClean="0"/>
              <a:t>03.05.2024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52438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48856" tIns="24428" rIns="48856" bIns="24428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584" y="4776603"/>
            <a:ext cx="5486833" cy="3909903"/>
          </a:xfrm>
          <a:prstGeom prst="rect">
            <a:avLst/>
          </a:prstGeom>
        </p:spPr>
        <p:txBody>
          <a:bodyPr vert="horz" lIns="48856" tIns="24428" rIns="48856" bIns="24428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29192"/>
            <a:ext cx="2971944" cy="497446"/>
          </a:xfrm>
          <a:prstGeom prst="rect">
            <a:avLst/>
          </a:prstGeom>
        </p:spPr>
        <p:txBody>
          <a:bodyPr vert="horz" lIns="48856" tIns="24428" rIns="48856" bIns="24428" rtlCol="0" anchor="b"/>
          <a:lstStyle>
            <a:lvl1pPr algn="l">
              <a:defRPr sz="6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432" y="9429192"/>
            <a:ext cx="2971944" cy="497446"/>
          </a:xfrm>
          <a:prstGeom prst="rect">
            <a:avLst/>
          </a:prstGeom>
        </p:spPr>
        <p:txBody>
          <a:bodyPr vert="horz" lIns="48856" tIns="24428" rIns="48856" bIns="24428" rtlCol="0" anchor="b"/>
          <a:lstStyle>
            <a:lvl1pPr algn="r">
              <a:defRPr sz="600"/>
            </a:lvl1pPr>
          </a:lstStyle>
          <a:p>
            <a:fld id="{BB9EB54D-1A0F-48EA-A6D7-B7E27218BA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8483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9EB54D-1A0F-48EA-A6D7-B7E27218BA5C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85329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9EB54D-1A0F-48EA-A6D7-B7E27218BA5C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28829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9EB54D-1A0F-48EA-A6D7-B7E27218BA5C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18446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9EB54D-1A0F-48EA-A6D7-B7E27218BA5C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9853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9EB54D-1A0F-48EA-A6D7-B7E27218BA5C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96005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9EB54D-1A0F-48EA-A6D7-B7E27218BA5C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76734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9EB54D-1A0F-48EA-A6D7-B7E27218BA5C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58465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9EB54D-1A0F-48EA-A6D7-B7E27218BA5C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13886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9EB54D-1A0F-48EA-A6D7-B7E27218BA5C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62714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9EB54D-1A0F-48EA-A6D7-B7E27218BA5C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8210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9EB54D-1A0F-48EA-A6D7-B7E27218BA5C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06630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9EB54D-1A0F-48EA-A6D7-B7E27218BA5C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62867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9EB54D-1A0F-48EA-A6D7-B7E27218BA5C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5980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9EB54D-1A0F-48EA-A6D7-B7E27218BA5C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41937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9EB54D-1A0F-48EA-A6D7-B7E27218BA5C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18941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9EB54D-1A0F-48EA-A6D7-B7E27218BA5C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17044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9EB54D-1A0F-48EA-A6D7-B7E27218BA5C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60828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950" b="0" i="0">
                <a:solidFill>
                  <a:srgbClr val="001F82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ts val="401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56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950" b="0" i="0">
                <a:solidFill>
                  <a:srgbClr val="001F82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ts val="401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62246" y="2390213"/>
            <a:ext cx="8797925" cy="63099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0" i="0">
                <a:solidFill>
                  <a:srgbClr val="001F82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950" b="0" i="0">
                <a:solidFill>
                  <a:srgbClr val="001F82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ts val="401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950" b="0" i="0">
                <a:solidFill>
                  <a:srgbClr val="001F82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ts val="401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950" b="0" i="0">
                <a:solidFill>
                  <a:srgbClr val="001F82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ts val="401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47669" y="495190"/>
            <a:ext cx="18008760" cy="728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539817" y="2683544"/>
            <a:ext cx="15024465" cy="3017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6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60112" y="10532922"/>
            <a:ext cx="356234" cy="528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0" i="0">
                <a:solidFill>
                  <a:srgbClr val="001F82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ts val="401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object 22"/>
          <p:cNvSpPr/>
          <p:nvPr/>
        </p:nvSpPr>
        <p:spPr>
          <a:xfrm>
            <a:off x="14621152" y="3096533"/>
            <a:ext cx="5482948" cy="8212465"/>
          </a:xfrm>
          <a:custGeom>
            <a:avLst/>
            <a:gdLst/>
            <a:ahLst/>
            <a:cxnLst/>
            <a:rect l="l" t="t" r="r" b="b"/>
            <a:pathLst>
              <a:path w="10287635" h="2605404">
                <a:moveTo>
                  <a:pt x="10287278" y="0"/>
                </a:moveTo>
                <a:lnTo>
                  <a:pt x="0" y="0"/>
                </a:lnTo>
                <a:lnTo>
                  <a:pt x="0" y="2605051"/>
                </a:lnTo>
                <a:lnTo>
                  <a:pt x="10287278" y="2605051"/>
                </a:lnTo>
                <a:lnTo>
                  <a:pt x="10287278" y="0"/>
                </a:lnTo>
                <a:close/>
              </a:path>
            </a:pathLst>
          </a:custGeom>
          <a:solidFill>
            <a:srgbClr val="FF0000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28"/>
          <p:cNvSpPr/>
          <p:nvPr/>
        </p:nvSpPr>
        <p:spPr>
          <a:xfrm>
            <a:off x="0" y="1837410"/>
            <a:ext cx="4329265" cy="1265179"/>
          </a:xfrm>
          <a:custGeom>
            <a:avLst/>
            <a:gdLst/>
            <a:ahLst/>
            <a:cxnLst/>
            <a:rect l="l" t="t" r="r" b="b"/>
            <a:pathLst>
              <a:path w="4563109" h="1259205">
                <a:moveTo>
                  <a:pt x="4562782" y="0"/>
                </a:moveTo>
                <a:lnTo>
                  <a:pt x="0" y="0"/>
                </a:lnTo>
                <a:lnTo>
                  <a:pt x="0" y="1259123"/>
                </a:lnTo>
                <a:lnTo>
                  <a:pt x="4562782" y="1259123"/>
                </a:lnTo>
                <a:lnTo>
                  <a:pt x="4562782" y="0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3170" y="484963"/>
            <a:ext cx="11093046" cy="72519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b="1" spc="-35" dirty="0">
                <a:solidFill>
                  <a:srgbClr val="000000"/>
                </a:solidFill>
                <a:latin typeface="Montserrat" pitchFamily="2" charset="-52"/>
              </a:rPr>
              <a:t>НАПРАВЛЕНИЯ</a:t>
            </a:r>
            <a:r>
              <a:rPr sz="4550" spc="35" dirty="0">
                <a:solidFill>
                  <a:srgbClr val="000000"/>
                </a:solidFill>
                <a:latin typeface="Montserrat" pitchFamily="2" charset="-52"/>
              </a:rPr>
              <a:t> </a:t>
            </a:r>
            <a:r>
              <a:rPr sz="4550" b="1" spc="-30" dirty="0">
                <a:solidFill>
                  <a:srgbClr val="000000"/>
                </a:solidFill>
                <a:latin typeface="Montserrat" pitchFamily="2" charset="-52"/>
              </a:rPr>
              <a:t>ПОДГОТОВКИ</a:t>
            </a:r>
            <a:endParaRPr sz="4550" b="1" dirty="0">
              <a:latin typeface="Montserrat" pitchFamily="2" charset="-52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883508" y="3085358"/>
            <a:ext cx="5743683" cy="4365584"/>
          </a:xfrm>
          <a:custGeom>
            <a:avLst/>
            <a:gdLst/>
            <a:ahLst/>
            <a:cxnLst/>
            <a:rect l="l" t="t" r="r" b="b"/>
            <a:pathLst>
              <a:path w="4326255" h="1562734">
                <a:moveTo>
                  <a:pt x="4325794" y="0"/>
                </a:moveTo>
                <a:lnTo>
                  <a:pt x="0" y="0"/>
                </a:lnTo>
                <a:lnTo>
                  <a:pt x="0" y="1562182"/>
                </a:lnTo>
                <a:lnTo>
                  <a:pt x="4325794" y="1562182"/>
                </a:lnTo>
                <a:lnTo>
                  <a:pt x="4325794" y="0"/>
                </a:lnTo>
                <a:close/>
              </a:path>
            </a:pathLst>
          </a:custGeom>
          <a:solidFill>
            <a:srgbClr val="784BC3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" y="3073510"/>
            <a:ext cx="4321987" cy="5470779"/>
          </a:xfrm>
          <a:custGeom>
            <a:avLst/>
            <a:gdLst/>
            <a:ahLst/>
            <a:cxnLst/>
            <a:rect l="l" t="t" r="r" b="b"/>
            <a:pathLst>
              <a:path w="4563109" h="4347845">
                <a:moveTo>
                  <a:pt x="4562782" y="0"/>
                </a:moveTo>
                <a:lnTo>
                  <a:pt x="0" y="0"/>
                </a:lnTo>
                <a:lnTo>
                  <a:pt x="0" y="4347846"/>
                </a:lnTo>
                <a:lnTo>
                  <a:pt x="4562782" y="4347846"/>
                </a:lnTo>
                <a:lnTo>
                  <a:pt x="4562782" y="0"/>
                </a:lnTo>
                <a:close/>
              </a:path>
            </a:pathLst>
          </a:custGeom>
          <a:solidFill>
            <a:schemeClr val="accent6">
              <a:lumMod val="75000"/>
              <a:alpha val="19999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321986" y="8699984"/>
            <a:ext cx="4568797" cy="2609013"/>
          </a:xfrm>
          <a:custGeom>
            <a:avLst/>
            <a:gdLst/>
            <a:ahLst/>
            <a:cxnLst/>
            <a:rect l="l" t="t" r="r" b="b"/>
            <a:pathLst>
              <a:path w="5724525" h="4347845">
                <a:moveTo>
                  <a:pt x="5724495" y="0"/>
                </a:moveTo>
                <a:lnTo>
                  <a:pt x="0" y="0"/>
                </a:lnTo>
                <a:lnTo>
                  <a:pt x="0" y="4347846"/>
                </a:lnTo>
                <a:lnTo>
                  <a:pt x="5724495" y="4347846"/>
                </a:lnTo>
                <a:lnTo>
                  <a:pt x="5724495" y="0"/>
                </a:lnTo>
                <a:close/>
              </a:path>
            </a:pathLst>
          </a:custGeom>
          <a:solidFill>
            <a:srgbClr val="01961C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311238" y="3102208"/>
            <a:ext cx="4569262" cy="4339531"/>
          </a:xfrm>
          <a:custGeom>
            <a:avLst/>
            <a:gdLst/>
            <a:ahLst/>
            <a:cxnLst/>
            <a:rect l="l" t="t" r="r" b="b"/>
            <a:pathLst>
              <a:path w="5491480" h="8212455">
                <a:moveTo>
                  <a:pt x="5491026" y="0"/>
                </a:moveTo>
                <a:lnTo>
                  <a:pt x="0" y="0"/>
                </a:lnTo>
                <a:lnTo>
                  <a:pt x="0" y="8212011"/>
                </a:lnTo>
                <a:lnTo>
                  <a:pt x="5491026" y="8212011"/>
                </a:lnTo>
                <a:lnTo>
                  <a:pt x="5491026" y="0"/>
                </a:lnTo>
                <a:close/>
              </a:path>
            </a:pathLst>
          </a:custGeom>
          <a:solidFill>
            <a:srgbClr val="FFFF00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884768" y="8657352"/>
            <a:ext cx="5758521" cy="2651998"/>
          </a:xfrm>
          <a:custGeom>
            <a:avLst/>
            <a:gdLst/>
            <a:ahLst/>
            <a:cxnLst/>
            <a:rect l="l" t="t" r="r" b="b"/>
            <a:pathLst>
              <a:path w="4326255" h="2605404">
                <a:moveTo>
                  <a:pt x="4325794" y="0"/>
                </a:moveTo>
                <a:lnTo>
                  <a:pt x="0" y="0"/>
                </a:lnTo>
                <a:lnTo>
                  <a:pt x="0" y="2605051"/>
                </a:lnTo>
                <a:lnTo>
                  <a:pt x="4325794" y="2605051"/>
                </a:lnTo>
                <a:lnTo>
                  <a:pt x="4325794" y="0"/>
                </a:lnTo>
                <a:close/>
              </a:path>
            </a:pathLst>
          </a:custGeom>
          <a:solidFill>
            <a:srgbClr val="92D050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9428762" y="3280972"/>
            <a:ext cx="4843039" cy="392543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30"/>
              </a:spcBef>
            </a:pPr>
            <a:r>
              <a:rPr sz="1700" spc="75" dirty="0">
                <a:latin typeface="Montserrat Medium" pitchFamily="2" charset="-52"/>
                <a:cs typeface="Verdana"/>
              </a:rPr>
              <a:t>История</a:t>
            </a:r>
            <a:endParaRPr sz="1700" dirty="0">
              <a:latin typeface="Montserrat Medium" pitchFamily="2" charset="-52"/>
              <a:cs typeface="Verdana"/>
            </a:endParaRPr>
          </a:p>
          <a:p>
            <a:pPr marL="12700" marR="1444625">
              <a:lnSpc>
                <a:spcPct val="150000"/>
              </a:lnSpc>
            </a:pPr>
            <a:r>
              <a:rPr sz="1700" spc="25" dirty="0">
                <a:latin typeface="Montserrat Medium" pitchFamily="2" charset="-52"/>
                <a:cs typeface="Verdana"/>
              </a:rPr>
              <a:t>К</a:t>
            </a:r>
            <a:r>
              <a:rPr sz="1700" spc="70" dirty="0">
                <a:latin typeface="Montserrat Medium" pitchFamily="2" charset="-52"/>
                <a:cs typeface="Verdana"/>
              </a:rPr>
              <a:t>линичес</a:t>
            </a:r>
            <a:r>
              <a:rPr sz="1700" spc="50" dirty="0">
                <a:latin typeface="Montserrat Medium" pitchFamily="2" charset="-52"/>
                <a:cs typeface="Verdana"/>
              </a:rPr>
              <a:t>к</a:t>
            </a:r>
            <a:r>
              <a:rPr sz="1700" spc="15" dirty="0">
                <a:latin typeface="Montserrat Medium" pitchFamily="2" charset="-52"/>
                <a:cs typeface="Verdana"/>
              </a:rPr>
              <a:t>ая</a:t>
            </a:r>
            <a:r>
              <a:rPr sz="1700" spc="-135" dirty="0">
                <a:latin typeface="Montserrat Medium" pitchFamily="2" charset="-52"/>
                <a:cs typeface="Verdana"/>
              </a:rPr>
              <a:t> </a:t>
            </a:r>
            <a:r>
              <a:rPr sz="1700" spc="50" dirty="0">
                <a:latin typeface="Montserrat Medium" pitchFamily="2" charset="-52"/>
                <a:cs typeface="Verdana"/>
              </a:rPr>
              <a:t>пси</a:t>
            </a:r>
            <a:r>
              <a:rPr sz="1700" spc="15" dirty="0">
                <a:latin typeface="Montserrat Medium" pitchFamily="2" charset="-52"/>
                <a:cs typeface="Verdana"/>
              </a:rPr>
              <a:t>х</a:t>
            </a:r>
            <a:r>
              <a:rPr sz="1700" spc="65" dirty="0">
                <a:latin typeface="Montserrat Medium" pitchFamily="2" charset="-52"/>
                <a:cs typeface="Verdana"/>
              </a:rPr>
              <a:t>о</a:t>
            </a:r>
            <a:r>
              <a:rPr sz="1700" spc="55" dirty="0">
                <a:latin typeface="Montserrat Medium" pitchFamily="2" charset="-52"/>
                <a:cs typeface="Verdana"/>
              </a:rPr>
              <a:t>логия  </a:t>
            </a:r>
            <a:r>
              <a:rPr sz="1700" spc="65" dirty="0">
                <a:latin typeface="Montserrat Medium" pitchFamily="2" charset="-52"/>
                <a:cs typeface="Verdana"/>
              </a:rPr>
              <a:t>Лингвистика</a:t>
            </a:r>
            <a:endParaRPr sz="1700" dirty="0">
              <a:latin typeface="Montserrat Medium" pitchFamily="2" charset="-52"/>
              <a:cs typeface="Verdana"/>
            </a:endParaRPr>
          </a:p>
          <a:p>
            <a:pPr marL="12700" marR="958850">
              <a:lnSpc>
                <a:spcPts val="1810"/>
              </a:lnSpc>
              <a:spcBef>
                <a:spcPts val="1820"/>
              </a:spcBef>
            </a:pPr>
            <a:r>
              <a:rPr lang="ru-RU" sz="1700" spc="70" dirty="0" smtClean="0">
                <a:latin typeface="Montserrat Medium" pitchFamily="2" charset="-52"/>
                <a:cs typeface="Verdana"/>
              </a:rPr>
              <a:t>Режиссура театрализованных представлений и праздников</a:t>
            </a:r>
            <a:endParaRPr lang="ru-RU" sz="1700" dirty="0">
              <a:latin typeface="Montserrat Medium" pitchFamily="2" charset="-52"/>
              <a:cs typeface="Verdana"/>
            </a:endParaRPr>
          </a:p>
          <a:p>
            <a:pPr marL="12700" marR="5080">
              <a:lnSpc>
                <a:spcPct val="150000"/>
              </a:lnSpc>
              <a:spcBef>
                <a:spcPts val="165"/>
              </a:spcBef>
            </a:pPr>
            <a:r>
              <a:rPr lang="ru-RU" sz="1700" spc="60" dirty="0" smtClean="0">
                <a:latin typeface="Montserrat Medium" pitchFamily="2" charset="-52"/>
                <a:cs typeface="Verdana"/>
              </a:rPr>
              <a:t>Педагогическое </a:t>
            </a:r>
            <a:r>
              <a:rPr lang="ru-RU" sz="1700" spc="65" dirty="0" smtClean="0">
                <a:latin typeface="Montserrat Medium" pitchFamily="2" charset="-52"/>
                <a:cs typeface="Verdana"/>
              </a:rPr>
              <a:t>образование</a:t>
            </a:r>
            <a:r>
              <a:rPr sz="1700" spc="65" dirty="0" smtClean="0">
                <a:latin typeface="Montserrat Medium" pitchFamily="2" charset="-52"/>
                <a:cs typeface="Verdana"/>
              </a:rPr>
              <a:t> </a:t>
            </a:r>
            <a:r>
              <a:rPr sz="1700" spc="70" dirty="0" smtClean="0">
                <a:latin typeface="Montserrat Medium" pitchFamily="2" charset="-52"/>
                <a:cs typeface="Verdana"/>
              </a:rPr>
              <a:t> </a:t>
            </a:r>
            <a:r>
              <a:rPr sz="1700" spc="60" dirty="0">
                <a:latin typeface="Montserrat Medium" pitchFamily="2" charset="-52"/>
                <a:cs typeface="Verdana"/>
              </a:rPr>
              <a:t>Психология</a:t>
            </a:r>
            <a:r>
              <a:rPr sz="1700" spc="-130" dirty="0">
                <a:latin typeface="Montserrat Medium" pitchFamily="2" charset="-52"/>
                <a:cs typeface="Verdana"/>
              </a:rPr>
              <a:t> </a:t>
            </a:r>
            <a:r>
              <a:rPr sz="1700" spc="60" dirty="0">
                <a:latin typeface="Montserrat Medium" pitchFamily="2" charset="-52"/>
                <a:cs typeface="Verdana"/>
              </a:rPr>
              <a:t>служебной</a:t>
            </a:r>
            <a:r>
              <a:rPr sz="1700" spc="-130" dirty="0">
                <a:latin typeface="Montserrat Medium" pitchFamily="2" charset="-52"/>
                <a:cs typeface="Verdana"/>
              </a:rPr>
              <a:t> </a:t>
            </a:r>
            <a:r>
              <a:rPr sz="1700" spc="50" dirty="0">
                <a:latin typeface="Montserrat Medium" pitchFamily="2" charset="-52"/>
                <a:cs typeface="Verdana"/>
              </a:rPr>
              <a:t>деятельности </a:t>
            </a:r>
            <a:r>
              <a:rPr sz="1700" spc="-585" dirty="0">
                <a:latin typeface="Montserrat Medium" pitchFamily="2" charset="-52"/>
                <a:cs typeface="Verdana"/>
              </a:rPr>
              <a:t> </a:t>
            </a:r>
            <a:r>
              <a:rPr sz="1700" spc="75" dirty="0">
                <a:latin typeface="Montserrat Medium" pitchFamily="2" charset="-52"/>
                <a:cs typeface="Verdana"/>
              </a:rPr>
              <a:t>Реклама</a:t>
            </a:r>
            <a:r>
              <a:rPr sz="1700" spc="-140" dirty="0">
                <a:latin typeface="Montserrat Medium" pitchFamily="2" charset="-52"/>
                <a:cs typeface="Verdana"/>
              </a:rPr>
              <a:t> </a:t>
            </a:r>
            <a:r>
              <a:rPr sz="1700" spc="110" dirty="0">
                <a:latin typeface="Montserrat Medium" pitchFamily="2" charset="-52"/>
                <a:cs typeface="Verdana"/>
              </a:rPr>
              <a:t>и</a:t>
            </a:r>
            <a:r>
              <a:rPr sz="1700" spc="-135" dirty="0">
                <a:latin typeface="Montserrat Medium" pitchFamily="2" charset="-52"/>
                <a:cs typeface="Verdana"/>
              </a:rPr>
              <a:t> </a:t>
            </a:r>
            <a:r>
              <a:rPr sz="1700" spc="60" dirty="0">
                <a:latin typeface="Montserrat Medium" pitchFamily="2" charset="-52"/>
                <a:cs typeface="Verdana"/>
              </a:rPr>
              <a:t>связи</a:t>
            </a:r>
            <a:r>
              <a:rPr sz="1700" spc="-135" dirty="0">
                <a:latin typeface="Montserrat Medium" pitchFamily="2" charset="-52"/>
                <a:cs typeface="Verdana"/>
              </a:rPr>
              <a:t> </a:t>
            </a:r>
            <a:r>
              <a:rPr sz="1700" spc="80" dirty="0">
                <a:latin typeface="Montserrat Medium" pitchFamily="2" charset="-52"/>
                <a:cs typeface="Verdana"/>
              </a:rPr>
              <a:t>с</a:t>
            </a:r>
            <a:r>
              <a:rPr sz="1700" spc="-135" dirty="0">
                <a:latin typeface="Montserrat Medium" pitchFamily="2" charset="-52"/>
                <a:cs typeface="Verdana"/>
              </a:rPr>
              <a:t> </a:t>
            </a:r>
            <a:r>
              <a:rPr lang="ru-RU" sz="1700" spc="65" dirty="0" smtClean="0">
                <a:latin typeface="Montserrat Medium" pitchFamily="2" charset="-52"/>
                <a:cs typeface="Verdana"/>
              </a:rPr>
              <a:t>общественностью</a:t>
            </a:r>
          </a:p>
          <a:p>
            <a:pPr marL="12700" marR="5080">
              <a:lnSpc>
                <a:spcPct val="150000"/>
              </a:lnSpc>
              <a:spcBef>
                <a:spcPts val="165"/>
              </a:spcBef>
            </a:pPr>
            <a:r>
              <a:rPr lang="ru-RU" sz="1700" spc="65" dirty="0" smtClean="0">
                <a:latin typeface="Montserrat Medium" pitchFamily="2" charset="-52"/>
                <a:cs typeface="Verdana"/>
              </a:rPr>
              <a:t>Медиакоммуникации</a:t>
            </a:r>
            <a:endParaRPr lang="ru-RU" sz="1700" spc="65" dirty="0">
              <a:latin typeface="Montserrat Medium" pitchFamily="2" charset="-52"/>
              <a:cs typeface="Verdana"/>
            </a:endParaRPr>
          </a:p>
          <a:p>
            <a:pPr marL="12700" marR="5080">
              <a:lnSpc>
                <a:spcPct val="150000"/>
              </a:lnSpc>
              <a:spcBef>
                <a:spcPts val="165"/>
              </a:spcBef>
            </a:pPr>
            <a:r>
              <a:rPr lang="ru-RU" sz="1700" spc="65" dirty="0" smtClean="0">
                <a:latin typeface="Montserrat Medium" pitchFamily="2" charset="-52"/>
                <a:cs typeface="Verdana"/>
              </a:rPr>
              <a:t>Физическая</a:t>
            </a:r>
            <a:r>
              <a:rPr sz="1700" spc="-140" dirty="0" smtClean="0">
                <a:latin typeface="Montserrat Medium" pitchFamily="2" charset="-52"/>
                <a:cs typeface="Verdana"/>
              </a:rPr>
              <a:t> </a:t>
            </a:r>
            <a:r>
              <a:rPr sz="1700" dirty="0">
                <a:latin typeface="Montserrat Medium" pitchFamily="2" charset="-52"/>
                <a:cs typeface="Verdana"/>
              </a:rPr>
              <a:t>культура</a:t>
            </a:r>
            <a:r>
              <a:rPr sz="1700" spc="-135" dirty="0">
                <a:latin typeface="Montserrat Medium" pitchFamily="2" charset="-52"/>
                <a:cs typeface="Verdana"/>
              </a:rPr>
              <a:t> </a:t>
            </a:r>
            <a:r>
              <a:rPr sz="1700" spc="110" dirty="0">
                <a:latin typeface="Montserrat Medium" pitchFamily="2" charset="-52"/>
                <a:cs typeface="Verdana"/>
              </a:rPr>
              <a:t>и</a:t>
            </a:r>
            <a:r>
              <a:rPr sz="1700" spc="-140" dirty="0">
                <a:latin typeface="Montserrat Medium" pitchFamily="2" charset="-52"/>
                <a:cs typeface="Verdana"/>
              </a:rPr>
              <a:t> </a:t>
            </a:r>
            <a:r>
              <a:rPr lang="ru-RU" sz="1700" spc="70" dirty="0" smtClean="0">
                <a:latin typeface="Montserrat Medium" pitchFamily="2" charset="-52"/>
                <a:cs typeface="Verdana"/>
              </a:rPr>
              <a:t>спорт</a:t>
            </a:r>
          </a:p>
        </p:txBody>
      </p:sp>
      <p:sp>
        <p:nvSpPr>
          <p:cNvPr id="4" name="object 4"/>
          <p:cNvSpPr/>
          <p:nvPr/>
        </p:nvSpPr>
        <p:spPr>
          <a:xfrm>
            <a:off x="-24599" y="7440603"/>
            <a:ext cx="4346132" cy="1266370"/>
          </a:xfrm>
          <a:custGeom>
            <a:avLst/>
            <a:gdLst/>
            <a:ahLst/>
            <a:cxnLst/>
            <a:rect l="l" t="t" r="r" b="b"/>
            <a:pathLst>
              <a:path w="4330065" h="1259205">
                <a:moveTo>
                  <a:pt x="4329794" y="0"/>
                </a:moveTo>
                <a:lnTo>
                  <a:pt x="0" y="0"/>
                </a:lnTo>
                <a:lnTo>
                  <a:pt x="0" y="1259123"/>
                </a:lnTo>
                <a:lnTo>
                  <a:pt x="4329794" y="1259123"/>
                </a:lnTo>
                <a:lnTo>
                  <a:pt x="4329794" y="0"/>
                </a:lnTo>
                <a:close/>
              </a:path>
            </a:pathLst>
          </a:custGeom>
          <a:solidFill>
            <a:srgbClr val="1143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-24599" y="8706891"/>
            <a:ext cx="4335837" cy="2602106"/>
          </a:xfrm>
          <a:custGeom>
            <a:avLst/>
            <a:gdLst/>
            <a:ahLst/>
            <a:cxnLst/>
            <a:rect l="l" t="t" r="r" b="b"/>
            <a:pathLst>
              <a:path w="4326255" h="1527175">
                <a:moveTo>
                  <a:pt x="4325794" y="0"/>
                </a:moveTo>
                <a:lnTo>
                  <a:pt x="0" y="0"/>
                </a:lnTo>
                <a:lnTo>
                  <a:pt x="0" y="1526550"/>
                </a:lnTo>
                <a:lnTo>
                  <a:pt x="4325794" y="1526550"/>
                </a:lnTo>
                <a:lnTo>
                  <a:pt x="4325794" y="0"/>
                </a:lnTo>
                <a:close/>
              </a:path>
            </a:pathLst>
          </a:custGeom>
          <a:solidFill>
            <a:srgbClr val="1143C0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31341" y="9048871"/>
            <a:ext cx="2174014" cy="74507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00" spc="65" dirty="0">
                <a:latin typeface="Montserrat Medium" pitchFamily="2" charset="-52"/>
                <a:cs typeface="Verdana"/>
              </a:rPr>
              <a:t>Политология</a:t>
            </a:r>
            <a:endParaRPr sz="1700" dirty="0">
              <a:latin typeface="Montserrat Medium" pitchFamily="2" charset="-52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85"/>
              </a:spcBef>
            </a:pPr>
            <a:r>
              <a:rPr sz="1700" spc="114" dirty="0">
                <a:latin typeface="Montserrat Medium" pitchFamily="2" charset="-52"/>
                <a:cs typeface="Verdana"/>
              </a:rPr>
              <a:t>Юрисп</a:t>
            </a:r>
            <a:r>
              <a:rPr sz="1700" spc="75" dirty="0">
                <a:latin typeface="Montserrat Medium" pitchFamily="2" charset="-52"/>
                <a:cs typeface="Verdana"/>
              </a:rPr>
              <a:t>р</a:t>
            </a:r>
            <a:r>
              <a:rPr sz="1700" spc="-70" dirty="0">
                <a:latin typeface="Montserrat Medium" pitchFamily="2" charset="-52"/>
                <a:cs typeface="Verdana"/>
              </a:rPr>
              <a:t>у</a:t>
            </a:r>
            <a:r>
              <a:rPr sz="1700" spc="85" dirty="0">
                <a:latin typeface="Montserrat Medium" pitchFamily="2" charset="-52"/>
                <a:cs typeface="Verdana"/>
              </a:rPr>
              <a:t>денция</a:t>
            </a:r>
            <a:endParaRPr sz="1700" dirty="0">
              <a:latin typeface="Montserrat Medium" pitchFamily="2" charset="-52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915803" y="7721907"/>
            <a:ext cx="1496851" cy="751205"/>
          </a:xfrm>
          <a:prstGeom prst="rect">
            <a:avLst/>
          </a:prstGeom>
        </p:spPr>
        <p:txBody>
          <a:bodyPr vert="horz" wrap="square" lIns="0" tIns="11430" rIns="0" bIns="0" rtlCol="0" anchor="ctr">
            <a:spAutoFit/>
          </a:bodyPr>
          <a:lstStyle/>
          <a:p>
            <a:pPr marL="12700" marR="5080">
              <a:lnSpc>
                <a:spcPct val="102400"/>
              </a:lnSpc>
              <a:spcBef>
                <a:spcPts val="90"/>
              </a:spcBef>
            </a:pPr>
            <a:r>
              <a:rPr sz="1550" b="1" dirty="0">
                <a:solidFill>
                  <a:srgbClr val="FFFFFF"/>
                </a:solidFill>
                <a:latin typeface="Montserrat" pitchFamily="2" charset="-52"/>
                <a:cs typeface="Verdana"/>
              </a:rPr>
              <a:t>Институт  государства  и права</a:t>
            </a:r>
            <a:endParaRPr sz="1550" b="1" dirty="0">
              <a:latin typeface="Montserrat" pitchFamily="2" charset="-52"/>
              <a:cs typeface="Verdan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10604" y="7700774"/>
            <a:ext cx="1007744" cy="753110"/>
          </a:xfrm>
          <a:custGeom>
            <a:avLst/>
            <a:gdLst/>
            <a:ahLst/>
            <a:cxnLst/>
            <a:rect l="l" t="t" r="r" b="b"/>
            <a:pathLst>
              <a:path w="1007744" h="753110">
                <a:moveTo>
                  <a:pt x="674188" y="634252"/>
                </a:moveTo>
                <a:lnTo>
                  <a:pt x="338701" y="634252"/>
                </a:lnTo>
                <a:lnTo>
                  <a:pt x="315642" y="638917"/>
                </a:lnTo>
                <a:lnTo>
                  <a:pt x="296795" y="651631"/>
                </a:lnTo>
                <a:lnTo>
                  <a:pt x="284080" y="670475"/>
                </a:lnTo>
                <a:lnTo>
                  <a:pt x="279415" y="693528"/>
                </a:lnTo>
                <a:lnTo>
                  <a:pt x="284080" y="716583"/>
                </a:lnTo>
                <a:lnTo>
                  <a:pt x="296795" y="735430"/>
                </a:lnTo>
                <a:lnTo>
                  <a:pt x="315642" y="748148"/>
                </a:lnTo>
                <a:lnTo>
                  <a:pt x="338701" y="752814"/>
                </a:lnTo>
                <a:lnTo>
                  <a:pt x="674188" y="752814"/>
                </a:lnTo>
                <a:lnTo>
                  <a:pt x="697243" y="748148"/>
                </a:lnTo>
                <a:lnTo>
                  <a:pt x="716090" y="735430"/>
                </a:lnTo>
                <a:lnTo>
                  <a:pt x="724362" y="723171"/>
                </a:lnTo>
                <a:lnTo>
                  <a:pt x="338701" y="723171"/>
                </a:lnTo>
                <a:lnTo>
                  <a:pt x="327170" y="720838"/>
                </a:lnTo>
                <a:lnTo>
                  <a:pt x="317746" y="714479"/>
                </a:lnTo>
                <a:lnTo>
                  <a:pt x="311390" y="705055"/>
                </a:lnTo>
                <a:lnTo>
                  <a:pt x="309058" y="693528"/>
                </a:lnTo>
                <a:lnTo>
                  <a:pt x="311390" y="682001"/>
                </a:lnTo>
                <a:lnTo>
                  <a:pt x="317746" y="672577"/>
                </a:lnTo>
                <a:lnTo>
                  <a:pt x="327170" y="666218"/>
                </a:lnTo>
                <a:lnTo>
                  <a:pt x="338701" y="663885"/>
                </a:lnTo>
                <a:lnTo>
                  <a:pt x="724360" y="663885"/>
                </a:lnTo>
                <a:lnTo>
                  <a:pt x="716090" y="651631"/>
                </a:lnTo>
                <a:lnTo>
                  <a:pt x="697243" y="638917"/>
                </a:lnTo>
                <a:lnTo>
                  <a:pt x="674188" y="634252"/>
                </a:lnTo>
                <a:close/>
              </a:path>
              <a:path w="1007744" h="753110">
                <a:moveTo>
                  <a:pt x="724360" y="663885"/>
                </a:moveTo>
                <a:lnTo>
                  <a:pt x="674188" y="663885"/>
                </a:lnTo>
                <a:lnTo>
                  <a:pt x="685714" y="666218"/>
                </a:lnTo>
                <a:lnTo>
                  <a:pt x="695134" y="672577"/>
                </a:lnTo>
                <a:lnTo>
                  <a:pt x="701489" y="682001"/>
                </a:lnTo>
                <a:lnTo>
                  <a:pt x="703821" y="693528"/>
                </a:lnTo>
                <a:lnTo>
                  <a:pt x="701489" y="705055"/>
                </a:lnTo>
                <a:lnTo>
                  <a:pt x="695134" y="714479"/>
                </a:lnTo>
                <a:lnTo>
                  <a:pt x="685714" y="720838"/>
                </a:lnTo>
                <a:lnTo>
                  <a:pt x="674188" y="723171"/>
                </a:lnTo>
                <a:lnTo>
                  <a:pt x="724362" y="723171"/>
                </a:lnTo>
                <a:lnTo>
                  <a:pt x="728808" y="716583"/>
                </a:lnTo>
                <a:lnTo>
                  <a:pt x="733475" y="693528"/>
                </a:lnTo>
                <a:lnTo>
                  <a:pt x="728808" y="670475"/>
                </a:lnTo>
                <a:lnTo>
                  <a:pt x="724360" y="663885"/>
                </a:lnTo>
                <a:close/>
              </a:path>
              <a:path w="1007744" h="753110">
                <a:moveTo>
                  <a:pt x="476802" y="151094"/>
                </a:moveTo>
                <a:lnTo>
                  <a:pt x="447169" y="151094"/>
                </a:lnTo>
                <a:lnTo>
                  <a:pt x="447169" y="634252"/>
                </a:lnTo>
                <a:lnTo>
                  <a:pt x="476802" y="634252"/>
                </a:lnTo>
                <a:lnTo>
                  <a:pt x="476802" y="151094"/>
                </a:lnTo>
                <a:close/>
              </a:path>
              <a:path w="1007744" h="753110">
                <a:moveTo>
                  <a:pt x="910471" y="29245"/>
                </a:moveTo>
                <a:lnTo>
                  <a:pt x="866005" y="29245"/>
                </a:lnTo>
                <a:lnTo>
                  <a:pt x="873050" y="30552"/>
                </a:lnTo>
                <a:lnTo>
                  <a:pt x="879057" y="34180"/>
                </a:lnTo>
                <a:lnTo>
                  <a:pt x="883453" y="39692"/>
                </a:lnTo>
                <a:lnTo>
                  <a:pt x="885669" y="46647"/>
                </a:lnTo>
                <a:lnTo>
                  <a:pt x="886308" y="51851"/>
                </a:lnTo>
                <a:lnTo>
                  <a:pt x="884852" y="57045"/>
                </a:lnTo>
                <a:lnTo>
                  <a:pt x="881596" y="61244"/>
                </a:lnTo>
                <a:lnTo>
                  <a:pt x="878318" y="65422"/>
                </a:lnTo>
                <a:lnTo>
                  <a:pt x="873648" y="68102"/>
                </a:lnTo>
                <a:lnTo>
                  <a:pt x="536088" y="110153"/>
                </a:lnTo>
                <a:lnTo>
                  <a:pt x="536088" y="634252"/>
                </a:lnTo>
                <a:lnTo>
                  <a:pt x="565731" y="634252"/>
                </a:lnTo>
                <a:lnTo>
                  <a:pt x="565731" y="136330"/>
                </a:lnTo>
                <a:lnTo>
                  <a:pt x="767379" y="111221"/>
                </a:lnTo>
                <a:lnTo>
                  <a:pt x="798464" y="111221"/>
                </a:lnTo>
                <a:lnTo>
                  <a:pt x="799829" y="107179"/>
                </a:lnTo>
                <a:lnTo>
                  <a:pt x="820414" y="104614"/>
                </a:lnTo>
                <a:lnTo>
                  <a:pt x="851490" y="104614"/>
                </a:lnTo>
                <a:lnTo>
                  <a:pt x="850235" y="100897"/>
                </a:lnTo>
                <a:lnTo>
                  <a:pt x="872099" y="98175"/>
                </a:lnTo>
                <a:lnTo>
                  <a:pt x="890706" y="91933"/>
                </a:lnTo>
                <a:lnTo>
                  <a:pt x="905001" y="79459"/>
                </a:lnTo>
                <a:lnTo>
                  <a:pt x="913590" y="62542"/>
                </a:lnTo>
                <a:lnTo>
                  <a:pt x="915082" y="42972"/>
                </a:lnTo>
                <a:lnTo>
                  <a:pt x="910471" y="29245"/>
                </a:lnTo>
                <a:close/>
              </a:path>
              <a:path w="1007744" h="753110">
                <a:moveTo>
                  <a:pt x="398480" y="468519"/>
                </a:moveTo>
                <a:lnTo>
                  <a:pt x="0" y="468519"/>
                </a:lnTo>
                <a:lnTo>
                  <a:pt x="1387" y="486487"/>
                </a:lnTo>
                <a:lnTo>
                  <a:pt x="12577" y="527445"/>
                </a:lnTo>
                <a:lnTo>
                  <a:pt x="37263" y="560543"/>
                </a:lnTo>
                <a:lnTo>
                  <a:pt x="72102" y="582678"/>
                </a:lnTo>
                <a:lnTo>
                  <a:pt x="113745" y="590746"/>
                </a:lnTo>
                <a:lnTo>
                  <a:pt x="284734" y="590746"/>
                </a:lnTo>
                <a:lnTo>
                  <a:pt x="326380" y="582677"/>
                </a:lnTo>
                <a:lnTo>
                  <a:pt x="361223" y="560540"/>
                </a:lnTo>
                <a:lnTo>
                  <a:pt x="363600" y="557354"/>
                </a:lnTo>
                <a:lnTo>
                  <a:pt x="113745" y="557354"/>
                </a:lnTo>
                <a:lnTo>
                  <a:pt x="88898" y="553259"/>
                </a:lnTo>
                <a:lnTo>
                  <a:pt x="66963" y="541813"/>
                </a:lnTo>
                <a:lnTo>
                  <a:pt x="49524" y="524277"/>
                </a:lnTo>
                <a:lnTo>
                  <a:pt x="38166" y="501911"/>
                </a:lnTo>
                <a:lnTo>
                  <a:pt x="392892" y="501911"/>
                </a:lnTo>
                <a:lnTo>
                  <a:pt x="397109" y="486466"/>
                </a:lnTo>
                <a:lnTo>
                  <a:pt x="398480" y="468519"/>
                </a:lnTo>
                <a:close/>
              </a:path>
              <a:path w="1007744" h="753110">
                <a:moveTo>
                  <a:pt x="392892" y="501911"/>
                </a:moveTo>
                <a:lnTo>
                  <a:pt x="360313" y="501911"/>
                </a:lnTo>
                <a:lnTo>
                  <a:pt x="348957" y="524277"/>
                </a:lnTo>
                <a:lnTo>
                  <a:pt x="331516" y="541813"/>
                </a:lnTo>
                <a:lnTo>
                  <a:pt x="309578" y="553259"/>
                </a:lnTo>
                <a:lnTo>
                  <a:pt x="284734" y="557354"/>
                </a:lnTo>
                <a:lnTo>
                  <a:pt x="363600" y="557354"/>
                </a:lnTo>
                <a:lnTo>
                  <a:pt x="385916" y="527436"/>
                </a:lnTo>
                <a:lnTo>
                  <a:pt x="392892" y="501911"/>
                </a:lnTo>
                <a:close/>
              </a:path>
              <a:path w="1007744" h="753110">
                <a:moveTo>
                  <a:pt x="1007550" y="386407"/>
                </a:moveTo>
                <a:lnTo>
                  <a:pt x="609080" y="386407"/>
                </a:lnTo>
                <a:lnTo>
                  <a:pt x="610442" y="404375"/>
                </a:lnTo>
                <a:lnTo>
                  <a:pt x="621642" y="445333"/>
                </a:lnTo>
                <a:lnTo>
                  <a:pt x="646338" y="478435"/>
                </a:lnTo>
                <a:lnTo>
                  <a:pt x="681185" y="500574"/>
                </a:lnTo>
                <a:lnTo>
                  <a:pt x="722836" y="508644"/>
                </a:lnTo>
                <a:lnTo>
                  <a:pt x="893815" y="508644"/>
                </a:lnTo>
                <a:lnTo>
                  <a:pt x="935464" y="500572"/>
                </a:lnTo>
                <a:lnTo>
                  <a:pt x="970304" y="478430"/>
                </a:lnTo>
                <a:lnTo>
                  <a:pt x="972681" y="475242"/>
                </a:lnTo>
                <a:lnTo>
                  <a:pt x="722836" y="475242"/>
                </a:lnTo>
                <a:lnTo>
                  <a:pt x="697984" y="471146"/>
                </a:lnTo>
                <a:lnTo>
                  <a:pt x="676046" y="459700"/>
                </a:lnTo>
                <a:lnTo>
                  <a:pt x="658606" y="442164"/>
                </a:lnTo>
                <a:lnTo>
                  <a:pt x="647247" y="419798"/>
                </a:lnTo>
                <a:lnTo>
                  <a:pt x="1001955" y="419798"/>
                </a:lnTo>
                <a:lnTo>
                  <a:pt x="1006168" y="404364"/>
                </a:lnTo>
                <a:lnTo>
                  <a:pt x="1007550" y="386407"/>
                </a:lnTo>
                <a:close/>
              </a:path>
              <a:path w="1007744" h="753110">
                <a:moveTo>
                  <a:pt x="1001955" y="419798"/>
                </a:moveTo>
                <a:lnTo>
                  <a:pt x="969384" y="419798"/>
                </a:lnTo>
                <a:lnTo>
                  <a:pt x="958031" y="442164"/>
                </a:lnTo>
                <a:lnTo>
                  <a:pt x="940595" y="459700"/>
                </a:lnTo>
                <a:lnTo>
                  <a:pt x="918661" y="471146"/>
                </a:lnTo>
                <a:lnTo>
                  <a:pt x="893815" y="475242"/>
                </a:lnTo>
                <a:lnTo>
                  <a:pt x="972681" y="475242"/>
                </a:lnTo>
                <a:lnTo>
                  <a:pt x="994987" y="445325"/>
                </a:lnTo>
                <a:lnTo>
                  <a:pt x="1001955" y="419798"/>
                </a:lnTo>
                <a:close/>
              </a:path>
              <a:path w="1007744" h="753110">
                <a:moveTo>
                  <a:pt x="191610" y="186779"/>
                </a:moveTo>
                <a:lnTo>
                  <a:pt x="160518" y="186779"/>
                </a:lnTo>
                <a:lnTo>
                  <a:pt x="65861" y="467127"/>
                </a:lnTo>
                <a:lnTo>
                  <a:pt x="65673" y="467828"/>
                </a:lnTo>
                <a:lnTo>
                  <a:pt x="65547" y="468519"/>
                </a:lnTo>
                <a:lnTo>
                  <a:pt x="96468" y="468519"/>
                </a:lnTo>
                <a:lnTo>
                  <a:pt x="191610" y="186779"/>
                </a:lnTo>
                <a:close/>
              </a:path>
              <a:path w="1007744" h="753110">
                <a:moveTo>
                  <a:pt x="240385" y="180706"/>
                </a:moveTo>
                <a:lnTo>
                  <a:pt x="209323" y="180706"/>
                </a:lnTo>
                <a:lnTo>
                  <a:pt x="306451" y="468519"/>
                </a:lnTo>
                <a:lnTo>
                  <a:pt x="337392" y="468519"/>
                </a:lnTo>
                <a:lnTo>
                  <a:pt x="337246" y="467828"/>
                </a:lnTo>
                <a:lnTo>
                  <a:pt x="337068" y="467127"/>
                </a:lnTo>
                <a:lnTo>
                  <a:pt x="240385" y="180706"/>
                </a:lnTo>
                <a:close/>
              </a:path>
              <a:path w="1007744" h="753110">
                <a:moveTo>
                  <a:pt x="798464" y="111221"/>
                </a:moveTo>
                <a:lnTo>
                  <a:pt x="767379" y="111221"/>
                </a:lnTo>
                <a:lnTo>
                  <a:pt x="674932" y="384993"/>
                </a:lnTo>
                <a:lnTo>
                  <a:pt x="674754" y="385695"/>
                </a:lnTo>
                <a:lnTo>
                  <a:pt x="674618" y="386407"/>
                </a:lnTo>
                <a:lnTo>
                  <a:pt x="705559" y="386407"/>
                </a:lnTo>
                <a:lnTo>
                  <a:pt x="798464" y="111221"/>
                </a:lnTo>
                <a:close/>
              </a:path>
              <a:path w="1007744" h="753110">
                <a:moveTo>
                  <a:pt x="851490" y="104614"/>
                </a:moveTo>
                <a:lnTo>
                  <a:pt x="820414" y="104614"/>
                </a:lnTo>
                <a:lnTo>
                  <a:pt x="915532" y="386407"/>
                </a:lnTo>
                <a:lnTo>
                  <a:pt x="946452" y="386407"/>
                </a:lnTo>
                <a:lnTo>
                  <a:pt x="946327" y="385695"/>
                </a:lnTo>
                <a:lnTo>
                  <a:pt x="946138" y="384993"/>
                </a:lnTo>
                <a:lnTo>
                  <a:pt x="851490" y="104614"/>
                </a:lnTo>
                <a:close/>
              </a:path>
              <a:path w="1007744" h="753110">
                <a:moveTo>
                  <a:pt x="506445" y="11873"/>
                </a:moveTo>
                <a:lnTo>
                  <a:pt x="488120" y="14778"/>
                </a:lnTo>
                <a:lnTo>
                  <a:pt x="472125" y="22876"/>
                </a:lnTo>
                <a:lnTo>
                  <a:pt x="459371" y="35242"/>
                </a:lnTo>
                <a:lnTo>
                  <a:pt x="450771" y="50951"/>
                </a:lnTo>
                <a:lnTo>
                  <a:pt x="135451" y="90206"/>
                </a:lnTo>
                <a:lnTo>
                  <a:pt x="116848" y="96442"/>
                </a:lnTo>
                <a:lnTo>
                  <a:pt x="102555" y="108914"/>
                </a:lnTo>
                <a:lnTo>
                  <a:pt x="93970" y="125833"/>
                </a:lnTo>
                <a:lnTo>
                  <a:pt x="92489" y="145409"/>
                </a:lnTo>
                <a:lnTo>
                  <a:pt x="98008" y="162734"/>
                </a:lnTo>
                <a:lnTo>
                  <a:pt x="108961" y="176471"/>
                </a:lnTo>
                <a:lnTo>
                  <a:pt x="123936" y="185519"/>
                </a:lnTo>
                <a:lnTo>
                  <a:pt x="141524" y="188779"/>
                </a:lnTo>
                <a:lnTo>
                  <a:pt x="143566" y="188779"/>
                </a:lnTo>
                <a:lnTo>
                  <a:pt x="145618" y="188643"/>
                </a:lnTo>
                <a:lnTo>
                  <a:pt x="160518" y="186779"/>
                </a:lnTo>
                <a:lnTo>
                  <a:pt x="191610" y="186779"/>
                </a:lnTo>
                <a:lnTo>
                  <a:pt x="192967" y="182758"/>
                </a:lnTo>
                <a:lnTo>
                  <a:pt x="209323" y="180706"/>
                </a:lnTo>
                <a:lnTo>
                  <a:pt x="240385" y="180706"/>
                </a:lnTo>
                <a:lnTo>
                  <a:pt x="239134" y="176999"/>
                </a:lnTo>
                <a:lnTo>
                  <a:pt x="378637" y="159628"/>
                </a:lnTo>
                <a:lnTo>
                  <a:pt x="138822" y="159628"/>
                </a:lnTo>
                <a:lnTo>
                  <a:pt x="133618" y="158173"/>
                </a:lnTo>
                <a:lnTo>
                  <a:pt x="125221" y="151628"/>
                </a:lnTo>
                <a:lnTo>
                  <a:pt x="122540" y="146969"/>
                </a:lnTo>
                <a:lnTo>
                  <a:pt x="121242" y="136519"/>
                </a:lnTo>
                <a:lnTo>
                  <a:pt x="122687" y="131336"/>
                </a:lnTo>
                <a:lnTo>
                  <a:pt x="129221" y="122949"/>
                </a:lnTo>
                <a:lnTo>
                  <a:pt x="133901" y="120258"/>
                </a:lnTo>
                <a:lnTo>
                  <a:pt x="476802" y="77568"/>
                </a:lnTo>
                <a:lnTo>
                  <a:pt x="476802" y="68102"/>
                </a:lnTo>
                <a:lnTo>
                  <a:pt x="500801" y="41506"/>
                </a:lnTo>
                <a:lnTo>
                  <a:pt x="766407" y="41506"/>
                </a:lnTo>
                <a:lnTo>
                  <a:pt x="795335" y="37904"/>
                </a:lnTo>
                <a:lnTo>
                  <a:pt x="555501" y="37904"/>
                </a:lnTo>
                <a:lnTo>
                  <a:pt x="546200" y="27211"/>
                </a:lnTo>
                <a:lnTo>
                  <a:pt x="534613" y="18999"/>
                </a:lnTo>
                <a:lnTo>
                  <a:pt x="521206" y="13732"/>
                </a:lnTo>
                <a:lnTo>
                  <a:pt x="506445" y="11873"/>
                </a:lnTo>
                <a:close/>
              </a:path>
              <a:path w="1007744" h="753110">
                <a:moveTo>
                  <a:pt x="476802" y="117535"/>
                </a:moveTo>
                <a:lnTo>
                  <a:pt x="138822" y="159628"/>
                </a:lnTo>
                <a:lnTo>
                  <a:pt x="378637" y="159628"/>
                </a:lnTo>
                <a:lnTo>
                  <a:pt x="447169" y="151094"/>
                </a:lnTo>
                <a:lnTo>
                  <a:pt x="476802" y="151094"/>
                </a:lnTo>
                <a:lnTo>
                  <a:pt x="476802" y="117535"/>
                </a:lnTo>
                <a:close/>
              </a:path>
              <a:path w="1007744" h="753110">
                <a:moveTo>
                  <a:pt x="766407" y="41506"/>
                </a:moveTo>
                <a:lnTo>
                  <a:pt x="509460" y="41506"/>
                </a:lnTo>
                <a:lnTo>
                  <a:pt x="512309" y="42103"/>
                </a:lnTo>
                <a:lnTo>
                  <a:pt x="522057" y="45077"/>
                </a:lnTo>
                <a:lnTo>
                  <a:pt x="527942" y="49673"/>
                </a:lnTo>
                <a:lnTo>
                  <a:pt x="534255" y="60040"/>
                </a:lnTo>
                <a:lnTo>
                  <a:pt x="535837" y="64929"/>
                </a:lnTo>
                <a:lnTo>
                  <a:pt x="535994" y="70196"/>
                </a:lnTo>
                <a:lnTo>
                  <a:pt x="766407" y="41506"/>
                </a:lnTo>
                <a:close/>
              </a:path>
              <a:path w="1007744" h="753110">
                <a:moveTo>
                  <a:pt x="859879" y="0"/>
                </a:moveTo>
                <a:lnTo>
                  <a:pt x="555501" y="37904"/>
                </a:lnTo>
                <a:lnTo>
                  <a:pt x="795335" y="37904"/>
                </a:lnTo>
                <a:lnTo>
                  <a:pt x="864361" y="29308"/>
                </a:lnTo>
                <a:lnTo>
                  <a:pt x="865177" y="29245"/>
                </a:lnTo>
                <a:lnTo>
                  <a:pt x="910471" y="29245"/>
                </a:lnTo>
                <a:lnTo>
                  <a:pt x="908831" y="24363"/>
                </a:lnTo>
                <a:lnTo>
                  <a:pt x="896350" y="10059"/>
                </a:lnTo>
                <a:lnTo>
                  <a:pt x="879435" y="1469"/>
                </a:lnTo>
                <a:lnTo>
                  <a:pt x="85987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311238" y="7440602"/>
            <a:ext cx="4618351" cy="1259205"/>
          </a:xfrm>
          <a:custGeom>
            <a:avLst/>
            <a:gdLst/>
            <a:ahLst/>
            <a:cxnLst/>
            <a:rect l="l" t="t" r="r" b="b"/>
            <a:pathLst>
              <a:path w="4326255" h="1259204">
                <a:moveTo>
                  <a:pt x="4325794" y="0"/>
                </a:moveTo>
                <a:lnTo>
                  <a:pt x="0" y="0"/>
                </a:lnTo>
                <a:lnTo>
                  <a:pt x="0" y="1259113"/>
                </a:lnTo>
                <a:lnTo>
                  <a:pt x="4325794" y="1259113"/>
                </a:lnTo>
                <a:lnTo>
                  <a:pt x="4325794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762012" y="9051341"/>
            <a:ext cx="1978651" cy="74507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00" spc="80" dirty="0">
                <a:latin typeface="Montserrat Medium" pitchFamily="2" charset="-52"/>
                <a:cs typeface="Verdana"/>
              </a:rPr>
              <a:t>Лечебное</a:t>
            </a:r>
            <a:r>
              <a:rPr sz="1700" spc="-135" dirty="0">
                <a:latin typeface="Montserrat Medium" pitchFamily="2" charset="-52"/>
                <a:cs typeface="Verdana"/>
              </a:rPr>
              <a:t> </a:t>
            </a:r>
            <a:r>
              <a:rPr sz="1700" spc="85" dirty="0">
                <a:latin typeface="Montserrat Medium" pitchFamily="2" charset="-52"/>
                <a:cs typeface="Verdana"/>
              </a:rPr>
              <a:t>д</a:t>
            </a:r>
            <a:r>
              <a:rPr sz="1700" spc="60" dirty="0">
                <a:latin typeface="Montserrat Medium" pitchFamily="2" charset="-52"/>
                <a:cs typeface="Verdana"/>
              </a:rPr>
              <a:t>е</a:t>
            </a:r>
            <a:r>
              <a:rPr sz="1700" spc="65" dirty="0">
                <a:latin typeface="Montserrat Medium" pitchFamily="2" charset="-52"/>
                <a:cs typeface="Verdana"/>
              </a:rPr>
              <a:t>ло</a:t>
            </a:r>
            <a:endParaRPr sz="1700" dirty="0">
              <a:latin typeface="Montserrat Medium" pitchFamily="2" charset="-52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85"/>
              </a:spcBef>
            </a:pPr>
            <a:r>
              <a:rPr sz="1700" spc="75" dirty="0">
                <a:latin typeface="Montserrat Medium" pitchFamily="2" charset="-52"/>
                <a:cs typeface="Verdana"/>
              </a:rPr>
              <a:t>Педиатрия</a:t>
            </a:r>
            <a:endParaRPr sz="1700" dirty="0">
              <a:latin typeface="Montserrat Medium" pitchFamily="2" charset="-52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219397" y="7792136"/>
            <a:ext cx="1592580" cy="486415"/>
          </a:xfrm>
          <a:prstGeom prst="rect">
            <a:avLst/>
          </a:prstGeom>
        </p:spPr>
        <p:txBody>
          <a:bodyPr vert="horz" wrap="square" lIns="0" tIns="11430" rIns="0" bIns="0" rtlCol="0" anchor="ctr">
            <a:spAutoFit/>
          </a:bodyPr>
          <a:lstStyle/>
          <a:p>
            <a:pPr marL="12700" marR="5080">
              <a:lnSpc>
                <a:spcPct val="102400"/>
              </a:lnSpc>
              <a:spcBef>
                <a:spcPts val="90"/>
              </a:spcBef>
            </a:pPr>
            <a:r>
              <a:rPr sz="1550" b="1" dirty="0">
                <a:solidFill>
                  <a:srgbClr val="FFFFFF"/>
                </a:solidFill>
                <a:latin typeface="Montserrat" pitchFamily="2" charset="-52"/>
                <a:cs typeface="Verdana"/>
              </a:rPr>
              <a:t>Медицинский  институт</a:t>
            </a:r>
            <a:endParaRPr sz="1550" b="1" dirty="0">
              <a:latin typeface="Montserrat" pitchFamily="2" charset="-52"/>
              <a:cs typeface="Verdan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987189" y="7609695"/>
            <a:ext cx="955040" cy="845819"/>
          </a:xfrm>
          <a:custGeom>
            <a:avLst/>
            <a:gdLst/>
            <a:ahLst/>
            <a:cxnLst/>
            <a:rect l="l" t="t" r="r" b="b"/>
            <a:pathLst>
              <a:path w="955039" h="845820">
                <a:moveTo>
                  <a:pt x="899541" y="547306"/>
                </a:moveTo>
                <a:lnTo>
                  <a:pt x="874509" y="547306"/>
                </a:lnTo>
                <a:lnTo>
                  <a:pt x="874509" y="572706"/>
                </a:lnTo>
                <a:lnTo>
                  <a:pt x="874509" y="632396"/>
                </a:lnTo>
                <a:lnTo>
                  <a:pt x="782116" y="632396"/>
                </a:lnTo>
                <a:lnTo>
                  <a:pt x="782116" y="657796"/>
                </a:lnTo>
                <a:lnTo>
                  <a:pt x="782116" y="731456"/>
                </a:lnTo>
                <a:lnTo>
                  <a:pt x="727151" y="731456"/>
                </a:lnTo>
                <a:lnTo>
                  <a:pt x="727151" y="657796"/>
                </a:lnTo>
                <a:lnTo>
                  <a:pt x="727151" y="632396"/>
                </a:lnTo>
                <a:lnTo>
                  <a:pt x="634746" y="632396"/>
                </a:lnTo>
                <a:lnTo>
                  <a:pt x="634746" y="572706"/>
                </a:lnTo>
                <a:lnTo>
                  <a:pt x="727151" y="572706"/>
                </a:lnTo>
                <a:lnTo>
                  <a:pt x="727151" y="547306"/>
                </a:lnTo>
                <a:lnTo>
                  <a:pt x="727151" y="473646"/>
                </a:lnTo>
                <a:lnTo>
                  <a:pt x="782116" y="473646"/>
                </a:lnTo>
                <a:lnTo>
                  <a:pt x="782116" y="547306"/>
                </a:lnTo>
                <a:lnTo>
                  <a:pt x="782116" y="572706"/>
                </a:lnTo>
                <a:lnTo>
                  <a:pt x="874509" y="572706"/>
                </a:lnTo>
                <a:lnTo>
                  <a:pt x="874509" y="547306"/>
                </a:lnTo>
                <a:lnTo>
                  <a:pt x="807135" y="547306"/>
                </a:lnTo>
                <a:lnTo>
                  <a:pt x="807135" y="473646"/>
                </a:lnTo>
                <a:lnTo>
                  <a:pt x="807135" y="449516"/>
                </a:lnTo>
                <a:lnTo>
                  <a:pt x="702132" y="449516"/>
                </a:lnTo>
                <a:lnTo>
                  <a:pt x="702132" y="473646"/>
                </a:lnTo>
                <a:lnTo>
                  <a:pt x="702132" y="547306"/>
                </a:lnTo>
                <a:lnTo>
                  <a:pt x="609727" y="547306"/>
                </a:lnTo>
                <a:lnTo>
                  <a:pt x="609727" y="572706"/>
                </a:lnTo>
                <a:lnTo>
                  <a:pt x="609727" y="632396"/>
                </a:lnTo>
                <a:lnTo>
                  <a:pt x="609727" y="657796"/>
                </a:lnTo>
                <a:lnTo>
                  <a:pt x="702132" y="657796"/>
                </a:lnTo>
                <a:lnTo>
                  <a:pt x="702132" y="731456"/>
                </a:lnTo>
                <a:lnTo>
                  <a:pt x="702132" y="756856"/>
                </a:lnTo>
                <a:lnTo>
                  <a:pt x="807135" y="756856"/>
                </a:lnTo>
                <a:lnTo>
                  <a:pt x="807135" y="731456"/>
                </a:lnTo>
                <a:lnTo>
                  <a:pt x="807135" y="657796"/>
                </a:lnTo>
                <a:lnTo>
                  <a:pt x="899541" y="657796"/>
                </a:lnTo>
                <a:lnTo>
                  <a:pt x="899541" y="632396"/>
                </a:lnTo>
                <a:lnTo>
                  <a:pt x="899541" y="572706"/>
                </a:lnTo>
                <a:lnTo>
                  <a:pt x="899541" y="547306"/>
                </a:lnTo>
                <a:close/>
              </a:path>
              <a:path w="955039" h="845820">
                <a:moveTo>
                  <a:pt x="954760" y="601332"/>
                </a:moveTo>
                <a:lnTo>
                  <a:pt x="950264" y="558241"/>
                </a:lnTo>
                <a:lnTo>
                  <a:pt x="937729" y="517283"/>
                </a:lnTo>
                <a:lnTo>
                  <a:pt x="929754" y="502361"/>
                </a:lnTo>
                <a:lnTo>
                  <a:pt x="929754" y="601497"/>
                </a:lnTo>
                <a:lnTo>
                  <a:pt x="923823" y="651357"/>
                </a:lnTo>
                <a:lnTo>
                  <a:pt x="906449" y="696277"/>
                </a:lnTo>
                <a:lnTo>
                  <a:pt x="879297" y="734453"/>
                </a:lnTo>
                <a:lnTo>
                  <a:pt x="844042" y="764070"/>
                </a:lnTo>
                <a:lnTo>
                  <a:pt x="802360" y="783323"/>
                </a:lnTo>
                <a:lnTo>
                  <a:pt x="755891" y="790384"/>
                </a:lnTo>
                <a:lnTo>
                  <a:pt x="721728" y="787158"/>
                </a:lnTo>
                <a:lnTo>
                  <a:pt x="658977" y="759891"/>
                </a:lnTo>
                <a:lnTo>
                  <a:pt x="622985" y="725017"/>
                </a:lnTo>
                <a:lnTo>
                  <a:pt x="593382" y="676021"/>
                </a:lnTo>
                <a:lnTo>
                  <a:pt x="579564" y="604177"/>
                </a:lnTo>
                <a:lnTo>
                  <a:pt x="585508" y="554329"/>
                </a:lnTo>
                <a:lnTo>
                  <a:pt x="602894" y="509409"/>
                </a:lnTo>
                <a:lnTo>
                  <a:pt x="630047" y="471233"/>
                </a:lnTo>
                <a:lnTo>
                  <a:pt x="665302" y="441629"/>
                </a:lnTo>
                <a:lnTo>
                  <a:pt x="706983" y="422389"/>
                </a:lnTo>
                <a:lnTo>
                  <a:pt x="753440" y="415328"/>
                </a:lnTo>
                <a:lnTo>
                  <a:pt x="786295" y="418388"/>
                </a:lnTo>
                <a:lnTo>
                  <a:pt x="846874" y="443496"/>
                </a:lnTo>
                <a:lnTo>
                  <a:pt x="896975" y="493814"/>
                </a:lnTo>
                <a:lnTo>
                  <a:pt x="925766" y="563295"/>
                </a:lnTo>
                <a:lnTo>
                  <a:pt x="929754" y="601497"/>
                </a:lnTo>
                <a:lnTo>
                  <a:pt x="929754" y="502361"/>
                </a:lnTo>
                <a:lnTo>
                  <a:pt x="890727" y="447116"/>
                </a:lnTo>
                <a:lnTo>
                  <a:pt x="869886" y="429450"/>
                </a:lnTo>
                <a:lnTo>
                  <a:pt x="881405" y="415328"/>
                </a:lnTo>
                <a:lnTo>
                  <a:pt x="913041" y="363867"/>
                </a:lnTo>
                <a:lnTo>
                  <a:pt x="928916" y="318592"/>
                </a:lnTo>
                <a:lnTo>
                  <a:pt x="935951" y="275704"/>
                </a:lnTo>
                <a:lnTo>
                  <a:pt x="936828" y="253733"/>
                </a:lnTo>
                <a:lnTo>
                  <a:pt x="932256" y="204076"/>
                </a:lnTo>
                <a:lnTo>
                  <a:pt x="918819" y="156984"/>
                </a:lnTo>
                <a:lnTo>
                  <a:pt x="899299" y="118173"/>
                </a:lnTo>
                <a:lnTo>
                  <a:pt x="899299" y="253733"/>
                </a:lnTo>
                <a:lnTo>
                  <a:pt x="898537" y="272630"/>
                </a:lnTo>
                <a:lnTo>
                  <a:pt x="887285" y="327266"/>
                </a:lnTo>
                <a:lnTo>
                  <a:pt x="867689" y="369671"/>
                </a:lnTo>
                <a:lnTo>
                  <a:pt x="839914" y="406666"/>
                </a:lnTo>
                <a:lnTo>
                  <a:pt x="839558" y="407060"/>
                </a:lnTo>
                <a:lnTo>
                  <a:pt x="838822" y="407936"/>
                </a:lnTo>
                <a:lnTo>
                  <a:pt x="837247" y="409613"/>
                </a:lnTo>
                <a:lnTo>
                  <a:pt x="817194" y="401294"/>
                </a:lnTo>
                <a:lnTo>
                  <a:pt x="796442" y="395249"/>
                </a:lnTo>
                <a:lnTo>
                  <a:pt x="775068" y="391566"/>
                </a:lnTo>
                <a:lnTo>
                  <a:pt x="753237" y="390309"/>
                </a:lnTo>
                <a:lnTo>
                  <a:pt x="707453" y="396265"/>
                </a:lnTo>
                <a:lnTo>
                  <a:pt x="665467" y="412597"/>
                </a:lnTo>
                <a:lnTo>
                  <a:pt x="628484" y="437984"/>
                </a:lnTo>
                <a:lnTo>
                  <a:pt x="597687" y="471157"/>
                </a:lnTo>
                <a:lnTo>
                  <a:pt x="574306" y="510794"/>
                </a:lnTo>
                <a:lnTo>
                  <a:pt x="559523" y="555625"/>
                </a:lnTo>
                <a:lnTo>
                  <a:pt x="554545" y="604329"/>
                </a:lnTo>
                <a:lnTo>
                  <a:pt x="555828" y="626706"/>
                </a:lnTo>
                <a:lnTo>
                  <a:pt x="559269" y="648563"/>
                </a:lnTo>
                <a:lnTo>
                  <a:pt x="564807" y="669759"/>
                </a:lnTo>
                <a:lnTo>
                  <a:pt x="572363" y="690206"/>
                </a:lnTo>
                <a:lnTo>
                  <a:pt x="469011" y="799655"/>
                </a:lnTo>
                <a:lnTo>
                  <a:pt x="111836" y="421309"/>
                </a:lnTo>
                <a:lnTo>
                  <a:pt x="109359" y="418934"/>
                </a:lnTo>
                <a:lnTo>
                  <a:pt x="103416" y="413334"/>
                </a:lnTo>
                <a:lnTo>
                  <a:pt x="97624" y="407441"/>
                </a:lnTo>
                <a:lnTo>
                  <a:pt x="64770" y="362051"/>
                </a:lnTo>
                <a:lnTo>
                  <a:pt x="49047" y="325729"/>
                </a:lnTo>
                <a:lnTo>
                  <a:pt x="38265" y="272186"/>
                </a:lnTo>
                <a:lnTo>
                  <a:pt x="37541" y="253733"/>
                </a:lnTo>
                <a:lnTo>
                  <a:pt x="41440" y="211150"/>
                </a:lnTo>
                <a:lnTo>
                  <a:pt x="52908" y="170789"/>
                </a:lnTo>
                <a:lnTo>
                  <a:pt x="71577" y="133604"/>
                </a:lnTo>
                <a:lnTo>
                  <a:pt x="97091" y="100520"/>
                </a:lnTo>
                <a:lnTo>
                  <a:pt x="127800" y="73571"/>
                </a:lnTo>
                <a:lnTo>
                  <a:pt x="162267" y="53835"/>
                </a:lnTo>
                <a:lnTo>
                  <a:pt x="199656" y="41694"/>
                </a:lnTo>
                <a:lnTo>
                  <a:pt x="239052" y="37541"/>
                </a:lnTo>
                <a:lnTo>
                  <a:pt x="285140" y="43332"/>
                </a:lnTo>
                <a:lnTo>
                  <a:pt x="328079" y="59982"/>
                </a:lnTo>
                <a:lnTo>
                  <a:pt x="366318" y="86423"/>
                </a:lnTo>
                <a:lnTo>
                  <a:pt x="398297" y="121564"/>
                </a:lnTo>
                <a:lnTo>
                  <a:pt x="422465" y="164338"/>
                </a:lnTo>
                <a:lnTo>
                  <a:pt x="430276" y="177165"/>
                </a:lnTo>
                <a:lnTo>
                  <a:pt x="441058" y="186969"/>
                </a:lnTo>
                <a:lnTo>
                  <a:pt x="454025" y="193230"/>
                </a:lnTo>
                <a:lnTo>
                  <a:pt x="468426" y="195440"/>
                </a:lnTo>
                <a:lnTo>
                  <a:pt x="482828" y="193230"/>
                </a:lnTo>
                <a:lnTo>
                  <a:pt x="514350" y="164299"/>
                </a:lnTo>
                <a:lnTo>
                  <a:pt x="538518" y="121551"/>
                </a:lnTo>
                <a:lnTo>
                  <a:pt x="570509" y="86410"/>
                </a:lnTo>
                <a:lnTo>
                  <a:pt x="608761" y="59982"/>
                </a:lnTo>
                <a:lnTo>
                  <a:pt x="651713" y="43332"/>
                </a:lnTo>
                <a:lnTo>
                  <a:pt x="697776" y="37541"/>
                </a:lnTo>
                <a:lnTo>
                  <a:pt x="737196" y="41694"/>
                </a:lnTo>
                <a:lnTo>
                  <a:pt x="774585" y="53835"/>
                </a:lnTo>
                <a:lnTo>
                  <a:pt x="809078" y="73583"/>
                </a:lnTo>
                <a:lnTo>
                  <a:pt x="839787" y="100533"/>
                </a:lnTo>
                <a:lnTo>
                  <a:pt x="865276" y="133616"/>
                </a:lnTo>
                <a:lnTo>
                  <a:pt x="883932" y="170815"/>
                </a:lnTo>
                <a:lnTo>
                  <a:pt x="895388" y="211175"/>
                </a:lnTo>
                <a:lnTo>
                  <a:pt x="899299" y="253733"/>
                </a:lnTo>
                <a:lnTo>
                  <a:pt x="899299" y="118173"/>
                </a:lnTo>
                <a:lnTo>
                  <a:pt x="896975" y="113550"/>
                </a:lnTo>
                <a:lnTo>
                  <a:pt x="867143" y="74866"/>
                </a:lnTo>
                <a:lnTo>
                  <a:pt x="830618" y="42837"/>
                </a:lnTo>
                <a:lnTo>
                  <a:pt x="821334" y="37541"/>
                </a:lnTo>
                <a:lnTo>
                  <a:pt x="789533" y="19380"/>
                </a:lnTo>
                <a:lnTo>
                  <a:pt x="744918" y="4940"/>
                </a:lnTo>
                <a:lnTo>
                  <a:pt x="697814" y="0"/>
                </a:lnTo>
                <a:lnTo>
                  <a:pt x="651852" y="4762"/>
                </a:lnTo>
                <a:lnTo>
                  <a:pt x="608304" y="18580"/>
                </a:lnTo>
                <a:lnTo>
                  <a:pt x="568261" y="40716"/>
                </a:lnTo>
                <a:lnTo>
                  <a:pt x="532777" y="70408"/>
                </a:lnTo>
                <a:lnTo>
                  <a:pt x="502932" y="106946"/>
                </a:lnTo>
                <a:lnTo>
                  <a:pt x="479806" y="149567"/>
                </a:lnTo>
                <a:lnTo>
                  <a:pt x="477647" y="154635"/>
                </a:lnTo>
                <a:lnTo>
                  <a:pt x="473189" y="157924"/>
                </a:lnTo>
                <a:lnTo>
                  <a:pt x="463626" y="157924"/>
                </a:lnTo>
                <a:lnTo>
                  <a:pt x="459143" y="154622"/>
                </a:lnTo>
                <a:lnTo>
                  <a:pt x="456984" y="149567"/>
                </a:lnTo>
                <a:lnTo>
                  <a:pt x="433870" y="106946"/>
                </a:lnTo>
                <a:lnTo>
                  <a:pt x="404050" y="70408"/>
                </a:lnTo>
                <a:lnTo>
                  <a:pt x="368566" y="40716"/>
                </a:lnTo>
                <a:lnTo>
                  <a:pt x="328523" y="18580"/>
                </a:lnTo>
                <a:lnTo>
                  <a:pt x="284988" y="4762"/>
                </a:lnTo>
                <a:lnTo>
                  <a:pt x="239026" y="0"/>
                </a:lnTo>
                <a:lnTo>
                  <a:pt x="191922" y="4940"/>
                </a:lnTo>
                <a:lnTo>
                  <a:pt x="147307" y="19380"/>
                </a:lnTo>
                <a:lnTo>
                  <a:pt x="106210" y="42837"/>
                </a:lnTo>
                <a:lnTo>
                  <a:pt x="69684" y="74866"/>
                </a:lnTo>
                <a:lnTo>
                  <a:pt x="39827" y="113576"/>
                </a:lnTo>
                <a:lnTo>
                  <a:pt x="17983" y="157022"/>
                </a:lnTo>
                <a:lnTo>
                  <a:pt x="4572" y="204114"/>
                </a:lnTo>
                <a:lnTo>
                  <a:pt x="0" y="253733"/>
                </a:lnTo>
                <a:lnTo>
                  <a:pt x="850" y="275196"/>
                </a:lnTo>
                <a:lnTo>
                  <a:pt x="7581" y="317169"/>
                </a:lnTo>
                <a:lnTo>
                  <a:pt x="21691" y="359232"/>
                </a:lnTo>
                <a:lnTo>
                  <a:pt x="43738" y="399783"/>
                </a:lnTo>
                <a:lnTo>
                  <a:pt x="70307" y="433184"/>
                </a:lnTo>
                <a:lnTo>
                  <a:pt x="83731" y="446366"/>
                </a:lnTo>
                <a:lnTo>
                  <a:pt x="417398" y="799655"/>
                </a:lnTo>
                <a:lnTo>
                  <a:pt x="458914" y="843635"/>
                </a:lnTo>
                <a:lnTo>
                  <a:pt x="463867" y="845769"/>
                </a:lnTo>
                <a:lnTo>
                  <a:pt x="474192" y="845769"/>
                </a:lnTo>
                <a:lnTo>
                  <a:pt x="479132" y="843635"/>
                </a:lnTo>
                <a:lnTo>
                  <a:pt x="520636" y="799655"/>
                </a:lnTo>
                <a:lnTo>
                  <a:pt x="591108" y="725017"/>
                </a:lnTo>
                <a:lnTo>
                  <a:pt x="644423" y="780262"/>
                </a:lnTo>
                <a:lnTo>
                  <a:pt x="678573" y="799553"/>
                </a:lnTo>
                <a:lnTo>
                  <a:pt x="715568" y="811390"/>
                </a:lnTo>
                <a:lnTo>
                  <a:pt x="754557" y="815416"/>
                </a:lnTo>
                <a:lnTo>
                  <a:pt x="756094" y="815416"/>
                </a:lnTo>
                <a:lnTo>
                  <a:pt x="801890" y="809447"/>
                </a:lnTo>
                <a:lnTo>
                  <a:pt x="843876" y="793115"/>
                </a:lnTo>
                <a:lnTo>
                  <a:pt x="847852" y="790384"/>
                </a:lnTo>
                <a:lnTo>
                  <a:pt x="880872" y="767715"/>
                </a:lnTo>
                <a:lnTo>
                  <a:pt x="911656" y="734529"/>
                </a:lnTo>
                <a:lnTo>
                  <a:pt x="935037" y="694880"/>
                </a:lnTo>
                <a:lnTo>
                  <a:pt x="949807" y="650049"/>
                </a:lnTo>
                <a:lnTo>
                  <a:pt x="954760" y="6013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325794" y="1837410"/>
            <a:ext cx="4563110" cy="1259205"/>
          </a:xfrm>
          <a:custGeom>
            <a:avLst/>
            <a:gdLst/>
            <a:ahLst/>
            <a:cxnLst/>
            <a:rect l="l" t="t" r="r" b="b"/>
            <a:pathLst>
              <a:path w="4563109" h="1259205">
                <a:moveTo>
                  <a:pt x="4562782" y="0"/>
                </a:moveTo>
                <a:lnTo>
                  <a:pt x="0" y="0"/>
                </a:lnTo>
                <a:lnTo>
                  <a:pt x="0" y="1259123"/>
                </a:lnTo>
                <a:lnTo>
                  <a:pt x="4562782" y="1259123"/>
                </a:lnTo>
                <a:lnTo>
                  <a:pt x="456278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4699350" y="3438514"/>
            <a:ext cx="3928103" cy="283218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ts val="1925"/>
              </a:lnSpc>
              <a:spcBef>
                <a:spcPts val="130"/>
              </a:spcBef>
            </a:pPr>
            <a:r>
              <a:rPr sz="1700" spc="40" dirty="0">
                <a:latin typeface="Montserrat Medium" pitchFamily="2" charset="-52"/>
                <a:cs typeface="Verdana"/>
              </a:rPr>
              <a:t>Государственное</a:t>
            </a:r>
            <a:endParaRPr sz="1700" dirty="0">
              <a:latin typeface="Montserrat Medium" pitchFamily="2" charset="-52"/>
              <a:cs typeface="Verdana"/>
            </a:endParaRPr>
          </a:p>
          <a:p>
            <a:pPr marL="12700">
              <a:lnSpc>
                <a:spcPts val="1925"/>
              </a:lnSpc>
            </a:pPr>
            <a:r>
              <a:rPr sz="1700" spc="110" dirty="0">
                <a:latin typeface="Montserrat Medium" pitchFamily="2" charset="-52"/>
                <a:cs typeface="Verdana"/>
              </a:rPr>
              <a:t>и</a:t>
            </a:r>
            <a:r>
              <a:rPr sz="1700" spc="-135" dirty="0">
                <a:latin typeface="Montserrat Medium" pitchFamily="2" charset="-52"/>
                <a:cs typeface="Verdana"/>
              </a:rPr>
              <a:t> </a:t>
            </a:r>
            <a:r>
              <a:rPr sz="1700" spc="75" dirty="0">
                <a:latin typeface="Montserrat Medium" pitchFamily="2" charset="-52"/>
                <a:cs typeface="Verdana"/>
              </a:rPr>
              <a:t>муниципальное</a:t>
            </a:r>
            <a:r>
              <a:rPr sz="1700" spc="-135" dirty="0">
                <a:latin typeface="Montserrat Medium" pitchFamily="2" charset="-52"/>
                <a:cs typeface="Verdana"/>
              </a:rPr>
              <a:t> </a:t>
            </a:r>
            <a:r>
              <a:rPr sz="1700" spc="65" dirty="0">
                <a:latin typeface="Montserrat Medium" pitchFamily="2" charset="-52"/>
                <a:cs typeface="Verdana"/>
              </a:rPr>
              <a:t>уп</a:t>
            </a:r>
            <a:r>
              <a:rPr sz="1700" spc="55" dirty="0">
                <a:latin typeface="Montserrat Medium" pitchFamily="2" charset="-52"/>
                <a:cs typeface="Verdana"/>
              </a:rPr>
              <a:t>р</a:t>
            </a:r>
            <a:r>
              <a:rPr sz="1700" spc="65" dirty="0">
                <a:latin typeface="Montserrat Medium" pitchFamily="2" charset="-52"/>
                <a:cs typeface="Verdana"/>
              </a:rPr>
              <a:t>авление</a:t>
            </a:r>
            <a:endParaRPr sz="1700" dirty="0">
              <a:latin typeface="Montserrat Medium" pitchFamily="2" charset="-52"/>
              <a:cs typeface="Verdana"/>
            </a:endParaRPr>
          </a:p>
          <a:p>
            <a:pPr marL="12700" marR="640715">
              <a:lnSpc>
                <a:spcPct val="177800"/>
              </a:lnSpc>
            </a:pPr>
            <a:r>
              <a:rPr lang="ru-RU" sz="1700" spc="100" dirty="0" smtClean="0">
                <a:latin typeface="Montserrat Medium" pitchFamily="2" charset="-52"/>
                <a:cs typeface="Verdana"/>
              </a:rPr>
              <a:t>Менеджмент</a:t>
            </a:r>
            <a:r>
              <a:rPr lang="ru-RU" sz="1700" spc="100" dirty="0">
                <a:latin typeface="Montserrat Medium" pitchFamily="2" charset="-52"/>
                <a:cs typeface="Verdana"/>
              </a:rPr>
              <a:t/>
            </a:r>
            <a:br>
              <a:rPr lang="ru-RU" sz="1700" spc="100" dirty="0">
                <a:latin typeface="Montserrat Medium" pitchFamily="2" charset="-52"/>
                <a:cs typeface="Verdana"/>
              </a:rPr>
            </a:br>
            <a:r>
              <a:rPr lang="ru-RU" sz="1700" spc="85" dirty="0" smtClean="0">
                <a:latin typeface="Montserrat Medium" pitchFamily="2" charset="-52"/>
                <a:cs typeface="Verdana"/>
              </a:rPr>
              <a:t>Управление</a:t>
            </a:r>
            <a:r>
              <a:rPr sz="1700" spc="-135" dirty="0" smtClean="0">
                <a:latin typeface="Montserrat Medium" pitchFamily="2" charset="-52"/>
                <a:cs typeface="Verdana"/>
              </a:rPr>
              <a:t> </a:t>
            </a:r>
            <a:r>
              <a:rPr sz="1700" spc="95" dirty="0">
                <a:latin typeface="Montserrat Medium" pitchFamily="2" charset="-52"/>
                <a:cs typeface="Verdana"/>
              </a:rPr>
              <a:t>пер</a:t>
            </a:r>
            <a:r>
              <a:rPr sz="1700" spc="65" dirty="0">
                <a:latin typeface="Montserrat Medium" pitchFamily="2" charset="-52"/>
                <a:cs typeface="Verdana"/>
              </a:rPr>
              <a:t>с</a:t>
            </a:r>
            <a:r>
              <a:rPr sz="1700" spc="70" dirty="0">
                <a:latin typeface="Montserrat Medium" pitchFamily="2" charset="-52"/>
                <a:cs typeface="Verdana"/>
              </a:rPr>
              <a:t>оналом  </a:t>
            </a:r>
            <a:r>
              <a:rPr sz="1700" spc="65" dirty="0">
                <a:latin typeface="Montserrat Medium" pitchFamily="2" charset="-52"/>
                <a:cs typeface="Verdana"/>
              </a:rPr>
              <a:t>Экономика</a:t>
            </a:r>
            <a:endParaRPr sz="1700" dirty="0">
              <a:latin typeface="Montserrat Medium" pitchFamily="2" charset="-52"/>
              <a:cs typeface="Verdana"/>
            </a:endParaRPr>
          </a:p>
          <a:p>
            <a:pPr marL="12700" marR="78740">
              <a:lnSpc>
                <a:spcPct val="177800"/>
              </a:lnSpc>
            </a:pPr>
            <a:r>
              <a:rPr sz="1700" spc="30" dirty="0">
                <a:latin typeface="Montserrat Medium" pitchFamily="2" charset="-52"/>
                <a:cs typeface="Verdana"/>
              </a:rPr>
              <a:t>Э</a:t>
            </a:r>
            <a:r>
              <a:rPr sz="1700" spc="-10" dirty="0">
                <a:latin typeface="Montserrat Medium" pitchFamily="2" charset="-52"/>
                <a:cs typeface="Verdana"/>
              </a:rPr>
              <a:t>к</a:t>
            </a:r>
            <a:r>
              <a:rPr sz="1700" spc="85" dirty="0">
                <a:latin typeface="Montserrat Medium" pitchFamily="2" charset="-52"/>
                <a:cs typeface="Verdana"/>
              </a:rPr>
              <a:t>ономичес</a:t>
            </a:r>
            <a:r>
              <a:rPr sz="1700" spc="60" dirty="0">
                <a:latin typeface="Montserrat Medium" pitchFamily="2" charset="-52"/>
                <a:cs typeface="Verdana"/>
              </a:rPr>
              <a:t>к</a:t>
            </a:r>
            <a:r>
              <a:rPr sz="1700" spc="15" dirty="0">
                <a:latin typeface="Montserrat Medium" pitchFamily="2" charset="-52"/>
                <a:cs typeface="Verdana"/>
              </a:rPr>
              <a:t>ая</a:t>
            </a:r>
            <a:r>
              <a:rPr sz="1700" spc="-135" dirty="0">
                <a:latin typeface="Montserrat Medium" pitchFamily="2" charset="-52"/>
                <a:cs typeface="Verdana"/>
              </a:rPr>
              <a:t> </a:t>
            </a:r>
            <a:r>
              <a:rPr sz="1700" spc="85" dirty="0">
                <a:latin typeface="Montserrat Medium" pitchFamily="2" charset="-52"/>
                <a:cs typeface="Verdana"/>
              </a:rPr>
              <a:t>б</a:t>
            </a:r>
            <a:r>
              <a:rPr sz="1700" spc="60" dirty="0">
                <a:latin typeface="Montserrat Medium" pitchFamily="2" charset="-52"/>
                <a:cs typeface="Verdana"/>
              </a:rPr>
              <a:t>е</a:t>
            </a:r>
            <a:r>
              <a:rPr sz="1700" spc="65" dirty="0">
                <a:latin typeface="Montserrat Medium" pitchFamily="2" charset="-52"/>
                <a:cs typeface="Verdana"/>
              </a:rPr>
              <a:t>зопасно</a:t>
            </a:r>
            <a:r>
              <a:rPr sz="1700" spc="45" dirty="0">
                <a:latin typeface="Montserrat Medium" pitchFamily="2" charset="-52"/>
                <a:cs typeface="Verdana"/>
              </a:rPr>
              <a:t>с</a:t>
            </a:r>
            <a:r>
              <a:rPr sz="1700" spc="10" dirty="0">
                <a:latin typeface="Montserrat Medium" pitchFamily="2" charset="-52"/>
                <a:cs typeface="Verdana"/>
              </a:rPr>
              <a:t>ть  </a:t>
            </a:r>
            <a:r>
              <a:rPr sz="1700" spc="55" dirty="0">
                <a:latin typeface="Montserrat Medium" pitchFamily="2" charset="-52"/>
                <a:cs typeface="Verdana"/>
              </a:rPr>
              <a:t>Бизнес-информатика</a:t>
            </a:r>
            <a:endParaRPr sz="1700" dirty="0">
              <a:latin typeface="Montserrat Medium" pitchFamily="2" charset="-52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015110" y="2238504"/>
            <a:ext cx="2548053" cy="510909"/>
          </a:xfrm>
          <a:prstGeom prst="rect">
            <a:avLst/>
          </a:prstGeom>
        </p:spPr>
        <p:txBody>
          <a:bodyPr vert="horz" wrap="square" lIns="0" tIns="11430" rIns="0" bIns="0" rtlCol="0" anchor="ctr">
            <a:spAutoFit/>
          </a:bodyPr>
          <a:lstStyle/>
          <a:p>
            <a:pPr marL="12700" marR="5080">
              <a:lnSpc>
                <a:spcPct val="102400"/>
              </a:lnSpc>
              <a:spcBef>
                <a:spcPts val="90"/>
              </a:spcBef>
            </a:pPr>
            <a:r>
              <a:rPr lang="ru-RU" sz="1550" b="1" dirty="0" smtClean="0">
                <a:solidFill>
                  <a:srgbClr val="FFFFFF"/>
                </a:solidFill>
                <a:latin typeface="Montserrat" pitchFamily="2" charset="-52"/>
                <a:cs typeface="Verdana"/>
              </a:rPr>
              <a:t>Институт экономики</a:t>
            </a:r>
            <a:endParaRPr lang="ru-RU" sz="1550" b="1" dirty="0">
              <a:solidFill>
                <a:srgbClr val="FFFFFF"/>
              </a:solidFill>
              <a:latin typeface="Montserrat" pitchFamily="2" charset="-52"/>
              <a:cs typeface="Verdana"/>
            </a:endParaRPr>
          </a:p>
          <a:p>
            <a:pPr marL="12700" marR="5080">
              <a:lnSpc>
                <a:spcPct val="102400"/>
              </a:lnSpc>
              <a:spcBef>
                <a:spcPts val="90"/>
              </a:spcBef>
            </a:pPr>
            <a:r>
              <a:rPr sz="1550" b="1" dirty="0">
                <a:solidFill>
                  <a:srgbClr val="FFFFFF"/>
                </a:solidFill>
                <a:latin typeface="Montserrat" pitchFamily="2" charset="-52"/>
                <a:cs typeface="Verdana"/>
              </a:rPr>
              <a:t>и управления</a:t>
            </a:r>
            <a:endParaRPr sz="1550" b="1" dirty="0">
              <a:latin typeface="Montserrat" pitchFamily="2" charset="-52"/>
              <a:cs typeface="Verdana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4613073" y="1837410"/>
            <a:ext cx="5491480" cy="1259205"/>
          </a:xfrm>
          <a:custGeom>
            <a:avLst/>
            <a:gdLst/>
            <a:ahLst/>
            <a:cxnLst/>
            <a:rect l="l" t="t" r="r" b="b"/>
            <a:pathLst>
              <a:path w="5491480" h="1259205">
                <a:moveTo>
                  <a:pt x="5491026" y="0"/>
                </a:moveTo>
                <a:lnTo>
                  <a:pt x="0" y="0"/>
                </a:lnTo>
                <a:lnTo>
                  <a:pt x="0" y="1259123"/>
                </a:lnTo>
                <a:lnTo>
                  <a:pt x="5491026" y="1259123"/>
                </a:lnTo>
                <a:lnTo>
                  <a:pt x="549102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850659" y="2021664"/>
            <a:ext cx="914400" cy="928369"/>
          </a:xfrm>
          <a:custGeom>
            <a:avLst/>
            <a:gdLst/>
            <a:ahLst/>
            <a:cxnLst/>
            <a:rect l="l" t="t" r="r" b="b"/>
            <a:pathLst>
              <a:path w="914400" h="928369">
                <a:moveTo>
                  <a:pt x="103703" y="0"/>
                </a:moveTo>
                <a:lnTo>
                  <a:pt x="80026" y="5080"/>
                </a:lnTo>
                <a:lnTo>
                  <a:pt x="60677" y="17780"/>
                </a:lnTo>
                <a:lnTo>
                  <a:pt x="47624" y="38100"/>
                </a:lnTo>
                <a:lnTo>
                  <a:pt x="42836" y="60960"/>
                </a:lnTo>
                <a:lnTo>
                  <a:pt x="42836" y="763270"/>
                </a:lnTo>
                <a:lnTo>
                  <a:pt x="25324" y="777240"/>
                </a:lnTo>
                <a:lnTo>
                  <a:pt x="11801" y="795020"/>
                </a:lnTo>
                <a:lnTo>
                  <a:pt x="3087" y="816610"/>
                </a:lnTo>
                <a:lnTo>
                  <a:pt x="0" y="839470"/>
                </a:lnTo>
                <a:lnTo>
                  <a:pt x="7037" y="873760"/>
                </a:lnTo>
                <a:lnTo>
                  <a:pt x="26217" y="902970"/>
                </a:lnTo>
                <a:lnTo>
                  <a:pt x="54638" y="922020"/>
                </a:lnTo>
                <a:lnTo>
                  <a:pt x="89400" y="928370"/>
                </a:lnTo>
                <a:lnTo>
                  <a:pt x="824833" y="928370"/>
                </a:lnTo>
                <a:lnTo>
                  <a:pt x="859601" y="922020"/>
                </a:lnTo>
                <a:lnTo>
                  <a:pt x="888025" y="902970"/>
                </a:lnTo>
                <a:lnTo>
                  <a:pt x="894696" y="892810"/>
                </a:lnTo>
                <a:lnTo>
                  <a:pt x="89400" y="892810"/>
                </a:lnTo>
                <a:lnTo>
                  <a:pt x="68640" y="889000"/>
                </a:lnTo>
                <a:lnTo>
                  <a:pt x="51667" y="877570"/>
                </a:lnTo>
                <a:lnTo>
                  <a:pt x="40212" y="859790"/>
                </a:lnTo>
                <a:lnTo>
                  <a:pt x="36009" y="839470"/>
                </a:lnTo>
                <a:lnTo>
                  <a:pt x="40212" y="819150"/>
                </a:lnTo>
                <a:lnTo>
                  <a:pt x="51667" y="801370"/>
                </a:lnTo>
                <a:lnTo>
                  <a:pt x="68640" y="789940"/>
                </a:lnTo>
                <a:lnTo>
                  <a:pt x="89400" y="786130"/>
                </a:lnTo>
                <a:lnTo>
                  <a:pt x="895823" y="786130"/>
                </a:lnTo>
                <a:lnTo>
                  <a:pt x="884541" y="773430"/>
                </a:lnTo>
                <a:lnTo>
                  <a:pt x="864266" y="759460"/>
                </a:lnTo>
                <a:lnTo>
                  <a:pt x="864266" y="750570"/>
                </a:lnTo>
                <a:lnTo>
                  <a:pt x="78856" y="750570"/>
                </a:lnTo>
                <a:lnTo>
                  <a:pt x="78856" y="60960"/>
                </a:lnTo>
                <a:lnTo>
                  <a:pt x="80809" y="52070"/>
                </a:lnTo>
                <a:lnTo>
                  <a:pt x="86136" y="43180"/>
                </a:lnTo>
                <a:lnTo>
                  <a:pt x="94034" y="38100"/>
                </a:lnTo>
                <a:lnTo>
                  <a:pt x="103703" y="36830"/>
                </a:lnTo>
                <a:lnTo>
                  <a:pt x="158934" y="36830"/>
                </a:lnTo>
                <a:lnTo>
                  <a:pt x="146698" y="17780"/>
                </a:lnTo>
                <a:lnTo>
                  <a:pt x="127358" y="5080"/>
                </a:lnTo>
                <a:lnTo>
                  <a:pt x="103703" y="0"/>
                </a:lnTo>
                <a:close/>
              </a:path>
              <a:path w="914400" h="928369">
                <a:moveTo>
                  <a:pt x="895823" y="786130"/>
                </a:moveTo>
                <a:lnTo>
                  <a:pt x="824833" y="786130"/>
                </a:lnTo>
                <a:lnTo>
                  <a:pt x="845591" y="789940"/>
                </a:lnTo>
                <a:lnTo>
                  <a:pt x="862561" y="801370"/>
                </a:lnTo>
                <a:lnTo>
                  <a:pt x="874012" y="819150"/>
                </a:lnTo>
                <a:lnTo>
                  <a:pt x="878214" y="839470"/>
                </a:lnTo>
                <a:lnTo>
                  <a:pt x="874012" y="859790"/>
                </a:lnTo>
                <a:lnTo>
                  <a:pt x="862561" y="877570"/>
                </a:lnTo>
                <a:lnTo>
                  <a:pt x="845591" y="889000"/>
                </a:lnTo>
                <a:lnTo>
                  <a:pt x="824833" y="892810"/>
                </a:lnTo>
                <a:lnTo>
                  <a:pt x="894696" y="892810"/>
                </a:lnTo>
                <a:lnTo>
                  <a:pt x="907206" y="873760"/>
                </a:lnTo>
                <a:lnTo>
                  <a:pt x="914244" y="839470"/>
                </a:lnTo>
                <a:lnTo>
                  <a:pt x="910590" y="814070"/>
                </a:lnTo>
                <a:lnTo>
                  <a:pt x="900336" y="791210"/>
                </a:lnTo>
                <a:lnTo>
                  <a:pt x="895823" y="786130"/>
                </a:lnTo>
                <a:close/>
              </a:path>
              <a:path w="914400" h="928369">
                <a:moveTo>
                  <a:pt x="158934" y="36830"/>
                </a:moveTo>
                <a:lnTo>
                  <a:pt x="103703" y="36830"/>
                </a:lnTo>
                <a:lnTo>
                  <a:pt x="113354" y="38100"/>
                </a:lnTo>
                <a:lnTo>
                  <a:pt x="121243" y="43180"/>
                </a:lnTo>
                <a:lnTo>
                  <a:pt x="126566" y="52070"/>
                </a:lnTo>
                <a:lnTo>
                  <a:pt x="128519" y="60960"/>
                </a:lnTo>
                <a:lnTo>
                  <a:pt x="128519" y="750570"/>
                </a:lnTo>
                <a:lnTo>
                  <a:pt x="164539" y="750570"/>
                </a:lnTo>
                <a:lnTo>
                  <a:pt x="164539" y="670560"/>
                </a:lnTo>
                <a:lnTo>
                  <a:pt x="276004" y="670560"/>
                </a:lnTo>
                <a:lnTo>
                  <a:pt x="284141" y="665480"/>
                </a:lnTo>
                <a:lnTo>
                  <a:pt x="292836" y="654050"/>
                </a:lnTo>
                <a:lnTo>
                  <a:pt x="221490" y="654050"/>
                </a:lnTo>
                <a:lnTo>
                  <a:pt x="199336" y="648970"/>
                </a:lnTo>
                <a:lnTo>
                  <a:pt x="181224" y="637540"/>
                </a:lnTo>
                <a:lnTo>
                  <a:pt x="169003" y="618490"/>
                </a:lnTo>
                <a:lnTo>
                  <a:pt x="164518" y="596900"/>
                </a:lnTo>
                <a:lnTo>
                  <a:pt x="169003" y="574040"/>
                </a:lnTo>
                <a:lnTo>
                  <a:pt x="181224" y="556260"/>
                </a:lnTo>
                <a:lnTo>
                  <a:pt x="199336" y="544830"/>
                </a:lnTo>
                <a:lnTo>
                  <a:pt x="221490" y="539750"/>
                </a:lnTo>
                <a:lnTo>
                  <a:pt x="292836" y="539750"/>
                </a:lnTo>
                <a:lnTo>
                  <a:pt x="284141" y="528320"/>
                </a:lnTo>
                <a:lnTo>
                  <a:pt x="276004" y="523240"/>
                </a:lnTo>
                <a:lnTo>
                  <a:pt x="164539" y="523240"/>
                </a:lnTo>
                <a:lnTo>
                  <a:pt x="164539" y="387350"/>
                </a:lnTo>
                <a:lnTo>
                  <a:pt x="466798" y="387350"/>
                </a:lnTo>
                <a:lnTo>
                  <a:pt x="464425" y="375920"/>
                </a:lnTo>
                <a:lnTo>
                  <a:pt x="465670" y="369570"/>
                </a:lnTo>
                <a:lnTo>
                  <a:pt x="164539" y="369570"/>
                </a:lnTo>
                <a:lnTo>
                  <a:pt x="164539" y="248920"/>
                </a:lnTo>
                <a:lnTo>
                  <a:pt x="277992" y="248920"/>
                </a:lnTo>
                <a:lnTo>
                  <a:pt x="281939" y="246380"/>
                </a:lnTo>
                <a:lnTo>
                  <a:pt x="294236" y="232410"/>
                </a:lnTo>
                <a:lnTo>
                  <a:pt x="221490" y="232410"/>
                </a:lnTo>
                <a:lnTo>
                  <a:pt x="199336" y="228600"/>
                </a:lnTo>
                <a:lnTo>
                  <a:pt x="181224" y="215900"/>
                </a:lnTo>
                <a:lnTo>
                  <a:pt x="169003" y="198120"/>
                </a:lnTo>
                <a:lnTo>
                  <a:pt x="164518" y="175260"/>
                </a:lnTo>
                <a:lnTo>
                  <a:pt x="169003" y="153670"/>
                </a:lnTo>
                <a:lnTo>
                  <a:pt x="181224" y="135890"/>
                </a:lnTo>
                <a:lnTo>
                  <a:pt x="199336" y="123190"/>
                </a:lnTo>
                <a:lnTo>
                  <a:pt x="221490" y="118110"/>
                </a:lnTo>
                <a:lnTo>
                  <a:pt x="294050" y="118110"/>
                </a:lnTo>
                <a:lnTo>
                  <a:pt x="281939" y="105410"/>
                </a:lnTo>
                <a:lnTo>
                  <a:pt x="276610" y="101600"/>
                </a:lnTo>
                <a:lnTo>
                  <a:pt x="164539" y="101600"/>
                </a:lnTo>
                <a:lnTo>
                  <a:pt x="164539" y="60960"/>
                </a:lnTo>
                <a:lnTo>
                  <a:pt x="159750" y="38100"/>
                </a:lnTo>
                <a:lnTo>
                  <a:pt x="158934" y="36830"/>
                </a:lnTo>
                <a:close/>
              </a:path>
              <a:path w="914400" h="928369">
                <a:moveTo>
                  <a:pt x="778583" y="605790"/>
                </a:moveTo>
                <a:lnTo>
                  <a:pt x="742563" y="605790"/>
                </a:lnTo>
                <a:lnTo>
                  <a:pt x="742563" y="750570"/>
                </a:lnTo>
                <a:lnTo>
                  <a:pt x="778583" y="750570"/>
                </a:lnTo>
                <a:lnTo>
                  <a:pt x="778583" y="605790"/>
                </a:lnTo>
                <a:close/>
              </a:path>
              <a:path w="914400" h="928369">
                <a:moveTo>
                  <a:pt x="858661" y="36830"/>
                </a:moveTo>
                <a:lnTo>
                  <a:pt x="803420" y="36830"/>
                </a:lnTo>
                <a:lnTo>
                  <a:pt x="813083" y="38100"/>
                </a:lnTo>
                <a:lnTo>
                  <a:pt x="820978" y="43180"/>
                </a:lnTo>
                <a:lnTo>
                  <a:pt x="826304" y="52070"/>
                </a:lnTo>
                <a:lnTo>
                  <a:pt x="828257" y="60960"/>
                </a:lnTo>
                <a:lnTo>
                  <a:pt x="828257" y="750570"/>
                </a:lnTo>
                <a:lnTo>
                  <a:pt x="864266" y="750570"/>
                </a:lnTo>
                <a:lnTo>
                  <a:pt x="864266" y="60960"/>
                </a:lnTo>
                <a:lnTo>
                  <a:pt x="859477" y="38100"/>
                </a:lnTo>
                <a:lnTo>
                  <a:pt x="858661" y="36830"/>
                </a:lnTo>
                <a:close/>
              </a:path>
              <a:path w="914400" h="928369">
                <a:moveTo>
                  <a:pt x="276004" y="670560"/>
                </a:moveTo>
                <a:lnTo>
                  <a:pt x="164539" y="670560"/>
                </a:lnTo>
                <a:lnTo>
                  <a:pt x="177063" y="678180"/>
                </a:lnTo>
                <a:lnTo>
                  <a:pt x="190871" y="684530"/>
                </a:lnTo>
                <a:lnTo>
                  <a:pt x="205750" y="688340"/>
                </a:lnTo>
                <a:lnTo>
                  <a:pt x="221490" y="689610"/>
                </a:lnTo>
                <a:lnTo>
                  <a:pt x="255660" y="683260"/>
                </a:lnTo>
                <a:lnTo>
                  <a:pt x="276004" y="670560"/>
                </a:lnTo>
                <a:close/>
              </a:path>
              <a:path w="914400" h="928369">
                <a:moveTo>
                  <a:pt x="466271" y="605790"/>
                </a:moveTo>
                <a:lnTo>
                  <a:pt x="428856" y="605790"/>
                </a:lnTo>
                <a:lnTo>
                  <a:pt x="438441" y="638810"/>
                </a:lnTo>
                <a:lnTo>
                  <a:pt x="458726" y="665480"/>
                </a:lnTo>
                <a:lnTo>
                  <a:pt x="487207" y="683260"/>
                </a:lnTo>
                <a:lnTo>
                  <a:pt x="521376" y="689610"/>
                </a:lnTo>
                <a:lnTo>
                  <a:pt x="555542" y="683260"/>
                </a:lnTo>
                <a:lnTo>
                  <a:pt x="584024" y="665480"/>
                </a:lnTo>
                <a:lnTo>
                  <a:pt x="592720" y="654050"/>
                </a:lnTo>
                <a:lnTo>
                  <a:pt x="521376" y="654050"/>
                </a:lnTo>
                <a:lnTo>
                  <a:pt x="499230" y="648970"/>
                </a:lnTo>
                <a:lnTo>
                  <a:pt x="481125" y="637540"/>
                </a:lnTo>
                <a:lnTo>
                  <a:pt x="468908" y="618490"/>
                </a:lnTo>
                <a:lnTo>
                  <a:pt x="466271" y="605790"/>
                </a:lnTo>
                <a:close/>
              </a:path>
              <a:path w="914400" h="928369">
                <a:moveTo>
                  <a:pt x="292836" y="539750"/>
                </a:moveTo>
                <a:lnTo>
                  <a:pt x="221490" y="539750"/>
                </a:lnTo>
                <a:lnTo>
                  <a:pt x="243643" y="544830"/>
                </a:lnTo>
                <a:lnTo>
                  <a:pt x="261751" y="556260"/>
                </a:lnTo>
                <a:lnTo>
                  <a:pt x="273969" y="574040"/>
                </a:lnTo>
                <a:lnTo>
                  <a:pt x="278452" y="596900"/>
                </a:lnTo>
                <a:lnTo>
                  <a:pt x="273969" y="618490"/>
                </a:lnTo>
                <a:lnTo>
                  <a:pt x="261751" y="637540"/>
                </a:lnTo>
                <a:lnTo>
                  <a:pt x="243643" y="648970"/>
                </a:lnTo>
                <a:lnTo>
                  <a:pt x="221490" y="654050"/>
                </a:lnTo>
                <a:lnTo>
                  <a:pt x="292836" y="654050"/>
                </a:lnTo>
                <a:lnTo>
                  <a:pt x="304430" y="638810"/>
                </a:lnTo>
                <a:lnTo>
                  <a:pt x="314021" y="605790"/>
                </a:lnTo>
                <a:lnTo>
                  <a:pt x="466271" y="605790"/>
                </a:lnTo>
                <a:lnTo>
                  <a:pt x="464425" y="596900"/>
                </a:lnTo>
                <a:lnTo>
                  <a:pt x="466168" y="588010"/>
                </a:lnTo>
                <a:lnTo>
                  <a:pt x="314021" y="588010"/>
                </a:lnTo>
                <a:lnTo>
                  <a:pt x="304430" y="554990"/>
                </a:lnTo>
                <a:lnTo>
                  <a:pt x="292836" y="539750"/>
                </a:lnTo>
                <a:close/>
              </a:path>
              <a:path w="914400" h="928369">
                <a:moveTo>
                  <a:pt x="592720" y="539750"/>
                </a:moveTo>
                <a:lnTo>
                  <a:pt x="521376" y="539750"/>
                </a:lnTo>
                <a:lnTo>
                  <a:pt x="543524" y="544830"/>
                </a:lnTo>
                <a:lnTo>
                  <a:pt x="561633" y="556260"/>
                </a:lnTo>
                <a:lnTo>
                  <a:pt x="573854" y="574040"/>
                </a:lnTo>
                <a:lnTo>
                  <a:pt x="578338" y="596900"/>
                </a:lnTo>
                <a:lnTo>
                  <a:pt x="573854" y="618490"/>
                </a:lnTo>
                <a:lnTo>
                  <a:pt x="561633" y="637540"/>
                </a:lnTo>
                <a:lnTo>
                  <a:pt x="543524" y="648970"/>
                </a:lnTo>
                <a:lnTo>
                  <a:pt x="521376" y="654050"/>
                </a:lnTo>
                <a:lnTo>
                  <a:pt x="592720" y="654050"/>
                </a:lnTo>
                <a:lnTo>
                  <a:pt x="604315" y="638810"/>
                </a:lnTo>
                <a:lnTo>
                  <a:pt x="613908" y="605790"/>
                </a:lnTo>
                <a:lnTo>
                  <a:pt x="778583" y="605790"/>
                </a:lnTo>
                <a:lnTo>
                  <a:pt x="778583" y="588010"/>
                </a:lnTo>
                <a:lnTo>
                  <a:pt x="613908" y="588010"/>
                </a:lnTo>
                <a:lnTo>
                  <a:pt x="604315" y="554990"/>
                </a:lnTo>
                <a:lnTo>
                  <a:pt x="592720" y="539750"/>
                </a:lnTo>
                <a:close/>
              </a:path>
              <a:path w="914400" h="928369">
                <a:moveTo>
                  <a:pt x="521376" y="504190"/>
                </a:moveTo>
                <a:lnTo>
                  <a:pt x="487211" y="510540"/>
                </a:lnTo>
                <a:lnTo>
                  <a:pt x="458730" y="528320"/>
                </a:lnTo>
                <a:lnTo>
                  <a:pt x="438442" y="554990"/>
                </a:lnTo>
                <a:lnTo>
                  <a:pt x="428856" y="588010"/>
                </a:lnTo>
                <a:lnTo>
                  <a:pt x="466168" y="588010"/>
                </a:lnTo>
                <a:lnTo>
                  <a:pt x="468908" y="574040"/>
                </a:lnTo>
                <a:lnTo>
                  <a:pt x="481125" y="556260"/>
                </a:lnTo>
                <a:lnTo>
                  <a:pt x="499230" y="544830"/>
                </a:lnTo>
                <a:lnTo>
                  <a:pt x="521376" y="539750"/>
                </a:lnTo>
                <a:lnTo>
                  <a:pt x="592720" y="539750"/>
                </a:lnTo>
                <a:lnTo>
                  <a:pt x="584024" y="528320"/>
                </a:lnTo>
                <a:lnTo>
                  <a:pt x="555542" y="510540"/>
                </a:lnTo>
                <a:lnTo>
                  <a:pt x="521376" y="504190"/>
                </a:lnTo>
                <a:close/>
              </a:path>
              <a:path w="914400" h="928369">
                <a:moveTo>
                  <a:pt x="778583" y="448310"/>
                </a:moveTo>
                <a:lnTo>
                  <a:pt x="742563" y="448310"/>
                </a:lnTo>
                <a:lnTo>
                  <a:pt x="742563" y="588010"/>
                </a:lnTo>
                <a:lnTo>
                  <a:pt x="778583" y="588010"/>
                </a:lnTo>
                <a:lnTo>
                  <a:pt x="778583" y="448310"/>
                </a:lnTo>
                <a:close/>
              </a:path>
              <a:path w="914400" h="928369">
                <a:moveTo>
                  <a:pt x="221490" y="504190"/>
                </a:moveTo>
                <a:lnTo>
                  <a:pt x="205750" y="505460"/>
                </a:lnTo>
                <a:lnTo>
                  <a:pt x="190871" y="509270"/>
                </a:lnTo>
                <a:lnTo>
                  <a:pt x="177063" y="515620"/>
                </a:lnTo>
                <a:lnTo>
                  <a:pt x="164539" y="523240"/>
                </a:lnTo>
                <a:lnTo>
                  <a:pt x="276004" y="523240"/>
                </a:lnTo>
                <a:lnTo>
                  <a:pt x="255660" y="510540"/>
                </a:lnTo>
                <a:lnTo>
                  <a:pt x="221490" y="504190"/>
                </a:lnTo>
                <a:close/>
              </a:path>
              <a:path w="914400" h="928369">
                <a:moveTo>
                  <a:pt x="466798" y="387350"/>
                </a:moveTo>
                <a:lnTo>
                  <a:pt x="429264" y="387350"/>
                </a:lnTo>
                <a:lnTo>
                  <a:pt x="439523" y="419100"/>
                </a:lnTo>
                <a:lnTo>
                  <a:pt x="459853" y="444500"/>
                </a:lnTo>
                <a:lnTo>
                  <a:pt x="487917" y="462280"/>
                </a:lnTo>
                <a:lnTo>
                  <a:pt x="521376" y="468630"/>
                </a:lnTo>
                <a:lnTo>
                  <a:pt x="547005" y="464820"/>
                </a:lnTo>
                <a:lnTo>
                  <a:pt x="569900" y="454660"/>
                </a:lnTo>
                <a:lnTo>
                  <a:pt x="589058" y="439420"/>
                </a:lnTo>
                <a:lnTo>
                  <a:pt x="593565" y="433070"/>
                </a:lnTo>
                <a:lnTo>
                  <a:pt x="521376" y="433070"/>
                </a:lnTo>
                <a:lnTo>
                  <a:pt x="499230" y="427990"/>
                </a:lnTo>
                <a:lnTo>
                  <a:pt x="481125" y="415290"/>
                </a:lnTo>
                <a:lnTo>
                  <a:pt x="468908" y="397510"/>
                </a:lnTo>
                <a:lnTo>
                  <a:pt x="466798" y="387350"/>
                </a:lnTo>
                <a:close/>
              </a:path>
              <a:path w="914400" h="928369">
                <a:moveTo>
                  <a:pt x="650771" y="419100"/>
                </a:moveTo>
                <a:lnTo>
                  <a:pt x="603479" y="419100"/>
                </a:lnTo>
                <a:lnTo>
                  <a:pt x="617915" y="439420"/>
                </a:lnTo>
                <a:lnTo>
                  <a:pt x="637078" y="454660"/>
                </a:lnTo>
                <a:lnTo>
                  <a:pt x="659970" y="464820"/>
                </a:lnTo>
                <a:lnTo>
                  <a:pt x="685591" y="468630"/>
                </a:lnTo>
                <a:lnTo>
                  <a:pt x="701339" y="467360"/>
                </a:lnTo>
                <a:lnTo>
                  <a:pt x="716225" y="463550"/>
                </a:lnTo>
                <a:lnTo>
                  <a:pt x="730038" y="457200"/>
                </a:lnTo>
                <a:lnTo>
                  <a:pt x="742563" y="448310"/>
                </a:lnTo>
                <a:lnTo>
                  <a:pt x="778583" y="448310"/>
                </a:lnTo>
                <a:lnTo>
                  <a:pt x="778583" y="433070"/>
                </a:lnTo>
                <a:lnTo>
                  <a:pt x="685591" y="433070"/>
                </a:lnTo>
                <a:lnTo>
                  <a:pt x="663445" y="427990"/>
                </a:lnTo>
                <a:lnTo>
                  <a:pt x="650771" y="419100"/>
                </a:lnTo>
                <a:close/>
              </a:path>
              <a:path w="914400" h="928369">
                <a:moveTo>
                  <a:pt x="593865" y="318770"/>
                </a:moveTo>
                <a:lnTo>
                  <a:pt x="521376" y="318770"/>
                </a:lnTo>
                <a:lnTo>
                  <a:pt x="543524" y="322580"/>
                </a:lnTo>
                <a:lnTo>
                  <a:pt x="561633" y="335280"/>
                </a:lnTo>
                <a:lnTo>
                  <a:pt x="573854" y="353060"/>
                </a:lnTo>
                <a:lnTo>
                  <a:pt x="578338" y="375920"/>
                </a:lnTo>
                <a:lnTo>
                  <a:pt x="573854" y="397510"/>
                </a:lnTo>
                <a:lnTo>
                  <a:pt x="561633" y="415290"/>
                </a:lnTo>
                <a:lnTo>
                  <a:pt x="543524" y="427990"/>
                </a:lnTo>
                <a:lnTo>
                  <a:pt x="521376" y="433070"/>
                </a:lnTo>
                <a:lnTo>
                  <a:pt x="593565" y="433070"/>
                </a:lnTo>
                <a:lnTo>
                  <a:pt x="603479" y="419100"/>
                </a:lnTo>
                <a:lnTo>
                  <a:pt x="650771" y="419100"/>
                </a:lnTo>
                <a:lnTo>
                  <a:pt x="645340" y="415290"/>
                </a:lnTo>
                <a:lnTo>
                  <a:pt x="633123" y="397510"/>
                </a:lnTo>
                <a:lnTo>
                  <a:pt x="628640" y="375920"/>
                </a:lnTo>
                <a:lnTo>
                  <a:pt x="633123" y="353060"/>
                </a:lnTo>
                <a:lnTo>
                  <a:pt x="645340" y="335280"/>
                </a:lnTo>
                <a:lnTo>
                  <a:pt x="650771" y="331470"/>
                </a:lnTo>
                <a:lnTo>
                  <a:pt x="603479" y="331470"/>
                </a:lnTo>
                <a:lnTo>
                  <a:pt x="593865" y="318770"/>
                </a:lnTo>
                <a:close/>
              </a:path>
              <a:path w="914400" h="928369">
                <a:moveTo>
                  <a:pt x="778583" y="318770"/>
                </a:moveTo>
                <a:lnTo>
                  <a:pt x="685591" y="318770"/>
                </a:lnTo>
                <a:lnTo>
                  <a:pt x="707745" y="322580"/>
                </a:lnTo>
                <a:lnTo>
                  <a:pt x="725857" y="335280"/>
                </a:lnTo>
                <a:lnTo>
                  <a:pt x="738079" y="353060"/>
                </a:lnTo>
                <a:lnTo>
                  <a:pt x="742563" y="375920"/>
                </a:lnTo>
                <a:lnTo>
                  <a:pt x="738079" y="397510"/>
                </a:lnTo>
                <a:lnTo>
                  <a:pt x="725857" y="415290"/>
                </a:lnTo>
                <a:lnTo>
                  <a:pt x="707745" y="427990"/>
                </a:lnTo>
                <a:lnTo>
                  <a:pt x="685591" y="433070"/>
                </a:lnTo>
                <a:lnTo>
                  <a:pt x="778583" y="433070"/>
                </a:lnTo>
                <a:lnTo>
                  <a:pt x="778583" y="318770"/>
                </a:lnTo>
                <a:close/>
              </a:path>
              <a:path w="914400" h="928369">
                <a:moveTo>
                  <a:pt x="521376" y="281940"/>
                </a:moveTo>
                <a:lnTo>
                  <a:pt x="486562" y="289560"/>
                </a:lnTo>
                <a:lnTo>
                  <a:pt x="457741" y="307340"/>
                </a:lnTo>
                <a:lnTo>
                  <a:pt x="437568" y="335280"/>
                </a:lnTo>
                <a:lnTo>
                  <a:pt x="428698" y="369570"/>
                </a:lnTo>
                <a:lnTo>
                  <a:pt x="465670" y="369570"/>
                </a:lnTo>
                <a:lnTo>
                  <a:pt x="468908" y="353060"/>
                </a:lnTo>
                <a:lnTo>
                  <a:pt x="481125" y="335280"/>
                </a:lnTo>
                <a:lnTo>
                  <a:pt x="499230" y="322580"/>
                </a:lnTo>
                <a:lnTo>
                  <a:pt x="521376" y="318770"/>
                </a:lnTo>
                <a:lnTo>
                  <a:pt x="593865" y="318770"/>
                </a:lnTo>
                <a:lnTo>
                  <a:pt x="589058" y="312420"/>
                </a:lnTo>
                <a:lnTo>
                  <a:pt x="569900" y="295910"/>
                </a:lnTo>
                <a:lnTo>
                  <a:pt x="547005" y="285750"/>
                </a:lnTo>
                <a:lnTo>
                  <a:pt x="521376" y="281940"/>
                </a:lnTo>
                <a:close/>
              </a:path>
              <a:path w="914400" h="928369">
                <a:moveTo>
                  <a:pt x="685591" y="281940"/>
                </a:moveTo>
                <a:lnTo>
                  <a:pt x="659970" y="285750"/>
                </a:lnTo>
                <a:lnTo>
                  <a:pt x="637078" y="295910"/>
                </a:lnTo>
                <a:lnTo>
                  <a:pt x="617915" y="312420"/>
                </a:lnTo>
                <a:lnTo>
                  <a:pt x="603479" y="331470"/>
                </a:lnTo>
                <a:lnTo>
                  <a:pt x="650771" y="331470"/>
                </a:lnTo>
                <a:lnTo>
                  <a:pt x="663445" y="322580"/>
                </a:lnTo>
                <a:lnTo>
                  <a:pt x="685591" y="318770"/>
                </a:lnTo>
                <a:lnTo>
                  <a:pt x="778583" y="318770"/>
                </a:lnTo>
                <a:lnTo>
                  <a:pt x="778583" y="302260"/>
                </a:lnTo>
                <a:lnTo>
                  <a:pt x="742563" y="302260"/>
                </a:lnTo>
                <a:lnTo>
                  <a:pt x="730038" y="293370"/>
                </a:lnTo>
                <a:lnTo>
                  <a:pt x="716225" y="288290"/>
                </a:lnTo>
                <a:lnTo>
                  <a:pt x="701339" y="284480"/>
                </a:lnTo>
                <a:lnTo>
                  <a:pt x="685591" y="281940"/>
                </a:lnTo>
                <a:close/>
              </a:path>
              <a:path w="914400" h="928369">
                <a:moveTo>
                  <a:pt x="778583" y="248920"/>
                </a:moveTo>
                <a:lnTo>
                  <a:pt x="742563" y="248920"/>
                </a:lnTo>
                <a:lnTo>
                  <a:pt x="742563" y="302260"/>
                </a:lnTo>
                <a:lnTo>
                  <a:pt x="778583" y="302260"/>
                </a:lnTo>
                <a:lnTo>
                  <a:pt x="778583" y="248920"/>
                </a:lnTo>
                <a:close/>
              </a:path>
              <a:path w="914400" h="928369">
                <a:moveTo>
                  <a:pt x="277992" y="248920"/>
                </a:moveTo>
                <a:lnTo>
                  <a:pt x="164539" y="248920"/>
                </a:lnTo>
                <a:lnTo>
                  <a:pt x="177063" y="256540"/>
                </a:lnTo>
                <a:lnTo>
                  <a:pt x="190871" y="262890"/>
                </a:lnTo>
                <a:lnTo>
                  <a:pt x="205750" y="266700"/>
                </a:lnTo>
                <a:lnTo>
                  <a:pt x="221490" y="267970"/>
                </a:lnTo>
                <a:lnTo>
                  <a:pt x="243815" y="265430"/>
                </a:lnTo>
                <a:lnTo>
                  <a:pt x="264176" y="257810"/>
                </a:lnTo>
                <a:lnTo>
                  <a:pt x="277992" y="248920"/>
                </a:lnTo>
                <a:close/>
              </a:path>
              <a:path w="914400" h="928369">
                <a:moveTo>
                  <a:pt x="356665" y="229870"/>
                </a:moveTo>
                <a:lnTo>
                  <a:pt x="296472" y="229870"/>
                </a:lnTo>
                <a:lnTo>
                  <a:pt x="310999" y="246380"/>
                </a:lnTo>
                <a:lnTo>
                  <a:pt x="328758" y="257810"/>
                </a:lnTo>
                <a:lnTo>
                  <a:pt x="349114" y="265430"/>
                </a:lnTo>
                <a:lnTo>
                  <a:pt x="371433" y="267970"/>
                </a:lnTo>
                <a:lnTo>
                  <a:pt x="404902" y="262890"/>
                </a:lnTo>
                <a:lnTo>
                  <a:pt x="432965" y="245110"/>
                </a:lnTo>
                <a:lnTo>
                  <a:pt x="443129" y="232410"/>
                </a:lnTo>
                <a:lnTo>
                  <a:pt x="371433" y="232410"/>
                </a:lnTo>
                <a:lnTo>
                  <a:pt x="356665" y="229870"/>
                </a:lnTo>
                <a:close/>
              </a:path>
              <a:path w="914400" h="928369">
                <a:moveTo>
                  <a:pt x="631130" y="187960"/>
                </a:moveTo>
                <a:lnTo>
                  <a:pt x="593479" y="187960"/>
                </a:lnTo>
                <a:lnTo>
                  <a:pt x="603735" y="219710"/>
                </a:lnTo>
                <a:lnTo>
                  <a:pt x="624060" y="245110"/>
                </a:lnTo>
                <a:lnTo>
                  <a:pt x="652123" y="262890"/>
                </a:lnTo>
                <a:lnTo>
                  <a:pt x="685591" y="267970"/>
                </a:lnTo>
                <a:lnTo>
                  <a:pt x="701339" y="266700"/>
                </a:lnTo>
                <a:lnTo>
                  <a:pt x="716225" y="262890"/>
                </a:lnTo>
                <a:lnTo>
                  <a:pt x="730038" y="256540"/>
                </a:lnTo>
                <a:lnTo>
                  <a:pt x="742563" y="248920"/>
                </a:lnTo>
                <a:lnTo>
                  <a:pt x="778583" y="248920"/>
                </a:lnTo>
                <a:lnTo>
                  <a:pt x="778583" y="232410"/>
                </a:lnTo>
                <a:lnTo>
                  <a:pt x="685591" y="232410"/>
                </a:lnTo>
                <a:lnTo>
                  <a:pt x="663445" y="228600"/>
                </a:lnTo>
                <a:lnTo>
                  <a:pt x="645340" y="215900"/>
                </a:lnTo>
                <a:lnTo>
                  <a:pt x="633123" y="198120"/>
                </a:lnTo>
                <a:lnTo>
                  <a:pt x="631130" y="187960"/>
                </a:lnTo>
                <a:close/>
              </a:path>
              <a:path w="914400" h="928369">
                <a:moveTo>
                  <a:pt x="294050" y="118110"/>
                </a:moveTo>
                <a:lnTo>
                  <a:pt x="221490" y="118110"/>
                </a:lnTo>
                <a:lnTo>
                  <a:pt x="243635" y="123190"/>
                </a:lnTo>
                <a:lnTo>
                  <a:pt x="261739" y="135890"/>
                </a:lnTo>
                <a:lnTo>
                  <a:pt x="273959" y="153670"/>
                </a:lnTo>
                <a:lnTo>
                  <a:pt x="278452" y="175260"/>
                </a:lnTo>
                <a:lnTo>
                  <a:pt x="273959" y="198120"/>
                </a:lnTo>
                <a:lnTo>
                  <a:pt x="261739" y="215900"/>
                </a:lnTo>
                <a:lnTo>
                  <a:pt x="243635" y="228600"/>
                </a:lnTo>
                <a:lnTo>
                  <a:pt x="221490" y="232410"/>
                </a:lnTo>
                <a:lnTo>
                  <a:pt x="294236" y="232410"/>
                </a:lnTo>
                <a:lnTo>
                  <a:pt x="296472" y="229870"/>
                </a:lnTo>
                <a:lnTo>
                  <a:pt x="356665" y="229870"/>
                </a:lnTo>
                <a:lnTo>
                  <a:pt x="349281" y="228600"/>
                </a:lnTo>
                <a:lnTo>
                  <a:pt x="331173" y="215900"/>
                </a:lnTo>
                <a:lnTo>
                  <a:pt x="318954" y="198120"/>
                </a:lnTo>
                <a:lnTo>
                  <a:pt x="314472" y="175260"/>
                </a:lnTo>
                <a:lnTo>
                  <a:pt x="318954" y="153670"/>
                </a:lnTo>
                <a:lnTo>
                  <a:pt x="331173" y="135890"/>
                </a:lnTo>
                <a:lnTo>
                  <a:pt x="349281" y="123190"/>
                </a:lnTo>
                <a:lnTo>
                  <a:pt x="360357" y="120650"/>
                </a:lnTo>
                <a:lnTo>
                  <a:pt x="296472" y="120650"/>
                </a:lnTo>
                <a:lnTo>
                  <a:pt x="294050" y="118110"/>
                </a:lnTo>
                <a:close/>
              </a:path>
              <a:path w="914400" h="928369">
                <a:moveTo>
                  <a:pt x="442410" y="118110"/>
                </a:moveTo>
                <a:lnTo>
                  <a:pt x="371433" y="118110"/>
                </a:lnTo>
                <a:lnTo>
                  <a:pt x="393592" y="123190"/>
                </a:lnTo>
                <a:lnTo>
                  <a:pt x="411703" y="135890"/>
                </a:lnTo>
                <a:lnTo>
                  <a:pt x="423922" y="153670"/>
                </a:lnTo>
                <a:lnTo>
                  <a:pt x="428405" y="175260"/>
                </a:lnTo>
                <a:lnTo>
                  <a:pt x="423922" y="198120"/>
                </a:lnTo>
                <a:lnTo>
                  <a:pt x="411703" y="215900"/>
                </a:lnTo>
                <a:lnTo>
                  <a:pt x="393592" y="228600"/>
                </a:lnTo>
                <a:lnTo>
                  <a:pt x="371433" y="232410"/>
                </a:lnTo>
                <a:lnTo>
                  <a:pt x="443129" y="232410"/>
                </a:lnTo>
                <a:lnTo>
                  <a:pt x="453294" y="219710"/>
                </a:lnTo>
                <a:lnTo>
                  <a:pt x="463556" y="187960"/>
                </a:lnTo>
                <a:lnTo>
                  <a:pt x="631130" y="187960"/>
                </a:lnTo>
                <a:lnTo>
                  <a:pt x="628640" y="175260"/>
                </a:lnTo>
                <a:lnTo>
                  <a:pt x="629695" y="170180"/>
                </a:lnTo>
                <a:lnTo>
                  <a:pt x="464121" y="170180"/>
                </a:lnTo>
                <a:lnTo>
                  <a:pt x="455248" y="135890"/>
                </a:lnTo>
                <a:lnTo>
                  <a:pt x="442410" y="118110"/>
                </a:lnTo>
                <a:close/>
              </a:path>
              <a:path w="914400" h="928369">
                <a:moveTo>
                  <a:pt x="778583" y="118110"/>
                </a:moveTo>
                <a:lnTo>
                  <a:pt x="685591" y="118110"/>
                </a:lnTo>
                <a:lnTo>
                  <a:pt x="707745" y="123190"/>
                </a:lnTo>
                <a:lnTo>
                  <a:pt x="725857" y="135890"/>
                </a:lnTo>
                <a:lnTo>
                  <a:pt x="738079" y="153670"/>
                </a:lnTo>
                <a:lnTo>
                  <a:pt x="742563" y="175260"/>
                </a:lnTo>
                <a:lnTo>
                  <a:pt x="738079" y="198120"/>
                </a:lnTo>
                <a:lnTo>
                  <a:pt x="725857" y="215900"/>
                </a:lnTo>
                <a:lnTo>
                  <a:pt x="707745" y="228600"/>
                </a:lnTo>
                <a:lnTo>
                  <a:pt x="685591" y="232410"/>
                </a:lnTo>
                <a:lnTo>
                  <a:pt x="778583" y="232410"/>
                </a:lnTo>
                <a:lnTo>
                  <a:pt x="778583" y="118110"/>
                </a:lnTo>
                <a:close/>
              </a:path>
              <a:path w="914400" h="928369">
                <a:moveTo>
                  <a:pt x="685591" y="82550"/>
                </a:moveTo>
                <a:lnTo>
                  <a:pt x="650777" y="88900"/>
                </a:lnTo>
                <a:lnTo>
                  <a:pt x="621956" y="107950"/>
                </a:lnTo>
                <a:lnTo>
                  <a:pt x="601783" y="135890"/>
                </a:lnTo>
                <a:lnTo>
                  <a:pt x="592913" y="170180"/>
                </a:lnTo>
                <a:lnTo>
                  <a:pt x="629695" y="170180"/>
                </a:lnTo>
                <a:lnTo>
                  <a:pt x="633123" y="153670"/>
                </a:lnTo>
                <a:lnTo>
                  <a:pt x="645340" y="135890"/>
                </a:lnTo>
                <a:lnTo>
                  <a:pt x="663445" y="123190"/>
                </a:lnTo>
                <a:lnTo>
                  <a:pt x="685591" y="118110"/>
                </a:lnTo>
                <a:lnTo>
                  <a:pt x="778583" y="118110"/>
                </a:lnTo>
                <a:lnTo>
                  <a:pt x="778583" y="102870"/>
                </a:lnTo>
                <a:lnTo>
                  <a:pt x="742563" y="102870"/>
                </a:lnTo>
                <a:lnTo>
                  <a:pt x="730038" y="93980"/>
                </a:lnTo>
                <a:lnTo>
                  <a:pt x="716225" y="87630"/>
                </a:lnTo>
                <a:lnTo>
                  <a:pt x="701339" y="83820"/>
                </a:lnTo>
                <a:lnTo>
                  <a:pt x="685591" y="82550"/>
                </a:lnTo>
                <a:close/>
              </a:path>
              <a:path w="914400" h="928369">
                <a:moveTo>
                  <a:pt x="371433" y="82550"/>
                </a:moveTo>
                <a:lnTo>
                  <a:pt x="349114" y="85090"/>
                </a:lnTo>
                <a:lnTo>
                  <a:pt x="328758" y="92710"/>
                </a:lnTo>
                <a:lnTo>
                  <a:pt x="310999" y="105410"/>
                </a:lnTo>
                <a:lnTo>
                  <a:pt x="296472" y="120650"/>
                </a:lnTo>
                <a:lnTo>
                  <a:pt x="360357" y="120650"/>
                </a:lnTo>
                <a:lnTo>
                  <a:pt x="371433" y="118110"/>
                </a:lnTo>
                <a:lnTo>
                  <a:pt x="442410" y="118110"/>
                </a:lnTo>
                <a:lnTo>
                  <a:pt x="435074" y="107950"/>
                </a:lnTo>
                <a:lnTo>
                  <a:pt x="406252" y="88900"/>
                </a:lnTo>
                <a:lnTo>
                  <a:pt x="371433" y="82550"/>
                </a:lnTo>
                <a:close/>
              </a:path>
              <a:path w="914400" h="928369">
                <a:moveTo>
                  <a:pt x="803420" y="0"/>
                </a:moveTo>
                <a:lnTo>
                  <a:pt x="779753" y="5080"/>
                </a:lnTo>
                <a:lnTo>
                  <a:pt x="760407" y="17780"/>
                </a:lnTo>
                <a:lnTo>
                  <a:pt x="747353" y="38100"/>
                </a:lnTo>
                <a:lnTo>
                  <a:pt x="742563" y="60960"/>
                </a:lnTo>
                <a:lnTo>
                  <a:pt x="742563" y="102870"/>
                </a:lnTo>
                <a:lnTo>
                  <a:pt x="778583" y="102870"/>
                </a:lnTo>
                <a:lnTo>
                  <a:pt x="778583" y="60960"/>
                </a:lnTo>
                <a:lnTo>
                  <a:pt x="780538" y="52070"/>
                </a:lnTo>
                <a:lnTo>
                  <a:pt x="785866" y="43180"/>
                </a:lnTo>
                <a:lnTo>
                  <a:pt x="793761" y="38100"/>
                </a:lnTo>
                <a:lnTo>
                  <a:pt x="803420" y="36830"/>
                </a:lnTo>
                <a:lnTo>
                  <a:pt x="858661" y="36830"/>
                </a:lnTo>
                <a:lnTo>
                  <a:pt x="846424" y="17780"/>
                </a:lnTo>
                <a:lnTo>
                  <a:pt x="827081" y="5080"/>
                </a:lnTo>
                <a:lnTo>
                  <a:pt x="803420" y="0"/>
                </a:lnTo>
                <a:close/>
              </a:path>
              <a:path w="914400" h="928369">
                <a:moveTo>
                  <a:pt x="221490" y="82550"/>
                </a:moveTo>
                <a:lnTo>
                  <a:pt x="205750" y="83820"/>
                </a:lnTo>
                <a:lnTo>
                  <a:pt x="190871" y="87630"/>
                </a:lnTo>
                <a:lnTo>
                  <a:pt x="177063" y="93980"/>
                </a:lnTo>
                <a:lnTo>
                  <a:pt x="164539" y="101600"/>
                </a:lnTo>
                <a:lnTo>
                  <a:pt x="276610" y="101600"/>
                </a:lnTo>
                <a:lnTo>
                  <a:pt x="264176" y="92710"/>
                </a:lnTo>
                <a:lnTo>
                  <a:pt x="243815" y="85090"/>
                </a:lnTo>
                <a:lnTo>
                  <a:pt x="221490" y="825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16502769" y="2191336"/>
            <a:ext cx="2213642" cy="486415"/>
          </a:xfrm>
          <a:prstGeom prst="rect">
            <a:avLst/>
          </a:prstGeom>
        </p:spPr>
        <p:txBody>
          <a:bodyPr vert="horz" wrap="square" lIns="0" tIns="11430" rIns="0" bIns="0" rtlCol="0" anchor="ctr">
            <a:spAutoFit/>
          </a:bodyPr>
          <a:lstStyle/>
          <a:p>
            <a:pPr marL="12700" marR="5080">
              <a:lnSpc>
                <a:spcPct val="102400"/>
              </a:lnSpc>
              <a:spcBef>
                <a:spcPts val="90"/>
              </a:spcBef>
            </a:pPr>
            <a:r>
              <a:rPr sz="1550" b="1" dirty="0">
                <a:latin typeface="Montserrat" pitchFamily="2" charset="-52"/>
                <a:cs typeface="Verdana"/>
              </a:rPr>
              <a:t>Политехнический  институт</a:t>
            </a:r>
          </a:p>
        </p:txBody>
      </p:sp>
      <p:pic>
        <p:nvPicPr>
          <p:cNvPr id="36" name="object 36"/>
          <p:cNvPicPr/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1000"/>
                    </a14:imgEffect>
                    <a14:imgEffect>
                      <a14:colorTemperature colorTemp="11500"/>
                    </a14:imgEffect>
                    <a14:imgEffect>
                      <a14:saturation sat="123000"/>
                    </a14:imgEffect>
                    <a14:imgEffect>
                      <a14:brightnessContrast bright="-7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81060" y="2006505"/>
            <a:ext cx="1101332" cy="921118"/>
          </a:xfrm>
          <a:prstGeom prst="rect">
            <a:avLst/>
          </a:prstGeom>
        </p:spPr>
      </p:pic>
      <p:sp>
        <p:nvSpPr>
          <p:cNvPr id="37" name="object 37"/>
          <p:cNvSpPr/>
          <p:nvPr/>
        </p:nvSpPr>
        <p:spPr>
          <a:xfrm>
            <a:off x="8888577" y="1837410"/>
            <a:ext cx="5724525" cy="1259205"/>
          </a:xfrm>
          <a:custGeom>
            <a:avLst/>
            <a:gdLst/>
            <a:ahLst/>
            <a:cxnLst/>
            <a:rect l="l" t="t" r="r" b="b"/>
            <a:pathLst>
              <a:path w="5724525" h="1259205">
                <a:moveTo>
                  <a:pt x="5724495" y="0"/>
                </a:moveTo>
                <a:lnTo>
                  <a:pt x="0" y="0"/>
                </a:lnTo>
                <a:lnTo>
                  <a:pt x="0" y="1259123"/>
                </a:lnTo>
                <a:lnTo>
                  <a:pt x="5724495" y="1259123"/>
                </a:lnTo>
                <a:lnTo>
                  <a:pt x="5724495" y="0"/>
                </a:lnTo>
                <a:close/>
              </a:path>
            </a:pathLst>
          </a:custGeom>
          <a:solidFill>
            <a:srgbClr val="703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9455819" y="2146916"/>
            <a:ext cx="1101725" cy="640080"/>
          </a:xfrm>
          <a:custGeom>
            <a:avLst/>
            <a:gdLst/>
            <a:ahLst/>
            <a:cxnLst/>
            <a:rect l="l" t="t" r="r" b="b"/>
            <a:pathLst>
              <a:path w="1101725" h="640080">
                <a:moveTo>
                  <a:pt x="265943" y="292012"/>
                </a:moveTo>
                <a:lnTo>
                  <a:pt x="184476" y="292012"/>
                </a:lnTo>
                <a:lnTo>
                  <a:pt x="284640" y="335455"/>
                </a:lnTo>
                <a:lnTo>
                  <a:pt x="284640" y="584149"/>
                </a:lnTo>
                <a:lnTo>
                  <a:pt x="289015" y="605775"/>
                </a:lnTo>
                <a:lnTo>
                  <a:pt x="300938" y="623450"/>
                </a:lnTo>
                <a:lnTo>
                  <a:pt x="318610" y="635375"/>
                </a:lnTo>
                <a:lnTo>
                  <a:pt x="340230" y="639750"/>
                </a:lnTo>
                <a:lnTo>
                  <a:pt x="797357" y="639750"/>
                </a:lnTo>
                <a:lnTo>
                  <a:pt x="818984" y="635375"/>
                </a:lnTo>
                <a:lnTo>
                  <a:pt x="836659" y="623450"/>
                </a:lnTo>
                <a:lnTo>
                  <a:pt x="847526" y="607342"/>
                </a:lnTo>
                <a:lnTo>
                  <a:pt x="340230" y="607342"/>
                </a:lnTo>
                <a:lnTo>
                  <a:pt x="331218" y="605521"/>
                </a:lnTo>
                <a:lnTo>
                  <a:pt x="323848" y="600552"/>
                </a:lnTo>
                <a:lnTo>
                  <a:pt x="318873" y="593180"/>
                </a:lnTo>
                <a:lnTo>
                  <a:pt x="317047" y="584149"/>
                </a:lnTo>
                <a:lnTo>
                  <a:pt x="317047" y="349518"/>
                </a:lnTo>
                <a:lnTo>
                  <a:pt x="398488" y="349518"/>
                </a:lnTo>
                <a:lnTo>
                  <a:pt x="265943" y="292012"/>
                </a:lnTo>
                <a:close/>
              </a:path>
              <a:path w="1101725" h="640080">
                <a:moveTo>
                  <a:pt x="852958" y="334335"/>
                </a:moveTo>
                <a:lnTo>
                  <a:pt x="820540" y="334335"/>
                </a:lnTo>
                <a:lnTo>
                  <a:pt x="820540" y="584149"/>
                </a:lnTo>
                <a:lnTo>
                  <a:pt x="818717" y="593180"/>
                </a:lnTo>
                <a:lnTo>
                  <a:pt x="813747" y="600552"/>
                </a:lnTo>
                <a:lnTo>
                  <a:pt x="806378" y="605521"/>
                </a:lnTo>
                <a:lnTo>
                  <a:pt x="797357" y="607342"/>
                </a:lnTo>
                <a:lnTo>
                  <a:pt x="847526" y="607342"/>
                </a:lnTo>
                <a:lnTo>
                  <a:pt x="848583" y="605775"/>
                </a:lnTo>
                <a:lnTo>
                  <a:pt x="852958" y="584149"/>
                </a:lnTo>
                <a:lnTo>
                  <a:pt x="852958" y="334335"/>
                </a:lnTo>
                <a:close/>
              </a:path>
              <a:path w="1101725" h="640080">
                <a:moveTo>
                  <a:pt x="544046" y="0"/>
                </a:moveTo>
                <a:lnTo>
                  <a:pt x="540172" y="73"/>
                </a:lnTo>
                <a:lnTo>
                  <a:pt x="190333" y="129155"/>
                </a:lnTo>
                <a:lnTo>
                  <a:pt x="94231" y="162696"/>
                </a:lnTo>
                <a:lnTo>
                  <a:pt x="57840" y="174681"/>
                </a:lnTo>
                <a:lnTo>
                  <a:pt x="31604" y="182561"/>
                </a:lnTo>
                <a:lnTo>
                  <a:pt x="17308" y="185648"/>
                </a:lnTo>
                <a:lnTo>
                  <a:pt x="9675" y="185711"/>
                </a:lnTo>
                <a:lnTo>
                  <a:pt x="3120" y="191093"/>
                </a:lnTo>
                <a:lnTo>
                  <a:pt x="0" y="206077"/>
                </a:lnTo>
                <a:lnTo>
                  <a:pt x="3937" y="213679"/>
                </a:lnTo>
                <a:lnTo>
                  <a:pt x="152047" y="277939"/>
                </a:lnTo>
                <a:lnTo>
                  <a:pt x="152047" y="345937"/>
                </a:lnTo>
                <a:lnTo>
                  <a:pt x="138080" y="351541"/>
                </a:lnTo>
                <a:lnTo>
                  <a:pt x="126924" y="361287"/>
                </a:lnTo>
                <a:lnTo>
                  <a:pt x="119531" y="374229"/>
                </a:lnTo>
                <a:lnTo>
                  <a:pt x="116855" y="389422"/>
                </a:lnTo>
                <a:lnTo>
                  <a:pt x="117449" y="396700"/>
                </a:lnTo>
                <a:lnTo>
                  <a:pt x="119195" y="403689"/>
                </a:lnTo>
                <a:lnTo>
                  <a:pt x="122032" y="410269"/>
                </a:lnTo>
                <a:lnTo>
                  <a:pt x="125901" y="416322"/>
                </a:lnTo>
                <a:lnTo>
                  <a:pt x="106551" y="530999"/>
                </a:lnTo>
                <a:lnTo>
                  <a:pt x="107860" y="535826"/>
                </a:lnTo>
                <a:lnTo>
                  <a:pt x="114027" y="543103"/>
                </a:lnTo>
                <a:lnTo>
                  <a:pt x="118551" y="545198"/>
                </a:lnTo>
                <a:lnTo>
                  <a:pt x="204046" y="545198"/>
                </a:lnTo>
                <a:lnTo>
                  <a:pt x="208496" y="543177"/>
                </a:lnTo>
                <a:lnTo>
                  <a:pt x="214663" y="536109"/>
                </a:lnTo>
                <a:lnTo>
                  <a:pt x="216056" y="531418"/>
                </a:lnTo>
                <a:lnTo>
                  <a:pt x="213482" y="512790"/>
                </a:lnTo>
                <a:lnTo>
                  <a:pt x="142508" y="512790"/>
                </a:lnTo>
                <a:lnTo>
                  <a:pt x="160162" y="408134"/>
                </a:lnTo>
                <a:lnTo>
                  <a:pt x="158047" y="402385"/>
                </a:lnTo>
                <a:lnTo>
                  <a:pt x="150854" y="396385"/>
                </a:lnTo>
                <a:lnTo>
                  <a:pt x="149341" y="393129"/>
                </a:lnTo>
                <a:lnTo>
                  <a:pt x="149283" y="382773"/>
                </a:lnTo>
                <a:lnTo>
                  <a:pt x="154696" y="377370"/>
                </a:lnTo>
                <a:lnTo>
                  <a:pt x="204097" y="377370"/>
                </a:lnTo>
                <a:lnTo>
                  <a:pt x="199941" y="367374"/>
                </a:lnTo>
                <a:lnTo>
                  <a:pt x="193201" y="358469"/>
                </a:lnTo>
                <a:lnTo>
                  <a:pt x="184519" y="351541"/>
                </a:lnTo>
                <a:lnTo>
                  <a:pt x="184476" y="292012"/>
                </a:lnTo>
                <a:lnTo>
                  <a:pt x="265943" y="292012"/>
                </a:lnTo>
                <a:lnTo>
                  <a:pt x="228390" y="275719"/>
                </a:lnTo>
                <a:lnTo>
                  <a:pt x="418454" y="250631"/>
                </a:lnTo>
                <a:lnTo>
                  <a:pt x="170591" y="250631"/>
                </a:lnTo>
                <a:lnTo>
                  <a:pt x="66636" y="205543"/>
                </a:lnTo>
                <a:lnTo>
                  <a:pt x="106401" y="192627"/>
                </a:lnTo>
                <a:lnTo>
                  <a:pt x="153816" y="176423"/>
                </a:lnTo>
                <a:lnTo>
                  <a:pt x="375666" y="96289"/>
                </a:lnTo>
                <a:lnTo>
                  <a:pt x="542664" y="33800"/>
                </a:lnTo>
                <a:lnTo>
                  <a:pt x="643049" y="33800"/>
                </a:lnTo>
                <a:lnTo>
                  <a:pt x="544046" y="0"/>
                </a:lnTo>
                <a:close/>
              </a:path>
              <a:path w="1101725" h="640080">
                <a:moveTo>
                  <a:pt x="204097" y="377370"/>
                </a:moveTo>
                <a:lnTo>
                  <a:pt x="167994" y="377370"/>
                </a:lnTo>
                <a:lnTo>
                  <a:pt x="173418" y="382773"/>
                </a:lnTo>
                <a:lnTo>
                  <a:pt x="173418" y="393129"/>
                </a:lnTo>
                <a:lnTo>
                  <a:pt x="171795" y="395778"/>
                </a:lnTo>
                <a:lnTo>
                  <a:pt x="170313" y="397453"/>
                </a:lnTo>
                <a:lnTo>
                  <a:pt x="167345" y="400867"/>
                </a:lnTo>
                <a:lnTo>
                  <a:pt x="165942" y="405568"/>
                </a:lnTo>
                <a:lnTo>
                  <a:pt x="180758" y="512790"/>
                </a:lnTo>
                <a:lnTo>
                  <a:pt x="213482" y="512790"/>
                </a:lnTo>
                <a:lnTo>
                  <a:pt x="199575" y="412123"/>
                </a:lnTo>
                <a:lnTo>
                  <a:pt x="203648" y="405286"/>
                </a:lnTo>
                <a:lnTo>
                  <a:pt x="205826" y="397453"/>
                </a:lnTo>
                <a:lnTo>
                  <a:pt x="205826" y="389422"/>
                </a:lnTo>
                <a:lnTo>
                  <a:pt x="204286" y="377825"/>
                </a:lnTo>
                <a:lnTo>
                  <a:pt x="204097" y="377370"/>
                </a:lnTo>
                <a:close/>
              </a:path>
              <a:path w="1101725" h="640080">
                <a:moveTo>
                  <a:pt x="398488" y="349518"/>
                </a:moveTo>
                <a:lnTo>
                  <a:pt x="317047" y="349518"/>
                </a:lnTo>
                <a:lnTo>
                  <a:pt x="546883" y="449232"/>
                </a:lnTo>
                <a:lnTo>
                  <a:pt x="549082" y="449682"/>
                </a:lnTo>
                <a:lnTo>
                  <a:pt x="553480" y="449682"/>
                </a:lnTo>
                <a:lnTo>
                  <a:pt x="555668" y="449232"/>
                </a:lnTo>
                <a:lnTo>
                  <a:pt x="632744" y="415809"/>
                </a:lnTo>
                <a:lnTo>
                  <a:pt x="551281" y="415809"/>
                </a:lnTo>
                <a:lnTo>
                  <a:pt x="398488" y="349518"/>
                </a:lnTo>
                <a:close/>
              </a:path>
              <a:path w="1101725" h="640080">
                <a:moveTo>
                  <a:pt x="643049" y="33800"/>
                </a:moveTo>
                <a:lnTo>
                  <a:pt x="542664" y="33800"/>
                </a:lnTo>
                <a:lnTo>
                  <a:pt x="1040240" y="203669"/>
                </a:lnTo>
                <a:lnTo>
                  <a:pt x="551281" y="415809"/>
                </a:lnTo>
                <a:lnTo>
                  <a:pt x="632744" y="415809"/>
                </a:lnTo>
                <a:lnTo>
                  <a:pt x="820540" y="334335"/>
                </a:lnTo>
                <a:lnTo>
                  <a:pt x="852958" y="334335"/>
                </a:lnTo>
                <a:lnTo>
                  <a:pt x="852958" y="320262"/>
                </a:lnTo>
                <a:lnTo>
                  <a:pt x="1097715" y="214066"/>
                </a:lnTo>
                <a:lnTo>
                  <a:pt x="1101589" y="207899"/>
                </a:lnTo>
                <a:lnTo>
                  <a:pt x="1101045" y="194517"/>
                </a:lnTo>
                <a:lnTo>
                  <a:pt x="1096689" y="188674"/>
                </a:lnTo>
                <a:lnTo>
                  <a:pt x="643049" y="33800"/>
                </a:lnTo>
                <a:close/>
              </a:path>
              <a:path w="1101725" h="640080">
                <a:moveTo>
                  <a:pt x="600692" y="239730"/>
                </a:moveTo>
                <a:lnTo>
                  <a:pt x="501031" y="239730"/>
                </a:lnTo>
                <a:lnTo>
                  <a:pt x="511006" y="244671"/>
                </a:lnTo>
                <a:lnTo>
                  <a:pt x="522897" y="248395"/>
                </a:lnTo>
                <a:lnTo>
                  <a:pt x="536418" y="250744"/>
                </a:lnTo>
                <a:lnTo>
                  <a:pt x="551281" y="251563"/>
                </a:lnTo>
                <a:lnTo>
                  <a:pt x="577436" y="248916"/>
                </a:lnTo>
                <a:lnTo>
                  <a:pt x="598336" y="241606"/>
                </a:lnTo>
                <a:lnTo>
                  <a:pt x="600692" y="239730"/>
                </a:lnTo>
                <a:close/>
              </a:path>
              <a:path w="1101725" h="640080">
                <a:moveTo>
                  <a:pt x="551281" y="181963"/>
                </a:moveTo>
                <a:lnTo>
                  <a:pt x="528450" y="183952"/>
                </a:lnTo>
                <a:lnTo>
                  <a:pt x="509357" y="189512"/>
                </a:lnTo>
                <a:lnTo>
                  <a:pt x="495143" y="198033"/>
                </a:lnTo>
                <a:lnTo>
                  <a:pt x="486948" y="208904"/>
                </a:lnTo>
                <a:lnTo>
                  <a:pt x="170591" y="250631"/>
                </a:lnTo>
                <a:lnTo>
                  <a:pt x="418454" y="250631"/>
                </a:lnTo>
                <a:lnTo>
                  <a:pt x="501031" y="239730"/>
                </a:lnTo>
                <a:lnTo>
                  <a:pt x="600692" y="239730"/>
                </a:lnTo>
                <a:lnTo>
                  <a:pt x="606176" y="235364"/>
                </a:lnTo>
                <a:lnTo>
                  <a:pt x="551281" y="235364"/>
                </a:lnTo>
                <a:lnTo>
                  <a:pt x="530699" y="233526"/>
                </a:lnTo>
                <a:lnTo>
                  <a:pt x="515026" y="228913"/>
                </a:lnTo>
                <a:lnTo>
                  <a:pt x="505046" y="222876"/>
                </a:lnTo>
                <a:lnTo>
                  <a:pt x="501544" y="216768"/>
                </a:lnTo>
                <a:lnTo>
                  <a:pt x="505046" y="210661"/>
                </a:lnTo>
                <a:lnTo>
                  <a:pt x="515026" y="204628"/>
                </a:lnTo>
                <a:lnTo>
                  <a:pt x="530699" y="200018"/>
                </a:lnTo>
                <a:lnTo>
                  <a:pt x="551281" y="198182"/>
                </a:lnTo>
                <a:lnTo>
                  <a:pt x="606193" y="198182"/>
                </a:lnTo>
                <a:lnTo>
                  <a:pt x="598336" y="191924"/>
                </a:lnTo>
                <a:lnTo>
                  <a:pt x="577436" y="184611"/>
                </a:lnTo>
                <a:lnTo>
                  <a:pt x="551281" y="181963"/>
                </a:lnTo>
                <a:close/>
              </a:path>
              <a:path w="1101725" h="640080">
                <a:moveTo>
                  <a:pt x="606193" y="198182"/>
                </a:moveTo>
                <a:lnTo>
                  <a:pt x="551281" y="198182"/>
                </a:lnTo>
                <a:lnTo>
                  <a:pt x="571851" y="200018"/>
                </a:lnTo>
                <a:lnTo>
                  <a:pt x="587518" y="204628"/>
                </a:lnTo>
                <a:lnTo>
                  <a:pt x="597496" y="210661"/>
                </a:lnTo>
                <a:lnTo>
                  <a:pt x="600997" y="216768"/>
                </a:lnTo>
                <a:lnTo>
                  <a:pt x="597496" y="222876"/>
                </a:lnTo>
                <a:lnTo>
                  <a:pt x="587518" y="228913"/>
                </a:lnTo>
                <a:lnTo>
                  <a:pt x="571851" y="233526"/>
                </a:lnTo>
                <a:lnTo>
                  <a:pt x="551281" y="235364"/>
                </a:lnTo>
                <a:lnTo>
                  <a:pt x="606176" y="235364"/>
                </a:lnTo>
                <a:lnTo>
                  <a:pt x="612190" y="230575"/>
                </a:lnTo>
                <a:lnTo>
                  <a:pt x="617206" y="216768"/>
                </a:lnTo>
                <a:lnTo>
                  <a:pt x="612190" y="202958"/>
                </a:lnTo>
                <a:lnTo>
                  <a:pt x="606193" y="19818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9455819" y="8900548"/>
            <a:ext cx="4837620" cy="197874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50000"/>
              </a:lnSpc>
            </a:pPr>
            <a:r>
              <a:rPr lang="ru-RU" sz="1700" spc="80" dirty="0" smtClean="0">
                <a:latin typeface="Montserrat Medium" pitchFamily="2" charset="-52"/>
                <a:cs typeface="Verdana"/>
              </a:rPr>
              <a:t>Лечебное дело</a:t>
            </a:r>
            <a:endParaRPr sz="1700" dirty="0">
              <a:latin typeface="Montserrat Medium" pitchFamily="2" charset="-52"/>
              <a:cs typeface="Verdana"/>
            </a:endParaRPr>
          </a:p>
          <a:p>
            <a:pPr marL="12700" marR="5080">
              <a:lnSpc>
                <a:spcPct val="150000"/>
              </a:lnSpc>
            </a:pPr>
            <a:r>
              <a:rPr lang="ru-RU" sz="1700" spc="95" dirty="0" smtClean="0">
                <a:latin typeface="Montserrat Medium" pitchFamily="2" charset="-52"/>
                <a:cs typeface="Verdana"/>
              </a:rPr>
              <a:t>Акушерское дело</a:t>
            </a:r>
            <a:endParaRPr lang="ru-RU" sz="1700" spc="50" dirty="0">
              <a:latin typeface="Montserrat Medium" pitchFamily="2" charset="-52"/>
              <a:cs typeface="Verdana"/>
            </a:endParaRPr>
          </a:p>
          <a:p>
            <a:pPr marL="12700" marR="5080">
              <a:lnSpc>
                <a:spcPct val="150000"/>
              </a:lnSpc>
            </a:pPr>
            <a:r>
              <a:rPr lang="ru-RU" sz="1700" spc="15" dirty="0" smtClean="0">
                <a:latin typeface="Montserrat Medium" pitchFamily="2" charset="-52"/>
                <a:cs typeface="Verdana"/>
              </a:rPr>
              <a:t>Сестринское дело</a:t>
            </a:r>
            <a:endParaRPr sz="1700" dirty="0">
              <a:latin typeface="Montserrat Medium" pitchFamily="2" charset="-52"/>
              <a:cs typeface="Verdana"/>
            </a:endParaRPr>
          </a:p>
          <a:p>
            <a:pPr marL="12700" marR="458470">
              <a:lnSpc>
                <a:spcPct val="150000"/>
              </a:lnSpc>
            </a:pPr>
            <a:r>
              <a:rPr lang="ru-RU" sz="1700" spc="85" dirty="0" smtClean="0">
                <a:latin typeface="Montserrat Medium" pitchFamily="2" charset="-52"/>
                <a:cs typeface="Verdana"/>
              </a:rPr>
              <a:t>Лабораторная диагностика</a:t>
            </a:r>
            <a:endParaRPr lang="ru-RU" sz="1700" spc="55" dirty="0" smtClean="0">
              <a:latin typeface="Montserrat Medium" pitchFamily="2" charset="-52"/>
              <a:cs typeface="Verdana"/>
            </a:endParaRPr>
          </a:p>
          <a:p>
            <a:pPr marL="12700" marR="458470">
              <a:lnSpc>
                <a:spcPct val="150000"/>
              </a:lnSpc>
            </a:pPr>
            <a:r>
              <a:rPr lang="ru-RU" sz="1700" spc="55" dirty="0" smtClean="0">
                <a:latin typeface="Montserrat Medium" pitchFamily="2" charset="-52"/>
                <a:cs typeface="Verdana"/>
              </a:rPr>
              <a:t>Фармация</a:t>
            </a:r>
            <a:endParaRPr sz="1700" dirty="0">
              <a:latin typeface="Montserrat Medium" pitchFamily="2" charset="-52"/>
              <a:cs typeface="Verdana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8884767" y="7442093"/>
            <a:ext cx="5742424" cy="1259205"/>
          </a:xfrm>
          <a:custGeom>
            <a:avLst/>
            <a:gdLst/>
            <a:ahLst/>
            <a:cxnLst/>
            <a:rect l="l" t="t" r="r" b="b"/>
            <a:pathLst>
              <a:path w="4326255" h="1259204">
                <a:moveTo>
                  <a:pt x="4325794" y="0"/>
                </a:moveTo>
                <a:lnTo>
                  <a:pt x="0" y="0"/>
                </a:lnTo>
                <a:lnTo>
                  <a:pt x="0" y="1259113"/>
                </a:lnTo>
                <a:lnTo>
                  <a:pt x="4325794" y="1259113"/>
                </a:lnTo>
                <a:lnTo>
                  <a:pt x="4325794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10827780" y="7713975"/>
            <a:ext cx="3515165" cy="746038"/>
          </a:xfrm>
          <a:prstGeom prst="rect">
            <a:avLst/>
          </a:prstGeom>
        </p:spPr>
        <p:txBody>
          <a:bodyPr vert="horz" wrap="square" lIns="0" tIns="11430" rIns="0" bIns="0" rtlCol="0" anchor="ctr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90"/>
              </a:spcBef>
            </a:pPr>
            <a:r>
              <a:rPr lang="ru-RU" sz="1600" b="1" dirty="0">
                <a:latin typeface="Montserrat" pitchFamily="2" charset="-52"/>
                <a:cs typeface="Verdana"/>
              </a:rPr>
              <a:t>Институт среднего медицинского образования (Медицинский колледж)</a:t>
            </a:r>
            <a:endParaRPr lang="ru-RU" sz="1600" dirty="0">
              <a:latin typeface="Montserrat" pitchFamily="2" charset="-52"/>
              <a:cs typeface="Verdana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9634362" y="7655123"/>
            <a:ext cx="923290" cy="833119"/>
          </a:xfrm>
          <a:custGeom>
            <a:avLst/>
            <a:gdLst/>
            <a:ahLst/>
            <a:cxnLst/>
            <a:rect l="l" t="t" r="r" b="b"/>
            <a:pathLst>
              <a:path w="923289" h="833120">
                <a:moveTo>
                  <a:pt x="645198" y="428320"/>
                </a:moveTo>
                <a:lnTo>
                  <a:pt x="639445" y="422541"/>
                </a:lnTo>
                <a:lnTo>
                  <a:pt x="619480" y="422541"/>
                </a:lnTo>
                <a:lnTo>
                  <a:pt x="619480" y="448297"/>
                </a:lnTo>
                <a:lnTo>
                  <a:pt x="619480" y="531736"/>
                </a:lnTo>
                <a:lnTo>
                  <a:pt x="517664" y="531736"/>
                </a:lnTo>
                <a:lnTo>
                  <a:pt x="511898" y="537502"/>
                </a:lnTo>
                <a:lnTo>
                  <a:pt x="511898" y="639330"/>
                </a:lnTo>
                <a:lnTo>
                  <a:pt x="428434" y="639330"/>
                </a:lnTo>
                <a:lnTo>
                  <a:pt x="428434" y="537502"/>
                </a:lnTo>
                <a:lnTo>
                  <a:pt x="422668" y="531736"/>
                </a:lnTo>
                <a:lnTo>
                  <a:pt x="320852" y="531736"/>
                </a:lnTo>
                <a:lnTo>
                  <a:pt x="320852" y="448297"/>
                </a:lnTo>
                <a:lnTo>
                  <a:pt x="422668" y="448297"/>
                </a:lnTo>
                <a:lnTo>
                  <a:pt x="428434" y="442556"/>
                </a:lnTo>
                <a:lnTo>
                  <a:pt x="428434" y="340702"/>
                </a:lnTo>
                <a:lnTo>
                  <a:pt x="511898" y="340702"/>
                </a:lnTo>
                <a:lnTo>
                  <a:pt x="511898" y="442556"/>
                </a:lnTo>
                <a:lnTo>
                  <a:pt x="517664" y="448297"/>
                </a:lnTo>
                <a:lnTo>
                  <a:pt x="619480" y="448297"/>
                </a:lnTo>
                <a:lnTo>
                  <a:pt x="619480" y="422541"/>
                </a:lnTo>
                <a:lnTo>
                  <a:pt x="537629" y="422541"/>
                </a:lnTo>
                <a:lnTo>
                  <a:pt x="537629" y="340702"/>
                </a:lnTo>
                <a:lnTo>
                  <a:pt x="537629" y="320763"/>
                </a:lnTo>
                <a:lnTo>
                  <a:pt x="531863" y="314972"/>
                </a:lnTo>
                <a:lnTo>
                  <a:pt x="408457" y="314972"/>
                </a:lnTo>
                <a:lnTo>
                  <a:pt x="402717" y="320763"/>
                </a:lnTo>
                <a:lnTo>
                  <a:pt x="402717" y="422541"/>
                </a:lnTo>
                <a:lnTo>
                  <a:pt x="300888" y="422541"/>
                </a:lnTo>
                <a:lnTo>
                  <a:pt x="295122" y="428320"/>
                </a:lnTo>
                <a:lnTo>
                  <a:pt x="295122" y="551726"/>
                </a:lnTo>
                <a:lnTo>
                  <a:pt x="300888" y="557453"/>
                </a:lnTo>
                <a:lnTo>
                  <a:pt x="402717" y="557453"/>
                </a:lnTo>
                <a:lnTo>
                  <a:pt x="402717" y="659295"/>
                </a:lnTo>
                <a:lnTo>
                  <a:pt x="408457" y="665060"/>
                </a:lnTo>
                <a:lnTo>
                  <a:pt x="531863" y="665060"/>
                </a:lnTo>
                <a:lnTo>
                  <a:pt x="537629" y="659295"/>
                </a:lnTo>
                <a:lnTo>
                  <a:pt x="537629" y="639330"/>
                </a:lnTo>
                <a:lnTo>
                  <a:pt x="537629" y="557453"/>
                </a:lnTo>
                <a:lnTo>
                  <a:pt x="639445" y="557453"/>
                </a:lnTo>
                <a:lnTo>
                  <a:pt x="645198" y="551726"/>
                </a:lnTo>
                <a:lnTo>
                  <a:pt x="645198" y="428320"/>
                </a:lnTo>
                <a:close/>
              </a:path>
              <a:path w="923289" h="833120">
                <a:moveTo>
                  <a:pt x="923175" y="251498"/>
                </a:moveTo>
                <a:lnTo>
                  <a:pt x="914984" y="210997"/>
                </a:lnTo>
                <a:lnTo>
                  <a:pt x="900963" y="190233"/>
                </a:lnTo>
                <a:lnTo>
                  <a:pt x="892632" y="177888"/>
                </a:lnTo>
                <a:lnTo>
                  <a:pt x="880300" y="169570"/>
                </a:lnTo>
                <a:lnTo>
                  <a:pt x="880300" y="251498"/>
                </a:lnTo>
                <a:lnTo>
                  <a:pt x="880300" y="728510"/>
                </a:lnTo>
                <a:lnTo>
                  <a:pt x="875474" y="752335"/>
                </a:lnTo>
                <a:lnTo>
                  <a:pt x="862330" y="771829"/>
                </a:lnTo>
                <a:lnTo>
                  <a:pt x="842848" y="784974"/>
                </a:lnTo>
                <a:lnTo>
                  <a:pt x="819023" y="789800"/>
                </a:lnTo>
                <a:lnTo>
                  <a:pt x="104165" y="789800"/>
                </a:lnTo>
                <a:lnTo>
                  <a:pt x="80327" y="784974"/>
                </a:lnTo>
                <a:lnTo>
                  <a:pt x="60845" y="771829"/>
                </a:lnTo>
                <a:lnTo>
                  <a:pt x="47701" y="752335"/>
                </a:lnTo>
                <a:lnTo>
                  <a:pt x="42875" y="728510"/>
                </a:lnTo>
                <a:lnTo>
                  <a:pt x="42875" y="251498"/>
                </a:lnTo>
                <a:lnTo>
                  <a:pt x="47701" y="227685"/>
                </a:lnTo>
                <a:lnTo>
                  <a:pt x="60845" y="208203"/>
                </a:lnTo>
                <a:lnTo>
                  <a:pt x="80327" y="195059"/>
                </a:lnTo>
                <a:lnTo>
                  <a:pt x="104165" y="190233"/>
                </a:lnTo>
                <a:lnTo>
                  <a:pt x="819023" y="190233"/>
                </a:lnTo>
                <a:lnTo>
                  <a:pt x="842848" y="195059"/>
                </a:lnTo>
                <a:lnTo>
                  <a:pt x="862330" y="208203"/>
                </a:lnTo>
                <a:lnTo>
                  <a:pt x="875474" y="227685"/>
                </a:lnTo>
                <a:lnTo>
                  <a:pt x="880300" y="251498"/>
                </a:lnTo>
                <a:lnTo>
                  <a:pt x="880300" y="169570"/>
                </a:lnTo>
                <a:lnTo>
                  <a:pt x="859523" y="155536"/>
                </a:lnTo>
                <a:lnTo>
                  <a:pt x="819023" y="147345"/>
                </a:lnTo>
                <a:lnTo>
                  <a:pt x="688238" y="147345"/>
                </a:lnTo>
                <a:lnTo>
                  <a:pt x="688124" y="104990"/>
                </a:lnTo>
                <a:lnTo>
                  <a:pt x="678688" y="64439"/>
                </a:lnTo>
                <a:lnTo>
                  <a:pt x="661949" y="42862"/>
                </a:lnTo>
                <a:lnTo>
                  <a:pt x="652678" y="30911"/>
                </a:lnTo>
                <a:lnTo>
                  <a:pt x="645350" y="26619"/>
                </a:lnTo>
                <a:lnTo>
                  <a:pt x="645350" y="147345"/>
                </a:lnTo>
                <a:lnTo>
                  <a:pt x="582701" y="147345"/>
                </a:lnTo>
                <a:lnTo>
                  <a:pt x="582701" y="129209"/>
                </a:lnTo>
                <a:lnTo>
                  <a:pt x="578294" y="109842"/>
                </a:lnTo>
                <a:lnTo>
                  <a:pt x="577189" y="104990"/>
                </a:lnTo>
                <a:lnTo>
                  <a:pt x="562190" y="85204"/>
                </a:lnTo>
                <a:lnTo>
                  <a:pt x="539965" y="71856"/>
                </a:lnTo>
                <a:lnTo>
                  <a:pt x="539813" y="71831"/>
                </a:lnTo>
                <a:lnTo>
                  <a:pt x="539813" y="129209"/>
                </a:lnTo>
                <a:lnTo>
                  <a:pt x="539813" y="147345"/>
                </a:lnTo>
                <a:lnTo>
                  <a:pt x="383374" y="147345"/>
                </a:lnTo>
                <a:lnTo>
                  <a:pt x="383374" y="129209"/>
                </a:lnTo>
                <a:lnTo>
                  <a:pt x="385533" y="121754"/>
                </a:lnTo>
                <a:lnTo>
                  <a:pt x="391388" y="115595"/>
                </a:lnTo>
                <a:lnTo>
                  <a:pt x="399986" y="111391"/>
                </a:lnTo>
                <a:lnTo>
                  <a:pt x="410400" y="109842"/>
                </a:lnTo>
                <a:lnTo>
                  <a:pt x="512787" y="109842"/>
                </a:lnTo>
                <a:lnTo>
                  <a:pt x="523189" y="111391"/>
                </a:lnTo>
                <a:lnTo>
                  <a:pt x="531787" y="115595"/>
                </a:lnTo>
                <a:lnTo>
                  <a:pt x="537641" y="121754"/>
                </a:lnTo>
                <a:lnTo>
                  <a:pt x="539813" y="129209"/>
                </a:lnTo>
                <a:lnTo>
                  <a:pt x="539813" y="71831"/>
                </a:lnTo>
                <a:lnTo>
                  <a:pt x="512787" y="66954"/>
                </a:lnTo>
                <a:lnTo>
                  <a:pt x="410400" y="66954"/>
                </a:lnTo>
                <a:lnTo>
                  <a:pt x="383209" y="71856"/>
                </a:lnTo>
                <a:lnTo>
                  <a:pt x="360984" y="85204"/>
                </a:lnTo>
                <a:lnTo>
                  <a:pt x="345986" y="104990"/>
                </a:lnTo>
                <a:lnTo>
                  <a:pt x="340487" y="129209"/>
                </a:lnTo>
                <a:lnTo>
                  <a:pt x="340487" y="147345"/>
                </a:lnTo>
                <a:lnTo>
                  <a:pt x="277837" y="147345"/>
                </a:lnTo>
                <a:lnTo>
                  <a:pt x="277952" y="104990"/>
                </a:lnTo>
                <a:lnTo>
                  <a:pt x="300812" y="61214"/>
                </a:lnTo>
                <a:lnTo>
                  <a:pt x="356184" y="42862"/>
                </a:lnTo>
                <a:lnTo>
                  <a:pt x="567004" y="42862"/>
                </a:lnTo>
                <a:lnTo>
                  <a:pt x="622376" y="61214"/>
                </a:lnTo>
                <a:lnTo>
                  <a:pt x="645236" y="104990"/>
                </a:lnTo>
                <a:lnTo>
                  <a:pt x="645350" y="147345"/>
                </a:lnTo>
                <a:lnTo>
                  <a:pt x="645350" y="26619"/>
                </a:lnTo>
                <a:lnTo>
                  <a:pt x="614146" y="8305"/>
                </a:lnTo>
                <a:lnTo>
                  <a:pt x="567004" y="0"/>
                </a:lnTo>
                <a:lnTo>
                  <a:pt x="356184" y="0"/>
                </a:lnTo>
                <a:lnTo>
                  <a:pt x="309041" y="8305"/>
                </a:lnTo>
                <a:lnTo>
                  <a:pt x="270510" y="30911"/>
                </a:lnTo>
                <a:lnTo>
                  <a:pt x="244500" y="64439"/>
                </a:lnTo>
                <a:lnTo>
                  <a:pt x="235064" y="104990"/>
                </a:lnTo>
                <a:lnTo>
                  <a:pt x="234962" y="147345"/>
                </a:lnTo>
                <a:lnTo>
                  <a:pt x="104165" y="147345"/>
                </a:lnTo>
                <a:lnTo>
                  <a:pt x="63665" y="155536"/>
                </a:lnTo>
                <a:lnTo>
                  <a:pt x="30556" y="177888"/>
                </a:lnTo>
                <a:lnTo>
                  <a:pt x="8204" y="210997"/>
                </a:lnTo>
                <a:lnTo>
                  <a:pt x="0" y="251498"/>
                </a:lnTo>
                <a:lnTo>
                  <a:pt x="0" y="728510"/>
                </a:lnTo>
                <a:lnTo>
                  <a:pt x="8204" y="769010"/>
                </a:lnTo>
                <a:lnTo>
                  <a:pt x="30556" y="802119"/>
                </a:lnTo>
                <a:lnTo>
                  <a:pt x="63665" y="824458"/>
                </a:lnTo>
                <a:lnTo>
                  <a:pt x="104165" y="832662"/>
                </a:lnTo>
                <a:lnTo>
                  <a:pt x="819023" y="832662"/>
                </a:lnTo>
                <a:lnTo>
                  <a:pt x="859523" y="824458"/>
                </a:lnTo>
                <a:lnTo>
                  <a:pt x="892632" y="802119"/>
                </a:lnTo>
                <a:lnTo>
                  <a:pt x="914984" y="769010"/>
                </a:lnTo>
                <a:lnTo>
                  <a:pt x="923175" y="728510"/>
                </a:lnTo>
                <a:lnTo>
                  <a:pt x="923175" y="2514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10777921" y="2223748"/>
            <a:ext cx="3030550" cy="486415"/>
          </a:xfrm>
          <a:prstGeom prst="rect">
            <a:avLst/>
          </a:prstGeom>
        </p:spPr>
        <p:txBody>
          <a:bodyPr vert="horz" wrap="square" lIns="0" tIns="11430" rIns="0" bIns="0" rtlCol="0" anchor="ctr">
            <a:spAutoFit/>
          </a:bodyPr>
          <a:lstStyle/>
          <a:p>
            <a:pPr marL="12700" marR="5080">
              <a:lnSpc>
                <a:spcPct val="102400"/>
              </a:lnSpc>
              <a:spcBef>
                <a:spcPts val="90"/>
              </a:spcBef>
            </a:pPr>
            <a:r>
              <a:rPr sz="1550" b="1" dirty="0">
                <a:solidFill>
                  <a:srgbClr val="FFFFFF"/>
                </a:solidFill>
                <a:latin typeface="Montserrat" pitchFamily="2" charset="-52"/>
                <a:cs typeface="Verdana"/>
              </a:rPr>
              <a:t>Институт гуманитарного  образования и спорта</a:t>
            </a:r>
            <a:endParaRPr sz="1550" b="1" dirty="0">
              <a:latin typeface="Montserrat" pitchFamily="2" charset="-52"/>
              <a:cs typeface="Verdana"/>
            </a:endParaRPr>
          </a:p>
        </p:txBody>
      </p:sp>
      <p:sp>
        <p:nvSpPr>
          <p:cNvPr id="47" name="object 27"/>
          <p:cNvSpPr/>
          <p:nvPr/>
        </p:nvSpPr>
        <p:spPr>
          <a:xfrm>
            <a:off x="463470" y="1933303"/>
            <a:ext cx="993140" cy="995044"/>
          </a:xfrm>
          <a:custGeom>
            <a:avLst/>
            <a:gdLst/>
            <a:ahLst/>
            <a:cxnLst/>
            <a:rect l="l" t="t" r="r" b="b"/>
            <a:pathLst>
              <a:path w="993139" h="995045">
                <a:moveTo>
                  <a:pt x="639521" y="19138"/>
                </a:moveTo>
                <a:lnTo>
                  <a:pt x="639254" y="8470"/>
                </a:lnTo>
                <a:lnTo>
                  <a:pt x="631571" y="596"/>
                </a:lnTo>
                <a:lnTo>
                  <a:pt x="620255" y="0"/>
                </a:lnTo>
                <a:lnTo>
                  <a:pt x="619937" y="0"/>
                </a:lnTo>
                <a:lnTo>
                  <a:pt x="601751" y="1384"/>
                </a:lnTo>
                <a:lnTo>
                  <a:pt x="601751" y="37820"/>
                </a:lnTo>
                <a:lnTo>
                  <a:pt x="595160" y="83083"/>
                </a:lnTo>
                <a:lnTo>
                  <a:pt x="581647" y="125628"/>
                </a:lnTo>
                <a:lnTo>
                  <a:pt x="561822" y="164846"/>
                </a:lnTo>
                <a:lnTo>
                  <a:pt x="536244" y="200139"/>
                </a:lnTo>
                <a:lnTo>
                  <a:pt x="505510" y="230911"/>
                </a:lnTo>
                <a:lnTo>
                  <a:pt x="470204" y="256552"/>
                </a:lnTo>
                <a:lnTo>
                  <a:pt x="430898" y="276466"/>
                </a:lnTo>
                <a:lnTo>
                  <a:pt x="388162" y="290055"/>
                </a:lnTo>
                <a:lnTo>
                  <a:pt x="342607" y="296710"/>
                </a:lnTo>
                <a:lnTo>
                  <a:pt x="343293" y="288912"/>
                </a:lnTo>
                <a:lnTo>
                  <a:pt x="359168" y="219214"/>
                </a:lnTo>
                <a:lnTo>
                  <a:pt x="378599" y="177368"/>
                </a:lnTo>
                <a:lnTo>
                  <a:pt x="404304" y="139814"/>
                </a:lnTo>
                <a:lnTo>
                  <a:pt x="435584" y="107162"/>
                </a:lnTo>
                <a:lnTo>
                  <a:pt x="471703" y="80035"/>
                </a:lnTo>
                <a:lnTo>
                  <a:pt x="511924" y="59029"/>
                </a:lnTo>
                <a:lnTo>
                  <a:pt x="555510" y="44754"/>
                </a:lnTo>
                <a:lnTo>
                  <a:pt x="601751" y="37820"/>
                </a:lnTo>
                <a:lnTo>
                  <a:pt x="601751" y="1384"/>
                </a:lnTo>
                <a:lnTo>
                  <a:pt x="526224" y="14224"/>
                </a:lnTo>
                <a:lnTo>
                  <a:pt x="483095" y="31254"/>
                </a:lnTo>
                <a:lnTo>
                  <a:pt x="443242" y="54241"/>
                </a:lnTo>
                <a:lnTo>
                  <a:pt x="407250" y="82689"/>
                </a:lnTo>
                <a:lnTo>
                  <a:pt x="375729" y="116090"/>
                </a:lnTo>
                <a:lnTo>
                  <a:pt x="349250" y="153962"/>
                </a:lnTo>
                <a:lnTo>
                  <a:pt x="328409" y="195795"/>
                </a:lnTo>
                <a:lnTo>
                  <a:pt x="319138" y="157988"/>
                </a:lnTo>
                <a:lnTo>
                  <a:pt x="304139" y="121754"/>
                </a:lnTo>
                <a:lnTo>
                  <a:pt x="285915" y="91884"/>
                </a:lnTo>
                <a:lnTo>
                  <a:pt x="283438" y="87820"/>
                </a:lnTo>
                <a:lnTo>
                  <a:pt x="257060" y="56908"/>
                </a:lnTo>
                <a:lnTo>
                  <a:pt x="255739" y="55575"/>
                </a:lnTo>
                <a:lnTo>
                  <a:pt x="252984" y="53149"/>
                </a:lnTo>
                <a:lnTo>
                  <a:pt x="251790" y="52120"/>
                </a:lnTo>
                <a:lnTo>
                  <a:pt x="251206" y="51574"/>
                </a:lnTo>
                <a:lnTo>
                  <a:pt x="245389" y="47942"/>
                </a:lnTo>
                <a:lnTo>
                  <a:pt x="238785" y="46685"/>
                </a:lnTo>
                <a:lnTo>
                  <a:pt x="232105" y="47777"/>
                </a:lnTo>
                <a:lnTo>
                  <a:pt x="193306" y="90716"/>
                </a:lnTo>
                <a:lnTo>
                  <a:pt x="170281" y="133350"/>
                </a:lnTo>
                <a:lnTo>
                  <a:pt x="155917" y="178854"/>
                </a:lnTo>
                <a:lnTo>
                  <a:pt x="150228" y="225920"/>
                </a:lnTo>
                <a:lnTo>
                  <a:pt x="153263" y="273253"/>
                </a:lnTo>
                <a:lnTo>
                  <a:pt x="165061" y="319519"/>
                </a:lnTo>
                <a:lnTo>
                  <a:pt x="185648" y="363423"/>
                </a:lnTo>
                <a:lnTo>
                  <a:pt x="215074" y="403669"/>
                </a:lnTo>
                <a:lnTo>
                  <a:pt x="215760" y="404444"/>
                </a:lnTo>
                <a:lnTo>
                  <a:pt x="102603" y="517575"/>
                </a:lnTo>
                <a:lnTo>
                  <a:pt x="121958" y="536956"/>
                </a:lnTo>
                <a:lnTo>
                  <a:pt x="235204" y="423735"/>
                </a:lnTo>
                <a:lnTo>
                  <a:pt x="236029" y="424408"/>
                </a:lnTo>
                <a:lnTo>
                  <a:pt x="274662" y="452882"/>
                </a:lnTo>
                <a:lnTo>
                  <a:pt x="316725" y="473163"/>
                </a:lnTo>
                <a:lnTo>
                  <a:pt x="361073" y="485305"/>
                </a:lnTo>
                <a:lnTo>
                  <a:pt x="406527" y="489356"/>
                </a:lnTo>
                <a:lnTo>
                  <a:pt x="455460" y="484657"/>
                </a:lnTo>
                <a:lnTo>
                  <a:pt x="502881" y="470611"/>
                </a:lnTo>
                <a:lnTo>
                  <a:pt x="539572" y="451319"/>
                </a:lnTo>
                <a:lnTo>
                  <a:pt x="587286" y="414604"/>
                </a:lnTo>
                <a:lnTo>
                  <a:pt x="593001" y="400989"/>
                </a:lnTo>
                <a:lnTo>
                  <a:pt x="591756" y="394157"/>
                </a:lnTo>
                <a:lnTo>
                  <a:pt x="553910" y="358990"/>
                </a:lnTo>
                <a:lnTo>
                  <a:pt x="547319" y="355130"/>
                </a:lnTo>
                <a:lnTo>
                  <a:pt x="547319" y="400824"/>
                </a:lnTo>
                <a:lnTo>
                  <a:pt x="509854" y="426288"/>
                </a:lnTo>
                <a:lnTo>
                  <a:pt x="468871" y="443128"/>
                </a:lnTo>
                <a:lnTo>
                  <a:pt x="425792" y="451319"/>
                </a:lnTo>
                <a:lnTo>
                  <a:pt x="382041" y="450799"/>
                </a:lnTo>
                <a:lnTo>
                  <a:pt x="339001" y="441528"/>
                </a:lnTo>
                <a:lnTo>
                  <a:pt x="298653" y="423735"/>
                </a:lnTo>
                <a:lnTo>
                  <a:pt x="260781" y="396633"/>
                </a:lnTo>
                <a:lnTo>
                  <a:pt x="259880" y="395833"/>
                </a:lnTo>
                <a:lnTo>
                  <a:pt x="258953" y="395097"/>
                </a:lnTo>
                <a:lnTo>
                  <a:pt x="257467" y="393852"/>
                </a:lnTo>
                <a:lnTo>
                  <a:pt x="256870" y="393395"/>
                </a:lnTo>
                <a:lnTo>
                  <a:pt x="255498" y="392061"/>
                </a:lnTo>
                <a:lnTo>
                  <a:pt x="252082" y="389077"/>
                </a:lnTo>
                <a:lnTo>
                  <a:pt x="250736" y="387743"/>
                </a:lnTo>
                <a:lnTo>
                  <a:pt x="248907" y="385864"/>
                </a:lnTo>
                <a:lnTo>
                  <a:pt x="245694" y="382155"/>
                </a:lnTo>
                <a:lnTo>
                  <a:pt x="242811" y="378879"/>
                </a:lnTo>
                <a:lnTo>
                  <a:pt x="215925" y="341490"/>
                </a:lnTo>
                <a:lnTo>
                  <a:pt x="197891" y="300532"/>
                </a:lnTo>
                <a:lnTo>
                  <a:pt x="188658" y="257429"/>
                </a:lnTo>
                <a:lnTo>
                  <a:pt x="188188" y="213588"/>
                </a:lnTo>
                <a:lnTo>
                  <a:pt x="196443" y="170446"/>
                </a:lnTo>
                <a:lnTo>
                  <a:pt x="213385" y="129400"/>
                </a:lnTo>
                <a:lnTo>
                  <a:pt x="238975" y="91884"/>
                </a:lnTo>
                <a:lnTo>
                  <a:pt x="267576" y="132105"/>
                </a:lnTo>
                <a:lnTo>
                  <a:pt x="286105" y="176657"/>
                </a:lnTo>
                <a:lnTo>
                  <a:pt x="294398" y="223735"/>
                </a:lnTo>
                <a:lnTo>
                  <a:pt x="292277" y="271551"/>
                </a:lnTo>
                <a:lnTo>
                  <a:pt x="279577" y="318287"/>
                </a:lnTo>
                <a:lnTo>
                  <a:pt x="256159" y="362140"/>
                </a:lnTo>
                <a:lnTo>
                  <a:pt x="253453" y="368071"/>
                </a:lnTo>
                <a:lnTo>
                  <a:pt x="269773" y="391236"/>
                </a:lnTo>
                <a:lnTo>
                  <a:pt x="276098" y="390728"/>
                </a:lnTo>
                <a:lnTo>
                  <a:pt x="282028" y="388023"/>
                </a:lnTo>
                <a:lnTo>
                  <a:pt x="324967" y="364972"/>
                </a:lnTo>
                <a:lnTo>
                  <a:pt x="370687" y="352209"/>
                </a:lnTo>
                <a:lnTo>
                  <a:pt x="417487" y="349580"/>
                </a:lnTo>
                <a:lnTo>
                  <a:pt x="463651" y="356920"/>
                </a:lnTo>
                <a:lnTo>
                  <a:pt x="507504" y="374053"/>
                </a:lnTo>
                <a:lnTo>
                  <a:pt x="547319" y="400824"/>
                </a:lnTo>
                <a:lnTo>
                  <a:pt x="547319" y="355130"/>
                </a:lnTo>
                <a:lnTo>
                  <a:pt x="537895" y="349580"/>
                </a:lnTo>
                <a:lnTo>
                  <a:pt x="517118" y="337388"/>
                </a:lnTo>
                <a:lnTo>
                  <a:pt x="477799" y="322402"/>
                </a:lnTo>
                <a:lnTo>
                  <a:pt x="436816" y="314071"/>
                </a:lnTo>
                <a:lnTo>
                  <a:pt x="474027" y="296710"/>
                </a:lnTo>
                <a:lnTo>
                  <a:pt x="518807" y="268033"/>
                </a:lnTo>
                <a:lnTo>
                  <a:pt x="553377" y="236677"/>
                </a:lnTo>
                <a:lnTo>
                  <a:pt x="582904" y="200494"/>
                </a:lnTo>
                <a:lnTo>
                  <a:pt x="606844" y="160083"/>
                </a:lnTo>
                <a:lnTo>
                  <a:pt x="624636" y="116014"/>
                </a:lnTo>
                <a:lnTo>
                  <a:pt x="635711" y="68834"/>
                </a:lnTo>
                <a:lnTo>
                  <a:pt x="638086" y="37820"/>
                </a:lnTo>
                <a:lnTo>
                  <a:pt x="639521" y="19138"/>
                </a:lnTo>
                <a:close/>
              </a:path>
              <a:path w="993139" h="995045">
                <a:moveTo>
                  <a:pt x="992936" y="665543"/>
                </a:moveTo>
                <a:lnTo>
                  <a:pt x="991781" y="660425"/>
                </a:lnTo>
                <a:lnTo>
                  <a:pt x="988771" y="656323"/>
                </a:lnTo>
                <a:lnTo>
                  <a:pt x="985291" y="651510"/>
                </a:lnTo>
                <a:lnTo>
                  <a:pt x="979690" y="648665"/>
                </a:lnTo>
                <a:lnTo>
                  <a:pt x="973734" y="648665"/>
                </a:lnTo>
                <a:lnTo>
                  <a:pt x="954963" y="646315"/>
                </a:lnTo>
                <a:lnTo>
                  <a:pt x="954963" y="826858"/>
                </a:lnTo>
                <a:lnTo>
                  <a:pt x="939698" y="828903"/>
                </a:lnTo>
                <a:lnTo>
                  <a:pt x="922337" y="831977"/>
                </a:lnTo>
                <a:lnTo>
                  <a:pt x="902893" y="836079"/>
                </a:lnTo>
                <a:lnTo>
                  <a:pt x="880783" y="841387"/>
                </a:lnTo>
                <a:lnTo>
                  <a:pt x="879170" y="841921"/>
                </a:lnTo>
                <a:lnTo>
                  <a:pt x="872731" y="844334"/>
                </a:lnTo>
                <a:lnTo>
                  <a:pt x="427977" y="956589"/>
                </a:lnTo>
                <a:lnTo>
                  <a:pt x="421411" y="957427"/>
                </a:lnTo>
                <a:lnTo>
                  <a:pt x="414934" y="957389"/>
                </a:lnTo>
                <a:lnTo>
                  <a:pt x="408292" y="956437"/>
                </a:lnTo>
                <a:lnTo>
                  <a:pt x="401256" y="954481"/>
                </a:lnTo>
                <a:lnTo>
                  <a:pt x="62204" y="709180"/>
                </a:lnTo>
                <a:lnTo>
                  <a:pt x="61455" y="708621"/>
                </a:lnTo>
                <a:lnTo>
                  <a:pt x="60629" y="708113"/>
                </a:lnTo>
                <a:lnTo>
                  <a:pt x="56337" y="705891"/>
                </a:lnTo>
                <a:lnTo>
                  <a:pt x="52984" y="703478"/>
                </a:lnTo>
                <a:lnTo>
                  <a:pt x="49555" y="700163"/>
                </a:lnTo>
                <a:lnTo>
                  <a:pt x="49352" y="699998"/>
                </a:lnTo>
                <a:lnTo>
                  <a:pt x="44107" y="693712"/>
                </a:lnTo>
                <a:lnTo>
                  <a:pt x="40259" y="686663"/>
                </a:lnTo>
                <a:lnTo>
                  <a:pt x="37896" y="679043"/>
                </a:lnTo>
                <a:lnTo>
                  <a:pt x="37198" y="672071"/>
                </a:lnTo>
                <a:lnTo>
                  <a:pt x="37211" y="670458"/>
                </a:lnTo>
                <a:lnTo>
                  <a:pt x="59893" y="634326"/>
                </a:lnTo>
                <a:lnTo>
                  <a:pt x="75628" y="630097"/>
                </a:lnTo>
                <a:lnTo>
                  <a:pt x="76352" y="629996"/>
                </a:lnTo>
                <a:lnTo>
                  <a:pt x="77076" y="629856"/>
                </a:lnTo>
                <a:lnTo>
                  <a:pt x="80784" y="629069"/>
                </a:lnTo>
                <a:lnTo>
                  <a:pt x="84442" y="628840"/>
                </a:lnTo>
                <a:lnTo>
                  <a:pt x="141097" y="662165"/>
                </a:lnTo>
                <a:lnTo>
                  <a:pt x="350621" y="797991"/>
                </a:lnTo>
                <a:lnTo>
                  <a:pt x="373151" y="801420"/>
                </a:lnTo>
                <a:lnTo>
                  <a:pt x="380352" y="801255"/>
                </a:lnTo>
                <a:lnTo>
                  <a:pt x="519328" y="765314"/>
                </a:lnTo>
                <a:lnTo>
                  <a:pt x="522808" y="764324"/>
                </a:lnTo>
                <a:lnTo>
                  <a:pt x="531444" y="761885"/>
                </a:lnTo>
                <a:lnTo>
                  <a:pt x="543623" y="758583"/>
                </a:lnTo>
                <a:lnTo>
                  <a:pt x="555853" y="755421"/>
                </a:lnTo>
                <a:lnTo>
                  <a:pt x="568134" y="752386"/>
                </a:lnTo>
                <a:lnTo>
                  <a:pt x="620903" y="738378"/>
                </a:lnTo>
                <a:lnTo>
                  <a:pt x="651852" y="709764"/>
                </a:lnTo>
                <a:lnTo>
                  <a:pt x="662216" y="672071"/>
                </a:lnTo>
                <a:lnTo>
                  <a:pt x="657542" y="645934"/>
                </a:lnTo>
                <a:lnTo>
                  <a:pt x="624776" y="607390"/>
                </a:lnTo>
                <a:lnTo>
                  <a:pt x="597750" y="598335"/>
                </a:lnTo>
                <a:lnTo>
                  <a:pt x="464972" y="598335"/>
                </a:lnTo>
                <a:lnTo>
                  <a:pt x="457758" y="596861"/>
                </a:lnTo>
                <a:lnTo>
                  <a:pt x="451853" y="592886"/>
                </a:lnTo>
                <a:lnTo>
                  <a:pt x="447878" y="586981"/>
                </a:lnTo>
                <a:lnTo>
                  <a:pt x="446417" y="579755"/>
                </a:lnTo>
                <a:lnTo>
                  <a:pt x="447878" y="572528"/>
                </a:lnTo>
                <a:lnTo>
                  <a:pt x="451853" y="566623"/>
                </a:lnTo>
                <a:lnTo>
                  <a:pt x="457758" y="562635"/>
                </a:lnTo>
                <a:lnTo>
                  <a:pt x="464972" y="561174"/>
                </a:lnTo>
                <a:lnTo>
                  <a:pt x="605853" y="561174"/>
                </a:lnTo>
                <a:lnTo>
                  <a:pt x="636536" y="560590"/>
                </a:lnTo>
                <a:lnTo>
                  <a:pt x="675601" y="560552"/>
                </a:lnTo>
                <a:lnTo>
                  <a:pt x="745858" y="574014"/>
                </a:lnTo>
                <a:lnTo>
                  <a:pt x="801077" y="605015"/>
                </a:lnTo>
                <a:lnTo>
                  <a:pt x="826427" y="623443"/>
                </a:lnTo>
                <a:lnTo>
                  <a:pt x="854671" y="643877"/>
                </a:lnTo>
                <a:lnTo>
                  <a:pt x="884643" y="662419"/>
                </a:lnTo>
                <a:lnTo>
                  <a:pt x="917600" y="676821"/>
                </a:lnTo>
                <a:lnTo>
                  <a:pt x="954862" y="684898"/>
                </a:lnTo>
                <a:lnTo>
                  <a:pt x="954963" y="826858"/>
                </a:lnTo>
                <a:lnTo>
                  <a:pt x="954963" y="646315"/>
                </a:lnTo>
                <a:lnTo>
                  <a:pt x="938314" y="644220"/>
                </a:lnTo>
                <a:lnTo>
                  <a:pt x="907021" y="632206"/>
                </a:lnTo>
                <a:lnTo>
                  <a:pt x="877798" y="614667"/>
                </a:lnTo>
                <a:lnTo>
                  <a:pt x="848614" y="593585"/>
                </a:lnTo>
                <a:lnTo>
                  <a:pt x="835621" y="583996"/>
                </a:lnTo>
                <a:lnTo>
                  <a:pt x="829030" y="579221"/>
                </a:lnTo>
                <a:lnTo>
                  <a:pt x="822375" y="574497"/>
                </a:lnTo>
                <a:lnTo>
                  <a:pt x="800303" y="560387"/>
                </a:lnTo>
                <a:lnTo>
                  <a:pt x="793102" y="555777"/>
                </a:lnTo>
                <a:lnTo>
                  <a:pt x="759244" y="539318"/>
                </a:lnTo>
                <a:lnTo>
                  <a:pt x="719861" y="527621"/>
                </a:lnTo>
                <a:lnTo>
                  <a:pt x="674001" y="523163"/>
                </a:lnTo>
                <a:lnTo>
                  <a:pt x="636066" y="523367"/>
                </a:lnTo>
                <a:lnTo>
                  <a:pt x="605307" y="523989"/>
                </a:lnTo>
                <a:lnTo>
                  <a:pt x="464972" y="523989"/>
                </a:lnTo>
                <a:lnTo>
                  <a:pt x="443293" y="528370"/>
                </a:lnTo>
                <a:lnTo>
                  <a:pt x="425564" y="540334"/>
                </a:lnTo>
                <a:lnTo>
                  <a:pt x="413613" y="558063"/>
                </a:lnTo>
                <a:lnTo>
                  <a:pt x="409219" y="579755"/>
                </a:lnTo>
                <a:lnTo>
                  <a:pt x="413613" y="601446"/>
                </a:lnTo>
                <a:lnTo>
                  <a:pt x="425564" y="619175"/>
                </a:lnTo>
                <a:lnTo>
                  <a:pt x="443293" y="631151"/>
                </a:lnTo>
                <a:lnTo>
                  <a:pt x="464972" y="635546"/>
                </a:lnTo>
                <a:lnTo>
                  <a:pt x="595083" y="635546"/>
                </a:lnTo>
                <a:lnTo>
                  <a:pt x="607110" y="640194"/>
                </a:lnTo>
                <a:lnTo>
                  <a:pt x="616585" y="648398"/>
                </a:lnTo>
                <a:lnTo>
                  <a:pt x="622782" y="659295"/>
                </a:lnTo>
                <a:lnTo>
                  <a:pt x="625017" y="672071"/>
                </a:lnTo>
                <a:lnTo>
                  <a:pt x="623798" y="681393"/>
                </a:lnTo>
                <a:lnTo>
                  <a:pt x="559028" y="716305"/>
                </a:lnTo>
                <a:lnTo>
                  <a:pt x="546569" y="719378"/>
                </a:lnTo>
                <a:lnTo>
                  <a:pt x="534111" y="722617"/>
                </a:lnTo>
                <a:lnTo>
                  <a:pt x="521728" y="725970"/>
                </a:lnTo>
                <a:lnTo>
                  <a:pt x="509536" y="729437"/>
                </a:lnTo>
                <a:lnTo>
                  <a:pt x="376732" y="764184"/>
                </a:lnTo>
                <a:lnTo>
                  <a:pt x="372592" y="764324"/>
                </a:lnTo>
                <a:lnTo>
                  <a:pt x="369112" y="764184"/>
                </a:lnTo>
                <a:lnTo>
                  <a:pt x="366166" y="763727"/>
                </a:lnTo>
                <a:lnTo>
                  <a:pt x="161988" y="631367"/>
                </a:lnTo>
                <a:lnTo>
                  <a:pt x="158496" y="628840"/>
                </a:lnTo>
                <a:lnTo>
                  <a:pt x="124066" y="603948"/>
                </a:lnTo>
                <a:lnTo>
                  <a:pt x="123329" y="603491"/>
                </a:lnTo>
                <a:lnTo>
                  <a:pt x="122567" y="603084"/>
                </a:lnTo>
                <a:lnTo>
                  <a:pt x="120726" y="601954"/>
                </a:lnTo>
                <a:lnTo>
                  <a:pt x="118757" y="600849"/>
                </a:lnTo>
                <a:lnTo>
                  <a:pt x="116713" y="599821"/>
                </a:lnTo>
                <a:lnTo>
                  <a:pt x="112737" y="597789"/>
                </a:lnTo>
                <a:lnTo>
                  <a:pt x="85852" y="591439"/>
                </a:lnTo>
                <a:lnTo>
                  <a:pt x="78333" y="591718"/>
                </a:lnTo>
                <a:lnTo>
                  <a:pt x="20104" y="618426"/>
                </a:lnTo>
                <a:lnTo>
                  <a:pt x="0" y="670458"/>
                </a:lnTo>
                <a:lnTo>
                  <a:pt x="0" y="672071"/>
                </a:lnTo>
                <a:lnTo>
                  <a:pt x="12966" y="714095"/>
                </a:lnTo>
                <a:lnTo>
                  <a:pt x="41389" y="740054"/>
                </a:lnTo>
                <a:lnTo>
                  <a:pt x="381571" y="986663"/>
                </a:lnTo>
                <a:lnTo>
                  <a:pt x="383311" y="987539"/>
                </a:lnTo>
                <a:lnTo>
                  <a:pt x="385165" y="988123"/>
                </a:lnTo>
                <a:lnTo>
                  <a:pt x="388264" y="989355"/>
                </a:lnTo>
                <a:lnTo>
                  <a:pt x="418147" y="994740"/>
                </a:lnTo>
                <a:lnTo>
                  <a:pt x="423875" y="994740"/>
                </a:lnTo>
                <a:lnTo>
                  <a:pt x="429780" y="994156"/>
                </a:lnTo>
                <a:lnTo>
                  <a:pt x="436460" y="992835"/>
                </a:lnTo>
                <a:lnTo>
                  <a:pt x="575703" y="957427"/>
                </a:lnTo>
                <a:lnTo>
                  <a:pt x="883424" y="880021"/>
                </a:lnTo>
                <a:lnTo>
                  <a:pt x="884123" y="879792"/>
                </a:lnTo>
                <a:lnTo>
                  <a:pt x="891463" y="877074"/>
                </a:lnTo>
                <a:lnTo>
                  <a:pt x="917536" y="870966"/>
                </a:lnTo>
                <a:lnTo>
                  <a:pt x="940092" y="866533"/>
                </a:lnTo>
                <a:lnTo>
                  <a:pt x="958824" y="863841"/>
                </a:lnTo>
                <a:lnTo>
                  <a:pt x="973480" y="862926"/>
                </a:lnTo>
                <a:lnTo>
                  <a:pt x="980706" y="861466"/>
                </a:lnTo>
                <a:lnTo>
                  <a:pt x="986612" y="857478"/>
                </a:lnTo>
                <a:lnTo>
                  <a:pt x="990600" y="851573"/>
                </a:lnTo>
                <a:lnTo>
                  <a:pt x="992060" y="844334"/>
                </a:lnTo>
                <a:lnTo>
                  <a:pt x="992060" y="831951"/>
                </a:lnTo>
                <a:lnTo>
                  <a:pt x="992263" y="830821"/>
                </a:lnTo>
                <a:lnTo>
                  <a:pt x="992136" y="714095"/>
                </a:lnTo>
                <a:lnTo>
                  <a:pt x="992060" y="670458"/>
                </a:lnTo>
                <a:lnTo>
                  <a:pt x="992936" y="66554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25"/>
          <p:cNvSpPr txBox="1"/>
          <p:nvPr/>
        </p:nvSpPr>
        <p:spPr>
          <a:xfrm>
            <a:off x="1708164" y="2092427"/>
            <a:ext cx="2406919" cy="736612"/>
          </a:xfrm>
          <a:prstGeom prst="rect">
            <a:avLst/>
          </a:prstGeom>
        </p:spPr>
        <p:txBody>
          <a:bodyPr vert="horz" wrap="square" lIns="0" tIns="11430" rIns="0" bIns="0" rtlCol="0" anchor="ctr">
            <a:spAutoFit/>
          </a:bodyPr>
          <a:lstStyle/>
          <a:p>
            <a:pPr marL="12700" marR="641985">
              <a:lnSpc>
                <a:spcPct val="102400"/>
              </a:lnSpc>
              <a:spcBef>
                <a:spcPts val="90"/>
              </a:spcBef>
            </a:pPr>
            <a:r>
              <a:rPr sz="1550" b="1" dirty="0">
                <a:solidFill>
                  <a:srgbClr val="FFFFFF"/>
                </a:solidFill>
                <a:latin typeface="Montserrat" pitchFamily="2" charset="-52"/>
                <a:cs typeface="Verdana"/>
              </a:rPr>
              <a:t>Институт  естественных</a:t>
            </a:r>
            <a:endParaRPr sz="1550" b="1" dirty="0">
              <a:latin typeface="Montserrat" pitchFamily="2" charset="-52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550" b="1" dirty="0">
                <a:solidFill>
                  <a:srgbClr val="FFFFFF"/>
                </a:solidFill>
                <a:latin typeface="Montserrat" pitchFamily="2" charset="-52"/>
                <a:cs typeface="Verdana"/>
              </a:rPr>
              <a:t>и технических наук</a:t>
            </a:r>
            <a:endParaRPr sz="1550" b="1" dirty="0">
              <a:latin typeface="Montserrat" pitchFamily="2" charset="-52"/>
              <a:cs typeface="Verdana"/>
            </a:endParaRPr>
          </a:p>
        </p:txBody>
      </p:sp>
      <p:sp>
        <p:nvSpPr>
          <p:cNvPr id="51" name="object 23"/>
          <p:cNvSpPr txBox="1"/>
          <p:nvPr/>
        </p:nvSpPr>
        <p:spPr>
          <a:xfrm>
            <a:off x="433832" y="3443122"/>
            <a:ext cx="3666694" cy="288950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00" spc="75" dirty="0">
                <a:latin typeface="Montserrat Medium" pitchFamily="2" charset="-52"/>
                <a:cs typeface="Verdana"/>
              </a:rPr>
              <a:t>Биология</a:t>
            </a:r>
            <a:endParaRPr sz="1700" dirty="0">
              <a:latin typeface="Montserrat Medium" pitchFamily="2" charset="-52"/>
              <a:cs typeface="Verdana"/>
            </a:endParaRPr>
          </a:p>
          <a:p>
            <a:pPr marL="12700" marR="5080">
              <a:lnSpc>
                <a:spcPct val="177800"/>
              </a:lnSpc>
            </a:pPr>
            <a:r>
              <a:rPr sz="1700" spc="-105" dirty="0">
                <a:latin typeface="Montserrat Medium" pitchFamily="2" charset="-52"/>
                <a:cs typeface="Verdana"/>
              </a:rPr>
              <a:t>Т</a:t>
            </a:r>
            <a:r>
              <a:rPr sz="1700" spc="40" dirty="0">
                <a:latin typeface="Montserrat Medium" pitchFamily="2" charset="-52"/>
                <a:cs typeface="Verdana"/>
              </a:rPr>
              <a:t>е</a:t>
            </a:r>
            <a:r>
              <a:rPr sz="1700" spc="45" dirty="0">
                <a:latin typeface="Montserrat Medium" pitchFamily="2" charset="-52"/>
                <a:cs typeface="Verdana"/>
              </a:rPr>
              <a:t>хно</a:t>
            </a:r>
            <a:r>
              <a:rPr sz="1700" spc="25" dirty="0">
                <a:latin typeface="Montserrat Medium" pitchFamily="2" charset="-52"/>
                <a:cs typeface="Verdana"/>
              </a:rPr>
              <a:t>с</a:t>
            </a:r>
            <a:r>
              <a:rPr sz="1700" spc="50" dirty="0">
                <a:latin typeface="Montserrat Medium" pitchFamily="2" charset="-52"/>
                <a:cs typeface="Verdana"/>
              </a:rPr>
              <a:t>ферная</a:t>
            </a:r>
            <a:r>
              <a:rPr sz="1700" spc="-135" dirty="0">
                <a:latin typeface="Montserrat Medium" pitchFamily="2" charset="-52"/>
                <a:cs typeface="Verdana"/>
              </a:rPr>
              <a:t> </a:t>
            </a:r>
            <a:r>
              <a:rPr sz="1700" spc="85" dirty="0">
                <a:latin typeface="Montserrat Medium" pitchFamily="2" charset="-52"/>
                <a:cs typeface="Verdana"/>
              </a:rPr>
              <a:t>б</a:t>
            </a:r>
            <a:r>
              <a:rPr sz="1700" spc="60" dirty="0">
                <a:latin typeface="Montserrat Medium" pitchFamily="2" charset="-52"/>
                <a:cs typeface="Verdana"/>
              </a:rPr>
              <a:t>е</a:t>
            </a:r>
            <a:r>
              <a:rPr sz="1700" spc="65" dirty="0">
                <a:latin typeface="Montserrat Medium" pitchFamily="2" charset="-52"/>
                <a:cs typeface="Verdana"/>
              </a:rPr>
              <a:t>зопасно</a:t>
            </a:r>
            <a:r>
              <a:rPr sz="1700" spc="45" dirty="0">
                <a:latin typeface="Montserrat Medium" pitchFamily="2" charset="-52"/>
                <a:cs typeface="Verdana"/>
              </a:rPr>
              <a:t>с</a:t>
            </a:r>
            <a:r>
              <a:rPr sz="1700" spc="10" dirty="0">
                <a:latin typeface="Montserrat Medium" pitchFamily="2" charset="-52"/>
                <a:cs typeface="Verdana"/>
              </a:rPr>
              <a:t>ть  </a:t>
            </a:r>
            <a:r>
              <a:rPr sz="1700" spc="85" dirty="0">
                <a:latin typeface="Montserrat Medium" pitchFamily="2" charset="-52"/>
                <a:cs typeface="Verdana"/>
              </a:rPr>
              <a:t>Химия</a:t>
            </a:r>
            <a:endParaRPr sz="1700" dirty="0">
              <a:latin typeface="Montserrat Medium" pitchFamily="2" charset="-52"/>
              <a:cs typeface="Verdana"/>
            </a:endParaRPr>
          </a:p>
          <a:p>
            <a:pPr marL="12700">
              <a:lnSpc>
                <a:spcPts val="1925"/>
              </a:lnSpc>
              <a:spcBef>
                <a:spcPts val="1585"/>
              </a:spcBef>
            </a:pPr>
            <a:r>
              <a:rPr sz="1700" spc="60" dirty="0">
                <a:latin typeface="Montserrat Medium" pitchFamily="2" charset="-52"/>
                <a:cs typeface="Verdana"/>
              </a:rPr>
              <a:t>Фундаментальная</a:t>
            </a:r>
            <a:endParaRPr sz="1700" dirty="0">
              <a:latin typeface="Montserrat Medium" pitchFamily="2" charset="-52"/>
              <a:cs typeface="Verdana"/>
            </a:endParaRPr>
          </a:p>
          <a:p>
            <a:pPr marL="12700">
              <a:lnSpc>
                <a:spcPts val="1925"/>
              </a:lnSpc>
            </a:pPr>
            <a:r>
              <a:rPr sz="1700" spc="110" dirty="0">
                <a:latin typeface="Montserrat Medium" pitchFamily="2" charset="-52"/>
                <a:cs typeface="Verdana"/>
              </a:rPr>
              <a:t>и</a:t>
            </a:r>
            <a:r>
              <a:rPr sz="1700" spc="-145" dirty="0">
                <a:latin typeface="Montserrat Medium" pitchFamily="2" charset="-52"/>
                <a:cs typeface="Verdana"/>
              </a:rPr>
              <a:t> </a:t>
            </a:r>
            <a:r>
              <a:rPr lang="ru-RU" sz="1700" spc="60" dirty="0" smtClean="0">
                <a:latin typeface="Montserrat Medium" pitchFamily="2" charset="-52"/>
                <a:cs typeface="Verdana"/>
              </a:rPr>
              <a:t>прикладная химия</a:t>
            </a:r>
            <a:endParaRPr lang="ru-RU" sz="1700" spc="75" dirty="0" smtClean="0">
              <a:latin typeface="Montserrat Medium" pitchFamily="2" charset="-52"/>
              <a:cs typeface="Verdana"/>
            </a:endParaRPr>
          </a:p>
          <a:p>
            <a:pPr marL="12700">
              <a:lnSpc>
                <a:spcPts val="1925"/>
              </a:lnSpc>
            </a:pPr>
            <a:endParaRPr lang="ru-RU" sz="1700" spc="75" dirty="0">
              <a:latin typeface="Montserrat Medium" pitchFamily="2" charset="-52"/>
              <a:cs typeface="Verdana"/>
            </a:endParaRPr>
          </a:p>
          <a:p>
            <a:pPr marL="12700">
              <a:lnSpc>
                <a:spcPts val="1925"/>
              </a:lnSpc>
              <a:spcBef>
                <a:spcPts val="130"/>
              </a:spcBef>
            </a:pPr>
            <a:r>
              <a:rPr lang="ru-RU" sz="1700" spc="50" dirty="0">
                <a:latin typeface="Montserrat Medium" pitchFamily="2" charset="-52"/>
                <a:cs typeface="Verdana"/>
              </a:rPr>
              <a:t>Экология</a:t>
            </a:r>
            <a:endParaRPr lang="ru-RU" sz="1700" dirty="0">
              <a:latin typeface="Montserrat Medium" pitchFamily="2" charset="-52"/>
              <a:cs typeface="Verdana"/>
            </a:endParaRPr>
          </a:p>
          <a:p>
            <a:pPr marL="12700">
              <a:lnSpc>
                <a:spcPts val="1925"/>
              </a:lnSpc>
            </a:pPr>
            <a:r>
              <a:rPr lang="ru-RU" sz="1700" spc="110" dirty="0">
                <a:latin typeface="Montserrat Medium" pitchFamily="2" charset="-52"/>
                <a:cs typeface="Verdana"/>
              </a:rPr>
              <a:t>и</a:t>
            </a:r>
            <a:r>
              <a:rPr lang="ru-RU" sz="1700" spc="-135" dirty="0">
                <a:latin typeface="Montserrat Medium" pitchFamily="2" charset="-52"/>
                <a:cs typeface="Verdana"/>
              </a:rPr>
              <a:t> </a:t>
            </a:r>
            <a:r>
              <a:rPr lang="ru-RU" sz="1700" spc="105" dirty="0">
                <a:latin typeface="Montserrat Medium" pitchFamily="2" charset="-52"/>
                <a:cs typeface="Verdana"/>
              </a:rPr>
              <a:t>прир</a:t>
            </a:r>
            <a:r>
              <a:rPr lang="ru-RU" sz="1700" spc="95" dirty="0">
                <a:latin typeface="Montserrat Medium" pitchFamily="2" charset="-52"/>
                <a:cs typeface="Verdana"/>
              </a:rPr>
              <a:t>о</a:t>
            </a:r>
            <a:r>
              <a:rPr lang="ru-RU" sz="1700" spc="85" dirty="0">
                <a:latin typeface="Montserrat Medium" pitchFamily="2" charset="-52"/>
                <a:cs typeface="Verdana"/>
              </a:rPr>
              <a:t>доп</a:t>
            </a:r>
            <a:r>
              <a:rPr lang="ru-RU" sz="1700" spc="70" dirty="0">
                <a:latin typeface="Montserrat Medium" pitchFamily="2" charset="-52"/>
                <a:cs typeface="Verdana"/>
              </a:rPr>
              <a:t>о</a:t>
            </a:r>
            <a:r>
              <a:rPr lang="ru-RU" sz="1700" spc="40" dirty="0">
                <a:latin typeface="Montserrat Medium" pitchFamily="2" charset="-52"/>
                <a:cs typeface="Verdana"/>
              </a:rPr>
              <a:t>л</a:t>
            </a:r>
            <a:r>
              <a:rPr lang="ru-RU" sz="1700" spc="20" dirty="0">
                <a:latin typeface="Montserrat Medium" pitchFamily="2" charset="-52"/>
                <a:cs typeface="Verdana"/>
              </a:rPr>
              <a:t>ь</a:t>
            </a:r>
            <a:r>
              <a:rPr lang="ru-RU" sz="1700" spc="65" dirty="0">
                <a:latin typeface="Montserrat Medium" pitchFamily="2" charset="-52"/>
                <a:cs typeface="Verdana"/>
              </a:rPr>
              <a:t>зование</a:t>
            </a:r>
            <a:endParaRPr lang="ru-RU" sz="1700" dirty="0">
              <a:latin typeface="Montserrat Medium" pitchFamily="2" charset="-52"/>
              <a:cs typeface="Verdana"/>
            </a:endParaRPr>
          </a:p>
          <a:p>
            <a:pPr marL="12700">
              <a:lnSpc>
                <a:spcPts val="1925"/>
              </a:lnSpc>
            </a:pPr>
            <a:endParaRPr sz="1700" dirty="0">
              <a:latin typeface="Montserrat Medium" pitchFamily="2" charset="-52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191551" y="3438514"/>
            <a:ext cx="4222189" cy="5375831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 marR="502284">
              <a:lnSpc>
                <a:spcPts val="1810"/>
              </a:lnSpc>
              <a:spcBef>
                <a:spcPts val="380"/>
              </a:spcBef>
            </a:pPr>
            <a:r>
              <a:rPr sz="1700" spc="75" dirty="0">
                <a:latin typeface="Montserrat Medium" pitchFamily="2" charset="-52"/>
                <a:cs typeface="Verdana"/>
              </a:rPr>
              <a:t>Инфокоммуникационные </a:t>
            </a:r>
            <a:r>
              <a:rPr sz="1700" spc="80" dirty="0">
                <a:latin typeface="Montserrat Medium" pitchFamily="2" charset="-52"/>
                <a:cs typeface="Verdana"/>
              </a:rPr>
              <a:t> </a:t>
            </a:r>
            <a:r>
              <a:rPr sz="1700" spc="50" dirty="0">
                <a:latin typeface="Montserrat Medium" pitchFamily="2" charset="-52"/>
                <a:cs typeface="Verdana"/>
              </a:rPr>
              <a:t>технологии</a:t>
            </a:r>
            <a:r>
              <a:rPr sz="1700" spc="-150" dirty="0">
                <a:latin typeface="Montserrat Medium" pitchFamily="2" charset="-52"/>
                <a:cs typeface="Verdana"/>
              </a:rPr>
              <a:t> </a:t>
            </a:r>
            <a:r>
              <a:rPr sz="1700" spc="110" dirty="0">
                <a:latin typeface="Montserrat Medium" pitchFamily="2" charset="-52"/>
                <a:cs typeface="Verdana"/>
              </a:rPr>
              <a:t>и</a:t>
            </a:r>
            <a:r>
              <a:rPr sz="1700" spc="-150" dirty="0">
                <a:latin typeface="Montserrat Medium" pitchFamily="2" charset="-52"/>
                <a:cs typeface="Verdana"/>
              </a:rPr>
              <a:t> </a:t>
            </a:r>
            <a:r>
              <a:rPr sz="1700" spc="75" dirty="0">
                <a:latin typeface="Montserrat Medium" pitchFamily="2" charset="-52"/>
                <a:cs typeface="Verdana"/>
              </a:rPr>
              <a:t>системы</a:t>
            </a:r>
            <a:r>
              <a:rPr sz="1700" spc="-150" dirty="0">
                <a:latin typeface="Montserrat Medium" pitchFamily="2" charset="-52"/>
                <a:cs typeface="Verdana"/>
              </a:rPr>
              <a:t> </a:t>
            </a:r>
            <a:r>
              <a:rPr sz="1700" spc="60" dirty="0">
                <a:latin typeface="Montserrat Medium" pitchFamily="2" charset="-52"/>
                <a:cs typeface="Verdana"/>
              </a:rPr>
              <a:t>связи</a:t>
            </a:r>
            <a:endParaRPr sz="1700" dirty="0">
              <a:latin typeface="Montserrat Medium" pitchFamily="2" charset="-52"/>
              <a:cs typeface="Verdana"/>
            </a:endParaRPr>
          </a:p>
          <a:p>
            <a:pPr marL="12700" marR="5080">
              <a:lnSpc>
                <a:spcPts val="1810"/>
              </a:lnSpc>
              <a:spcBef>
                <a:spcPts val="1825"/>
              </a:spcBef>
            </a:pPr>
            <a:r>
              <a:rPr sz="1700" spc="65" dirty="0">
                <a:latin typeface="Montserrat Medium" pitchFamily="2" charset="-52"/>
                <a:cs typeface="Verdana"/>
              </a:rPr>
              <a:t>Информатика</a:t>
            </a:r>
            <a:r>
              <a:rPr sz="1700" spc="-135" dirty="0">
                <a:latin typeface="Montserrat Medium" pitchFamily="2" charset="-52"/>
                <a:cs typeface="Verdana"/>
              </a:rPr>
              <a:t> </a:t>
            </a:r>
            <a:r>
              <a:rPr sz="1700" spc="110" dirty="0">
                <a:latin typeface="Montserrat Medium" pitchFamily="2" charset="-52"/>
                <a:cs typeface="Verdana"/>
              </a:rPr>
              <a:t>и</a:t>
            </a:r>
            <a:r>
              <a:rPr sz="1700" spc="-135" dirty="0">
                <a:latin typeface="Montserrat Medium" pitchFamily="2" charset="-52"/>
                <a:cs typeface="Verdana"/>
              </a:rPr>
              <a:t> </a:t>
            </a:r>
            <a:r>
              <a:rPr sz="1700" spc="45" dirty="0">
                <a:latin typeface="Montserrat Medium" pitchFamily="2" charset="-52"/>
                <a:cs typeface="Verdana"/>
              </a:rPr>
              <a:t>вычислительная </a:t>
            </a:r>
            <a:r>
              <a:rPr sz="1700" spc="-585" dirty="0">
                <a:latin typeface="Montserrat Medium" pitchFamily="2" charset="-52"/>
                <a:cs typeface="Verdana"/>
              </a:rPr>
              <a:t> </a:t>
            </a:r>
            <a:r>
              <a:rPr sz="1700" spc="20" dirty="0">
                <a:latin typeface="Montserrat Medium" pitchFamily="2" charset="-52"/>
                <a:cs typeface="Verdana"/>
              </a:rPr>
              <a:t>техника</a:t>
            </a:r>
            <a:endParaRPr sz="1700" dirty="0">
              <a:latin typeface="Montserrat Medium" pitchFamily="2" charset="-52"/>
              <a:cs typeface="Verdana"/>
            </a:endParaRPr>
          </a:p>
          <a:p>
            <a:pPr marL="12700" marR="614680">
              <a:lnSpc>
                <a:spcPts val="1810"/>
              </a:lnSpc>
              <a:spcBef>
                <a:spcPts val="1820"/>
              </a:spcBef>
            </a:pPr>
            <a:r>
              <a:rPr sz="1700" spc="85" dirty="0">
                <a:latin typeface="Montserrat Medium" pitchFamily="2" charset="-52"/>
                <a:cs typeface="Verdana"/>
              </a:rPr>
              <a:t>Информационные</a:t>
            </a:r>
            <a:r>
              <a:rPr sz="1700" spc="-135" dirty="0">
                <a:latin typeface="Montserrat Medium" pitchFamily="2" charset="-52"/>
                <a:cs typeface="Verdana"/>
              </a:rPr>
              <a:t> </a:t>
            </a:r>
            <a:r>
              <a:rPr sz="1700" spc="90" dirty="0">
                <a:latin typeface="Montserrat Medium" pitchFamily="2" charset="-52"/>
                <a:cs typeface="Verdana"/>
              </a:rPr>
              <a:t>си</a:t>
            </a:r>
            <a:r>
              <a:rPr sz="1700" spc="70" dirty="0">
                <a:latin typeface="Montserrat Medium" pitchFamily="2" charset="-52"/>
                <a:cs typeface="Verdana"/>
              </a:rPr>
              <a:t>с</a:t>
            </a:r>
            <a:r>
              <a:rPr sz="1700" spc="-30" dirty="0">
                <a:latin typeface="Montserrat Medium" pitchFamily="2" charset="-52"/>
                <a:cs typeface="Verdana"/>
              </a:rPr>
              <a:t>т</a:t>
            </a:r>
            <a:r>
              <a:rPr sz="1700" spc="85" dirty="0">
                <a:latin typeface="Montserrat Medium" pitchFamily="2" charset="-52"/>
                <a:cs typeface="Verdana"/>
              </a:rPr>
              <a:t>емы  </a:t>
            </a:r>
            <a:r>
              <a:rPr sz="1700" spc="110" dirty="0">
                <a:latin typeface="Montserrat Medium" pitchFamily="2" charset="-52"/>
                <a:cs typeface="Verdana"/>
              </a:rPr>
              <a:t>и</a:t>
            </a:r>
            <a:r>
              <a:rPr sz="1700" spc="-140" dirty="0">
                <a:latin typeface="Montserrat Medium" pitchFamily="2" charset="-52"/>
                <a:cs typeface="Verdana"/>
              </a:rPr>
              <a:t> </a:t>
            </a:r>
            <a:r>
              <a:rPr sz="1700" spc="50" dirty="0">
                <a:latin typeface="Montserrat Medium" pitchFamily="2" charset="-52"/>
                <a:cs typeface="Verdana"/>
              </a:rPr>
              <a:t>технологии</a:t>
            </a:r>
            <a:endParaRPr sz="1700" dirty="0">
              <a:latin typeface="Montserrat Medium" pitchFamily="2" charset="-52"/>
              <a:cs typeface="Verdana"/>
            </a:endParaRPr>
          </a:p>
          <a:p>
            <a:pPr marL="12700" marR="958850">
              <a:lnSpc>
                <a:spcPts val="1810"/>
              </a:lnSpc>
              <a:spcBef>
                <a:spcPts val="1820"/>
              </a:spcBef>
            </a:pPr>
            <a:r>
              <a:rPr lang="ru-RU" sz="1700" spc="70" dirty="0" smtClean="0">
                <a:latin typeface="Montserrat Medium" pitchFamily="2" charset="-52"/>
                <a:cs typeface="Verdana"/>
              </a:rPr>
              <a:t>Прикладная математика</a:t>
            </a:r>
            <a:r>
              <a:rPr lang="ru-RU" sz="1700" spc="-5" dirty="0">
                <a:latin typeface="Montserrat Medium" pitchFamily="2" charset="-52"/>
                <a:cs typeface="Verdana"/>
              </a:rPr>
              <a:t/>
            </a:r>
            <a:br>
              <a:rPr lang="ru-RU" sz="1700" spc="-5" dirty="0">
                <a:latin typeface="Montserrat Medium" pitchFamily="2" charset="-52"/>
                <a:cs typeface="Verdana"/>
              </a:rPr>
            </a:br>
            <a:r>
              <a:rPr sz="1700" spc="110" dirty="0">
                <a:latin typeface="Montserrat Medium" pitchFamily="2" charset="-52"/>
                <a:cs typeface="Verdana"/>
              </a:rPr>
              <a:t>и</a:t>
            </a:r>
            <a:r>
              <a:rPr sz="1700" spc="-140" dirty="0">
                <a:latin typeface="Montserrat Medium" pitchFamily="2" charset="-52"/>
                <a:cs typeface="Verdana"/>
              </a:rPr>
              <a:t> </a:t>
            </a:r>
            <a:r>
              <a:rPr sz="1700" spc="60" dirty="0">
                <a:latin typeface="Montserrat Medium" pitchFamily="2" charset="-52"/>
                <a:cs typeface="Verdana"/>
              </a:rPr>
              <a:t>информатика</a:t>
            </a:r>
            <a:endParaRPr sz="1700" dirty="0">
              <a:latin typeface="Montserrat Medium" pitchFamily="2" charset="-52"/>
              <a:cs typeface="Verdana"/>
            </a:endParaRPr>
          </a:p>
          <a:p>
            <a:pPr marL="12700" marR="694690">
              <a:lnSpc>
                <a:spcPts val="3629"/>
              </a:lnSpc>
              <a:spcBef>
                <a:spcPts val="370"/>
              </a:spcBef>
            </a:pPr>
            <a:r>
              <a:rPr sz="1700" spc="105" dirty="0">
                <a:latin typeface="Montserrat Medium" pitchFamily="2" charset="-52"/>
                <a:cs typeface="Verdana"/>
              </a:rPr>
              <a:t>Прог</a:t>
            </a:r>
            <a:r>
              <a:rPr sz="1700" spc="95" dirty="0">
                <a:latin typeface="Montserrat Medium" pitchFamily="2" charset="-52"/>
                <a:cs typeface="Verdana"/>
              </a:rPr>
              <a:t>р</a:t>
            </a:r>
            <a:r>
              <a:rPr sz="1700" spc="85" dirty="0">
                <a:latin typeface="Montserrat Medium" pitchFamily="2" charset="-52"/>
                <a:cs typeface="Verdana"/>
              </a:rPr>
              <a:t>аммная</a:t>
            </a:r>
            <a:r>
              <a:rPr sz="1700" spc="-135" dirty="0">
                <a:latin typeface="Montserrat Medium" pitchFamily="2" charset="-52"/>
                <a:cs typeface="Verdana"/>
              </a:rPr>
              <a:t> </a:t>
            </a:r>
            <a:r>
              <a:rPr sz="1700" spc="95" dirty="0">
                <a:latin typeface="Montserrat Medium" pitchFamily="2" charset="-52"/>
                <a:cs typeface="Verdana"/>
              </a:rPr>
              <a:t>ин</a:t>
            </a:r>
            <a:r>
              <a:rPr sz="1700" spc="85" dirty="0">
                <a:latin typeface="Montserrat Medium" pitchFamily="2" charset="-52"/>
                <a:cs typeface="Verdana"/>
              </a:rPr>
              <a:t>ж</a:t>
            </a:r>
            <a:r>
              <a:rPr sz="1700" spc="75" dirty="0">
                <a:latin typeface="Montserrat Medium" pitchFamily="2" charset="-52"/>
                <a:cs typeface="Verdana"/>
              </a:rPr>
              <a:t>енерия  </a:t>
            </a:r>
            <a:r>
              <a:rPr sz="1700" spc="50" dirty="0">
                <a:latin typeface="Montserrat Medium" pitchFamily="2" charset="-52"/>
                <a:cs typeface="Verdana"/>
              </a:rPr>
              <a:t>Строительство</a:t>
            </a:r>
            <a:endParaRPr sz="1700" dirty="0">
              <a:latin typeface="Montserrat Medium" pitchFamily="2" charset="-52"/>
              <a:cs typeface="Verdana"/>
            </a:endParaRPr>
          </a:p>
          <a:p>
            <a:pPr marL="12700" marR="694690">
              <a:lnSpc>
                <a:spcPts val="1810"/>
              </a:lnSpc>
              <a:spcBef>
                <a:spcPts val="1450"/>
              </a:spcBef>
            </a:pPr>
            <a:r>
              <a:rPr sz="1700" spc="85" dirty="0">
                <a:latin typeface="Montserrat Medium" pitchFamily="2" charset="-52"/>
                <a:cs typeface="Verdana"/>
              </a:rPr>
              <a:t>У</a:t>
            </a:r>
            <a:r>
              <a:rPr sz="1700" spc="110" dirty="0">
                <a:latin typeface="Montserrat Medium" pitchFamily="2" charset="-52"/>
                <a:cs typeface="Verdana"/>
              </a:rPr>
              <a:t>п</a:t>
            </a:r>
            <a:r>
              <a:rPr sz="1700" spc="95" dirty="0">
                <a:latin typeface="Montserrat Medium" pitchFamily="2" charset="-52"/>
                <a:cs typeface="Verdana"/>
              </a:rPr>
              <a:t>р</a:t>
            </a:r>
            <a:r>
              <a:rPr sz="1700" spc="65" dirty="0">
                <a:latin typeface="Montserrat Medium" pitchFamily="2" charset="-52"/>
                <a:cs typeface="Verdana"/>
              </a:rPr>
              <a:t>авление</a:t>
            </a:r>
            <a:r>
              <a:rPr sz="1700" spc="-135" dirty="0">
                <a:latin typeface="Montserrat Medium" pitchFamily="2" charset="-52"/>
                <a:cs typeface="Verdana"/>
              </a:rPr>
              <a:t> </a:t>
            </a:r>
            <a:r>
              <a:rPr sz="1700" spc="50" dirty="0">
                <a:latin typeface="Montserrat Medium" pitchFamily="2" charset="-52"/>
                <a:cs typeface="Verdana"/>
              </a:rPr>
              <a:t>в</a:t>
            </a:r>
            <a:r>
              <a:rPr sz="1700" spc="-135" dirty="0">
                <a:latin typeface="Montserrat Medium" pitchFamily="2" charset="-52"/>
                <a:cs typeface="Verdana"/>
              </a:rPr>
              <a:t> </a:t>
            </a:r>
            <a:r>
              <a:rPr sz="1700" spc="-30" dirty="0">
                <a:latin typeface="Montserrat Medium" pitchFamily="2" charset="-52"/>
                <a:cs typeface="Verdana"/>
              </a:rPr>
              <a:t>т</a:t>
            </a:r>
            <a:r>
              <a:rPr sz="1700" spc="40" dirty="0">
                <a:latin typeface="Montserrat Medium" pitchFamily="2" charset="-52"/>
                <a:cs typeface="Verdana"/>
              </a:rPr>
              <a:t>ехнических  </a:t>
            </a:r>
            <a:r>
              <a:rPr sz="1700" spc="50" dirty="0">
                <a:latin typeface="Montserrat Medium" pitchFamily="2" charset="-52"/>
                <a:cs typeface="Verdana"/>
              </a:rPr>
              <a:t>системах</a:t>
            </a:r>
            <a:endParaRPr sz="1700" dirty="0">
              <a:latin typeface="Montserrat Medium" pitchFamily="2" charset="-52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70"/>
              </a:spcBef>
            </a:pPr>
            <a:r>
              <a:rPr sz="1700" spc="75" dirty="0">
                <a:latin typeface="Montserrat Medium" pitchFamily="2" charset="-52"/>
                <a:cs typeface="Verdana"/>
              </a:rPr>
              <a:t>Физика</a:t>
            </a:r>
            <a:endParaRPr sz="1700" dirty="0">
              <a:latin typeface="Montserrat Medium" pitchFamily="2" charset="-52"/>
              <a:cs typeface="Verdana"/>
            </a:endParaRPr>
          </a:p>
          <a:p>
            <a:pPr marL="12700" marR="1555115">
              <a:lnSpc>
                <a:spcPts val="1810"/>
              </a:lnSpc>
              <a:spcBef>
                <a:spcPts val="1840"/>
              </a:spcBef>
            </a:pPr>
            <a:r>
              <a:rPr lang="ru-RU" sz="1700" dirty="0" smtClean="0">
                <a:latin typeface="Montserrat Medium" pitchFamily="2" charset="-52"/>
                <a:cs typeface="Verdana"/>
              </a:rPr>
              <a:t>Электроэнергетика</a:t>
            </a:r>
            <a:r>
              <a:rPr lang="ru-RU" sz="1700" spc="-5" dirty="0">
                <a:latin typeface="Montserrat Medium" pitchFamily="2" charset="-52"/>
                <a:cs typeface="Verdana"/>
              </a:rPr>
              <a:t/>
            </a:r>
            <a:br>
              <a:rPr lang="ru-RU" sz="1700" spc="-5" dirty="0">
                <a:latin typeface="Montserrat Medium" pitchFamily="2" charset="-52"/>
                <a:cs typeface="Verdana"/>
              </a:rPr>
            </a:br>
            <a:r>
              <a:rPr sz="1700" spc="110" dirty="0">
                <a:latin typeface="Montserrat Medium" pitchFamily="2" charset="-52"/>
                <a:cs typeface="Verdana"/>
              </a:rPr>
              <a:t>и</a:t>
            </a:r>
            <a:r>
              <a:rPr sz="1700" spc="-145" dirty="0">
                <a:latin typeface="Montserrat Medium" pitchFamily="2" charset="-52"/>
                <a:cs typeface="Verdana"/>
              </a:rPr>
              <a:t> </a:t>
            </a:r>
            <a:r>
              <a:rPr sz="1700" spc="35" dirty="0">
                <a:latin typeface="Montserrat Medium" pitchFamily="2" charset="-52"/>
                <a:cs typeface="Verdana"/>
              </a:rPr>
              <a:t>электротехника</a:t>
            </a:r>
            <a:endParaRPr sz="1700" dirty="0">
              <a:latin typeface="Montserrat Medium" pitchFamily="2" charset="-52"/>
              <a:cs typeface="Verdana"/>
            </a:endParaRPr>
          </a:p>
        </p:txBody>
      </p:sp>
      <p:sp>
        <p:nvSpPr>
          <p:cNvPr id="44" name="object 2"/>
          <p:cNvSpPr/>
          <p:nvPr/>
        </p:nvSpPr>
        <p:spPr>
          <a:xfrm>
            <a:off x="0" y="-28783"/>
            <a:ext cx="20104100" cy="1886680"/>
          </a:xfrm>
          <a:custGeom>
            <a:avLst/>
            <a:gdLst/>
            <a:ahLst/>
            <a:cxnLst/>
            <a:rect l="l" t="t" r="r" b="b"/>
            <a:pathLst>
              <a:path w="20104100" h="1790064">
                <a:moveTo>
                  <a:pt x="20104099" y="0"/>
                </a:moveTo>
                <a:lnTo>
                  <a:pt x="0" y="0"/>
                </a:lnTo>
                <a:lnTo>
                  <a:pt x="0" y="1789715"/>
                </a:lnTo>
                <a:lnTo>
                  <a:pt x="20104099" y="1789715"/>
                </a:lnTo>
                <a:lnTo>
                  <a:pt x="20104099" y="0"/>
                </a:lnTo>
                <a:close/>
              </a:path>
            </a:pathLst>
          </a:custGeom>
          <a:solidFill>
            <a:srgbClr val="001F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31"/>
          <p:cNvSpPr txBox="1">
            <a:spLocks/>
          </p:cNvSpPr>
          <p:nvPr/>
        </p:nvSpPr>
        <p:spPr>
          <a:xfrm>
            <a:off x="1063170" y="481694"/>
            <a:ext cx="11579680" cy="725199"/>
          </a:xfrm>
          <a:prstGeom prst="rect">
            <a:avLst/>
          </a:prstGeom>
        </p:spPr>
        <p:txBody>
          <a:bodyPr vert="horz" wrap="square" lIns="0" tIns="17145" rIns="0" bIns="0" rtlCol="0" anchor="ctr">
            <a:spAutoFit/>
          </a:bodyPr>
          <a:lstStyle>
            <a:lvl1pPr>
              <a:defRPr sz="4600" b="0" i="0">
                <a:solidFill>
                  <a:schemeClr val="bg1"/>
                </a:solidFill>
                <a:latin typeface="Microsoft Sans Serif"/>
                <a:ea typeface="+mj-ea"/>
                <a:cs typeface="Microsoft Sans Serif"/>
              </a:defRPr>
            </a:lvl1pPr>
          </a:lstStyle>
          <a:p>
            <a:pPr marL="12700">
              <a:spcBef>
                <a:spcPts val="135"/>
              </a:spcBef>
            </a:pPr>
            <a:r>
              <a:rPr lang="ru-RU" b="1" kern="0" dirty="0" smtClean="0">
                <a:latin typeface="Montserrat" pitchFamily="2" charset="-52"/>
              </a:rPr>
              <a:t>НАПРАВЛЕНИЯ ПОДГОТОВКИ</a:t>
            </a:r>
            <a:endParaRPr lang="ru-RU" b="1" kern="0" dirty="0">
              <a:latin typeface="Montserrat" pitchFamily="2" charset="-52"/>
            </a:endParaRPr>
          </a:p>
        </p:txBody>
      </p:sp>
      <p:sp>
        <p:nvSpPr>
          <p:cNvPr id="46" name="object 14"/>
          <p:cNvSpPr/>
          <p:nvPr/>
        </p:nvSpPr>
        <p:spPr>
          <a:xfrm>
            <a:off x="17620831" y="493400"/>
            <a:ext cx="782955" cy="972185"/>
          </a:xfrm>
          <a:custGeom>
            <a:avLst/>
            <a:gdLst/>
            <a:ahLst/>
            <a:cxnLst/>
            <a:rect l="l" t="t" r="r" b="b"/>
            <a:pathLst>
              <a:path w="782955" h="972185">
                <a:moveTo>
                  <a:pt x="782701" y="580580"/>
                </a:moveTo>
                <a:lnTo>
                  <a:pt x="593788" y="580580"/>
                </a:lnTo>
                <a:lnTo>
                  <a:pt x="588429" y="626935"/>
                </a:lnTo>
                <a:lnTo>
                  <a:pt x="573176" y="669518"/>
                </a:lnTo>
                <a:lnTo>
                  <a:pt x="549249" y="707110"/>
                </a:lnTo>
                <a:lnTo>
                  <a:pt x="517880" y="738479"/>
                </a:lnTo>
                <a:lnTo>
                  <a:pt x="480301" y="762406"/>
                </a:lnTo>
                <a:lnTo>
                  <a:pt x="437705" y="777659"/>
                </a:lnTo>
                <a:lnTo>
                  <a:pt x="391350" y="783005"/>
                </a:lnTo>
                <a:lnTo>
                  <a:pt x="344995" y="777659"/>
                </a:lnTo>
                <a:lnTo>
                  <a:pt x="302412" y="762406"/>
                </a:lnTo>
                <a:lnTo>
                  <a:pt x="264820" y="738479"/>
                </a:lnTo>
                <a:lnTo>
                  <a:pt x="233451" y="707110"/>
                </a:lnTo>
                <a:lnTo>
                  <a:pt x="209524" y="669518"/>
                </a:lnTo>
                <a:lnTo>
                  <a:pt x="194271" y="626935"/>
                </a:lnTo>
                <a:lnTo>
                  <a:pt x="188925" y="580580"/>
                </a:lnTo>
                <a:lnTo>
                  <a:pt x="194271" y="534225"/>
                </a:lnTo>
                <a:lnTo>
                  <a:pt x="209524" y="491642"/>
                </a:lnTo>
                <a:lnTo>
                  <a:pt x="233451" y="454050"/>
                </a:lnTo>
                <a:lnTo>
                  <a:pt x="264820" y="422681"/>
                </a:lnTo>
                <a:lnTo>
                  <a:pt x="302412" y="398754"/>
                </a:lnTo>
                <a:lnTo>
                  <a:pt x="344995" y="383514"/>
                </a:lnTo>
                <a:lnTo>
                  <a:pt x="391350" y="378155"/>
                </a:lnTo>
                <a:lnTo>
                  <a:pt x="391350" y="189242"/>
                </a:lnTo>
                <a:lnTo>
                  <a:pt x="342328" y="192290"/>
                </a:lnTo>
                <a:lnTo>
                  <a:pt x="295109" y="201206"/>
                </a:lnTo>
                <a:lnTo>
                  <a:pt x="250050" y="215620"/>
                </a:lnTo>
                <a:lnTo>
                  <a:pt x="207530" y="235153"/>
                </a:lnTo>
                <a:lnTo>
                  <a:pt x="167919" y="259448"/>
                </a:lnTo>
                <a:lnTo>
                  <a:pt x="131584" y="288124"/>
                </a:lnTo>
                <a:lnTo>
                  <a:pt x="98894" y="320814"/>
                </a:lnTo>
                <a:lnTo>
                  <a:pt x="70218" y="357149"/>
                </a:lnTo>
                <a:lnTo>
                  <a:pt x="45923" y="396760"/>
                </a:lnTo>
                <a:lnTo>
                  <a:pt x="26390" y="439280"/>
                </a:lnTo>
                <a:lnTo>
                  <a:pt x="11976" y="484339"/>
                </a:lnTo>
                <a:lnTo>
                  <a:pt x="3060" y="531558"/>
                </a:lnTo>
                <a:lnTo>
                  <a:pt x="0" y="580580"/>
                </a:lnTo>
                <a:lnTo>
                  <a:pt x="3060" y="629602"/>
                </a:lnTo>
                <a:lnTo>
                  <a:pt x="11976" y="676821"/>
                </a:lnTo>
                <a:lnTo>
                  <a:pt x="26390" y="721880"/>
                </a:lnTo>
                <a:lnTo>
                  <a:pt x="45923" y="764400"/>
                </a:lnTo>
                <a:lnTo>
                  <a:pt x="70218" y="804011"/>
                </a:lnTo>
                <a:lnTo>
                  <a:pt x="98894" y="840346"/>
                </a:lnTo>
                <a:lnTo>
                  <a:pt x="131584" y="873036"/>
                </a:lnTo>
                <a:lnTo>
                  <a:pt x="167919" y="901712"/>
                </a:lnTo>
                <a:lnTo>
                  <a:pt x="207530" y="926007"/>
                </a:lnTo>
                <a:lnTo>
                  <a:pt x="250050" y="945540"/>
                </a:lnTo>
                <a:lnTo>
                  <a:pt x="295109" y="959954"/>
                </a:lnTo>
                <a:lnTo>
                  <a:pt x="342328" y="968870"/>
                </a:lnTo>
                <a:lnTo>
                  <a:pt x="391350" y="971931"/>
                </a:lnTo>
                <a:lnTo>
                  <a:pt x="440385" y="968870"/>
                </a:lnTo>
                <a:lnTo>
                  <a:pt x="487616" y="959954"/>
                </a:lnTo>
                <a:lnTo>
                  <a:pt x="532688" y="945540"/>
                </a:lnTo>
                <a:lnTo>
                  <a:pt x="575208" y="926007"/>
                </a:lnTo>
                <a:lnTo>
                  <a:pt x="614819" y="901712"/>
                </a:lnTo>
                <a:lnTo>
                  <a:pt x="651167" y="873036"/>
                </a:lnTo>
                <a:lnTo>
                  <a:pt x="683856" y="840346"/>
                </a:lnTo>
                <a:lnTo>
                  <a:pt x="712533" y="804011"/>
                </a:lnTo>
                <a:lnTo>
                  <a:pt x="736815" y="764400"/>
                </a:lnTo>
                <a:lnTo>
                  <a:pt x="756348" y="721880"/>
                </a:lnTo>
                <a:lnTo>
                  <a:pt x="770750" y="676821"/>
                </a:lnTo>
                <a:lnTo>
                  <a:pt x="779665" y="629602"/>
                </a:lnTo>
                <a:lnTo>
                  <a:pt x="782701" y="580580"/>
                </a:lnTo>
                <a:close/>
              </a:path>
              <a:path w="782955" h="972185">
                <a:moveTo>
                  <a:pt x="782751" y="391350"/>
                </a:moveTo>
                <a:lnTo>
                  <a:pt x="779703" y="342328"/>
                </a:lnTo>
                <a:lnTo>
                  <a:pt x="770775" y="295097"/>
                </a:lnTo>
                <a:lnTo>
                  <a:pt x="756373" y="250050"/>
                </a:lnTo>
                <a:lnTo>
                  <a:pt x="736828" y="207530"/>
                </a:lnTo>
                <a:lnTo>
                  <a:pt x="712546" y="167919"/>
                </a:lnTo>
                <a:lnTo>
                  <a:pt x="683869" y="131584"/>
                </a:lnTo>
                <a:lnTo>
                  <a:pt x="651179" y="98894"/>
                </a:lnTo>
                <a:lnTo>
                  <a:pt x="614832" y="70218"/>
                </a:lnTo>
                <a:lnTo>
                  <a:pt x="575221" y="45923"/>
                </a:lnTo>
                <a:lnTo>
                  <a:pt x="532701" y="26390"/>
                </a:lnTo>
                <a:lnTo>
                  <a:pt x="487654" y="11976"/>
                </a:lnTo>
                <a:lnTo>
                  <a:pt x="440423" y="3060"/>
                </a:lnTo>
                <a:lnTo>
                  <a:pt x="391401" y="0"/>
                </a:lnTo>
                <a:lnTo>
                  <a:pt x="391401" y="188912"/>
                </a:lnTo>
                <a:lnTo>
                  <a:pt x="437769" y="194271"/>
                </a:lnTo>
                <a:lnTo>
                  <a:pt x="480352" y="209524"/>
                </a:lnTo>
                <a:lnTo>
                  <a:pt x="517944" y="233438"/>
                </a:lnTo>
                <a:lnTo>
                  <a:pt x="549313" y="264807"/>
                </a:lnTo>
                <a:lnTo>
                  <a:pt x="573227" y="302399"/>
                </a:lnTo>
                <a:lnTo>
                  <a:pt x="588479" y="344982"/>
                </a:lnTo>
                <a:lnTo>
                  <a:pt x="593839" y="391350"/>
                </a:lnTo>
                <a:lnTo>
                  <a:pt x="782751" y="3913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15"/>
          <p:cNvSpPr/>
          <p:nvPr/>
        </p:nvSpPr>
        <p:spPr>
          <a:xfrm>
            <a:off x="18527039" y="836592"/>
            <a:ext cx="1136015" cy="355600"/>
          </a:xfrm>
          <a:custGeom>
            <a:avLst/>
            <a:gdLst/>
            <a:ahLst/>
            <a:cxnLst/>
            <a:rect l="l" t="t" r="r" b="b"/>
            <a:pathLst>
              <a:path w="1136015" h="355600">
                <a:moveTo>
                  <a:pt x="241134" y="231355"/>
                </a:moveTo>
                <a:lnTo>
                  <a:pt x="197370" y="190157"/>
                </a:lnTo>
                <a:lnTo>
                  <a:pt x="192798" y="195757"/>
                </a:lnTo>
                <a:lnTo>
                  <a:pt x="187528" y="200812"/>
                </a:lnTo>
                <a:lnTo>
                  <a:pt x="151295" y="216141"/>
                </a:lnTo>
                <a:lnTo>
                  <a:pt x="142227" y="216598"/>
                </a:lnTo>
                <a:lnTo>
                  <a:pt x="134277" y="216230"/>
                </a:lnTo>
                <a:lnTo>
                  <a:pt x="94195" y="199351"/>
                </a:lnTo>
                <a:lnTo>
                  <a:pt x="71424" y="161658"/>
                </a:lnTo>
                <a:lnTo>
                  <a:pt x="68326" y="136855"/>
                </a:lnTo>
                <a:lnTo>
                  <a:pt x="68668" y="128384"/>
                </a:lnTo>
                <a:lnTo>
                  <a:pt x="80454" y="91490"/>
                </a:lnTo>
                <a:lnTo>
                  <a:pt x="113004" y="63131"/>
                </a:lnTo>
                <a:lnTo>
                  <a:pt x="143357" y="57048"/>
                </a:lnTo>
                <a:lnTo>
                  <a:pt x="150850" y="57416"/>
                </a:lnTo>
                <a:lnTo>
                  <a:pt x="191211" y="75260"/>
                </a:lnTo>
                <a:lnTo>
                  <a:pt x="195961" y="80937"/>
                </a:lnTo>
                <a:lnTo>
                  <a:pt x="238633" y="38265"/>
                </a:lnTo>
                <a:lnTo>
                  <a:pt x="208102" y="15214"/>
                </a:lnTo>
                <a:lnTo>
                  <a:pt x="168529" y="2438"/>
                </a:lnTo>
                <a:lnTo>
                  <a:pt x="141185" y="0"/>
                </a:lnTo>
                <a:lnTo>
                  <a:pt x="126542" y="596"/>
                </a:lnTo>
                <a:lnTo>
                  <a:pt x="85648" y="9563"/>
                </a:lnTo>
                <a:lnTo>
                  <a:pt x="50787" y="28562"/>
                </a:lnTo>
                <a:lnTo>
                  <a:pt x="23761" y="56680"/>
                </a:lnTo>
                <a:lnTo>
                  <a:pt x="6108" y="93243"/>
                </a:lnTo>
                <a:lnTo>
                  <a:pt x="0" y="136804"/>
                </a:lnTo>
                <a:lnTo>
                  <a:pt x="660" y="151739"/>
                </a:lnTo>
                <a:lnTo>
                  <a:pt x="10642" y="192709"/>
                </a:lnTo>
                <a:lnTo>
                  <a:pt x="31191" y="226745"/>
                </a:lnTo>
                <a:lnTo>
                  <a:pt x="60490" y="252425"/>
                </a:lnTo>
                <a:lnTo>
                  <a:pt x="97421" y="268770"/>
                </a:lnTo>
                <a:lnTo>
                  <a:pt x="140042" y="274358"/>
                </a:lnTo>
                <a:lnTo>
                  <a:pt x="156095" y="273634"/>
                </a:lnTo>
                <a:lnTo>
                  <a:pt x="198513" y="262801"/>
                </a:lnTo>
                <a:lnTo>
                  <a:pt x="232003" y="240779"/>
                </a:lnTo>
                <a:lnTo>
                  <a:pt x="241134" y="231355"/>
                </a:lnTo>
                <a:close/>
              </a:path>
              <a:path w="1136015" h="355600">
                <a:moveTo>
                  <a:pt x="449973" y="84251"/>
                </a:moveTo>
                <a:lnTo>
                  <a:pt x="385965" y="84251"/>
                </a:lnTo>
                <a:lnTo>
                  <a:pt x="349592" y="201891"/>
                </a:lnTo>
                <a:lnTo>
                  <a:pt x="348500" y="201891"/>
                </a:lnTo>
                <a:lnTo>
                  <a:pt x="307682" y="84251"/>
                </a:lnTo>
                <a:lnTo>
                  <a:pt x="240753" y="84251"/>
                </a:lnTo>
                <a:lnTo>
                  <a:pt x="317246" y="264426"/>
                </a:lnTo>
                <a:lnTo>
                  <a:pt x="308444" y="287337"/>
                </a:lnTo>
                <a:lnTo>
                  <a:pt x="304914" y="293408"/>
                </a:lnTo>
                <a:lnTo>
                  <a:pt x="296545" y="301929"/>
                </a:lnTo>
                <a:lnTo>
                  <a:pt x="289763" y="304101"/>
                </a:lnTo>
                <a:lnTo>
                  <a:pt x="277558" y="304101"/>
                </a:lnTo>
                <a:lnTo>
                  <a:pt x="274294" y="303784"/>
                </a:lnTo>
                <a:lnTo>
                  <a:pt x="267195" y="302590"/>
                </a:lnTo>
                <a:lnTo>
                  <a:pt x="263931" y="301764"/>
                </a:lnTo>
                <a:lnTo>
                  <a:pt x="260997" y="300799"/>
                </a:lnTo>
                <a:lnTo>
                  <a:pt x="254368" y="351548"/>
                </a:lnTo>
                <a:lnTo>
                  <a:pt x="258775" y="352742"/>
                </a:lnTo>
                <a:lnTo>
                  <a:pt x="263982" y="353733"/>
                </a:lnTo>
                <a:lnTo>
                  <a:pt x="276034" y="355180"/>
                </a:lnTo>
                <a:lnTo>
                  <a:pt x="281838" y="355574"/>
                </a:lnTo>
                <a:lnTo>
                  <a:pt x="295833" y="355320"/>
                </a:lnTo>
                <a:lnTo>
                  <a:pt x="333248" y="344881"/>
                </a:lnTo>
                <a:lnTo>
                  <a:pt x="359003" y="314693"/>
                </a:lnTo>
                <a:lnTo>
                  <a:pt x="367995" y="294932"/>
                </a:lnTo>
                <a:lnTo>
                  <a:pt x="449973" y="84251"/>
                </a:lnTo>
                <a:close/>
              </a:path>
              <a:path w="1136015" h="355600">
                <a:moveTo>
                  <a:pt x="676821" y="175069"/>
                </a:moveTo>
                <a:lnTo>
                  <a:pt x="667461" y="130022"/>
                </a:lnTo>
                <a:lnTo>
                  <a:pt x="666661" y="128435"/>
                </a:lnTo>
                <a:lnTo>
                  <a:pt x="663473" y="122085"/>
                </a:lnTo>
                <a:lnTo>
                  <a:pt x="658825" y="114681"/>
                </a:lnTo>
                <a:lnTo>
                  <a:pt x="653529" y="107810"/>
                </a:lnTo>
                <a:lnTo>
                  <a:pt x="652500" y="106730"/>
                </a:lnTo>
                <a:lnTo>
                  <a:pt x="647611" y="101549"/>
                </a:lnTo>
                <a:lnTo>
                  <a:pt x="641070" y="95973"/>
                </a:lnTo>
                <a:lnTo>
                  <a:pt x="633907" y="91071"/>
                </a:lnTo>
                <a:lnTo>
                  <a:pt x="626122" y="86855"/>
                </a:lnTo>
                <a:lnTo>
                  <a:pt x="618363" y="83718"/>
                </a:lnTo>
                <a:lnTo>
                  <a:pt x="618363" y="169202"/>
                </a:lnTo>
                <a:lnTo>
                  <a:pt x="618312" y="181317"/>
                </a:lnTo>
                <a:lnTo>
                  <a:pt x="599465" y="215734"/>
                </a:lnTo>
                <a:lnTo>
                  <a:pt x="582472" y="222516"/>
                </a:lnTo>
                <a:lnTo>
                  <a:pt x="568464" y="222516"/>
                </a:lnTo>
                <a:lnTo>
                  <a:pt x="536359" y="198310"/>
                </a:lnTo>
                <a:lnTo>
                  <a:pt x="534327" y="192709"/>
                </a:lnTo>
                <a:lnTo>
                  <a:pt x="532206" y="187071"/>
                </a:lnTo>
                <a:lnTo>
                  <a:pt x="531177" y="181317"/>
                </a:lnTo>
                <a:lnTo>
                  <a:pt x="531253" y="169202"/>
                </a:lnTo>
                <a:lnTo>
                  <a:pt x="532257" y="163830"/>
                </a:lnTo>
                <a:lnTo>
                  <a:pt x="556958" y="132448"/>
                </a:lnTo>
                <a:lnTo>
                  <a:pt x="568464" y="128435"/>
                </a:lnTo>
                <a:lnTo>
                  <a:pt x="582422" y="128435"/>
                </a:lnTo>
                <a:lnTo>
                  <a:pt x="613740" y="152158"/>
                </a:lnTo>
                <a:lnTo>
                  <a:pt x="618363" y="169202"/>
                </a:lnTo>
                <a:lnTo>
                  <a:pt x="618363" y="83718"/>
                </a:lnTo>
                <a:lnTo>
                  <a:pt x="617791" y="83477"/>
                </a:lnTo>
                <a:lnTo>
                  <a:pt x="609015" y="81064"/>
                </a:lnTo>
                <a:lnTo>
                  <a:pt x="599782" y="79629"/>
                </a:lnTo>
                <a:lnTo>
                  <a:pt x="590080" y="79146"/>
                </a:lnTo>
                <a:lnTo>
                  <a:pt x="580288" y="79654"/>
                </a:lnTo>
                <a:lnTo>
                  <a:pt x="541667" y="96393"/>
                </a:lnTo>
                <a:lnTo>
                  <a:pt x="531609" y="106730"/>
                </a:lnTo>
                <a:lnTo>
                  <a:pt x="530529" y="106730"/>
                </a:lnTo>
                <a:lnTo>
                  <a:pt x="530529" y="84251"/>
                </a:lnTo>
                <a:lnTo>
                  <a:pt x="473151" y="84251"/>
                </a:lnTo>
                <a:lnTo>
                  <a:pt x="473151" y="355561"/>
                </a:lnTo>
                <a:lnTo>
                  <a:pt x="533463" y="355561"/>
                </a:lnTo>
                <a:lnTo>
                  <a:pt x="533463" y="247103"/>
                </a:lnTo>
                <a:lnTo>
                  <a:pt x="534212" y="247103"/>
                </a:lnTo>
                <a:lnTo>
                  <a:pt x="573239" y="270751"/>
                </a:lnTo>
                <a:lnTo>
                  <a:pt x="589699" y="272465"/>
                </a:lnTo>
                <a:lnTo>
                  <a:pt x="599719" y="271957"/>
                </a:lnTo>
                <a:lnTo>
                  <a:pt x="641400" y="254965"/>
                </a:lnTo>
                <a:lnTo>
                  <a:pt x="666648" y="222516"/>
                </a:lnTo>
                <a:lnTo>
                  <a:pt x="667689" y="220395"/>
                </a:lnTo>
                <a:lnTo>
                  <a:pt x="670966" y="211823"/>
                </a:lnTo>
                <a:lnTo>
                  <a:pt x="673531" y="202933"/>
                </a:lnTo>
                <a:lnTo>
                  <a:pt x="675360" y="193827"/>
                </a:lnTo>
                <a:lnTo>
                  <a:pt x="676452" y="184543"/>
                </a:lnTo>
                <a:lnTo>
                  <a:pt x="676821" y="175069"/>
                </a:lnTo>
                <a:close/>
              </a:path>
              <a:path w="1136015" h="355600">
                <a:moveTo>
                  <a:pt x="881976" y="7061"/>
                </a:moveTo>
                <a:lnTo>
                  <a:pt x="718032" y="7061"/>
                </a:lnTo>
                <a:lnTo>
                  <a:pt x="718032" y="61671"/>
                </a:lnTo>
                <a:lnTo>
                  <a:pt x="718032" y="267411"/>
                </a:lnTo>
                <a:lnTo>
                  <a:pt x="781278" y="267411"/>
                </a:lnTo>
                <a:lnTo>
                  <a:pt x="781278" y="61671"/>
                </a:lnTo>
                <a:lnTo>
                  <a:pt x="881976" y="61671"/>
                </a:lnTo>
                <a:lnTo>
                  <a:pt x="881976" y="7061"/>
                </a:lnTo>
                <a:close/>
              </a:path>
              <a:path w="1136015" h="355600">
                <a:moveTo>
                  <a:pt x="1135634" y="7061"/>
                </a:moveTo>
                <a:lnTo>
                  <a:pt x="1068387" y="7061"/>
                </a:lnTo>
                <a:lnTo>
                  <a:pt x="1016165" y="136474"/>
                </a:lnTo>
                <a:lnTo>
                  <a:pt x="961771" y="6997"/>
                </a:lnTo>
                <a:lnTo>
                  <a:pt x="891844" y="6997"/>
                </a:lnTo>
                <a:lnTo>
                  <a:pt x="983373" y="209600"/>
                </a:lnTo>
                <a:lnTo>
                  <a:pt x="979944" y="213995"/>
                </a:lnTo>
                <a:lnTo>
                  <a:pt x="976261" y="217093"/>
                </a:lnTo>
                <a:lnTo>
                  <a:pt x="968451" y="220776"/>
                </a:lnTo>
                <a:lnTo>
                  <a:pt x="963993" y="221703"/>
                </a:lnTo>
                <a:lnTo>
                  <a:pt x="952754" y="221703"/>
                </a:lnTo>
                <a:lnTo>
                  <a:pt x="947115" y="219798"/>
                </a:lnTo>
                <a:lnTo>
                  <a:pt x="937336" y="212204"/>
                </a:lnTo>
                <a:lnTo>
                  <a:pt x="933323" y="208572"/>
                </a:lnTo>
                <a:lnTo>
                  <a:pt x="930122" y="205143"/>
                </a:lnTo>
                <a:lnTo>
                  <a:pt x="891146" y="249110"/>
                </a:lnTo>
                <a:lnTo>
                  <a:pt x="928497" y="271919"/>
                </a:lnTo>
                <a:lnTo>
                  <a:pt x="956983" y="274675"/>
                </a:lnTo>
                <a:lnTo>
                  <a:pt x="966406" y="274370"/>
                </a:lnTo>
                <a:lnTo>
                  <a:pt x="1004176" y="263918"/>
                </a:lnTo>
                <a:lnTo>
                  <a:pt x="1033640" y="236080"/>
                </a:lnTo>
                <a:lnTo>
                  <a:pt x="1047051" y="210731"/>
                </a:lnTo>
                <a:lnTo>
                  <a:pt x="1135634" y="706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2" name="object 16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7041" y="1297362"/>
            <a:ext cx="1130606" cy="155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861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0104100" cy="1790064"/>
          </a:xfrm>
          <a:custGeom>
            <a:avLst/>
            <a:gdLst/>
            <a:ahLst/>
            <a:cxnLst/>
            <a:rect l="l" t="t" r="r" b="b"/>
            <a:pathLst>
              <a:path w="20104100" h="1790064">
                <a:moveTo>
                  <a:pt x="20104099" y="0"/>
                </a:moveTo>
                <a:lnTo>
                  <a:pt x="0" y="0"/>
                </a:lnTo>
                <a:lnTo>
                  <a:pt x="0" y="1789715"/>
                </a:lnTo>
                <a:lnTo>
                  <a:pt x="20104099" y="1789715"/>
                </a:lnTo>
                <a:lnTo>
                  <a:pt x="20104099" y="0"/>
                </a:lnTo>
                <a:close/>
              </a:path>
            </a:pathLst>
          </a:custGeom>
          <a:solidFill>
            <a:srgbClr val="001F8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2" name="Группа 31"/>
          <p:cNvGrpSpPr/>
          <p:nvPr/>
        </p:nvGrpSpPr>
        <p:grpSpPr>
          <a:xfrm>
            <a:off x="11347450" y="3685153"/>
            <a:ext cx="4419600" cy="1280705"/>
            <a:chOff x="7994650" y="3992970"/>
            <a:chExt cx="4419600" cy="1280705"/>
          </a:xfrm>
          <a:solidFill>
            <a:srgbClr val="001F82"/>
          </a:solidFill>
        </p:grpSpPr>
        <p:sp>
          <p:nvSpPr>
            <p:cNvPr id="3" name="object 3"/>
            <p:cNvSpPr/>
            <p:nvPr/>
          </p:nvSpPr>
          <p:spPr>
            <a:xfrm>
              <a:off x="7994650" y="3992970"/>
              <a:ext cx="4419600" cy="1280705"/>
            </a:xfrm>
            <a:custGeom>
              <a:avLst/>
              <a:gdLst/>
              <a:ahLst/>
              <a:cxnLst/>
              <a:rect l="l" t="t" r="r" b="b"/>
              <a:pathLst>
                <a:path w="7999094" h="1395095">
                  <a:moveTo>
                    <a:pt x="7736989" y="0"/>
                  </a:moveTo>
                  <a:lnTo>
                    <a:pt x="261772" y="0"/>
                  </a:lnTo>
                  <a:lnTo>
                    <a:pt x="214718" y="4217"/>
                  </a:lnTo>
                  <a:lnTo>
                    <a:pt x="170431" y="16377"/>
                  </a:lnTo>
                  <a:lnTo>
                    <a:pt x="129651" y="35739"/>
                  </a:lnTo>
                  <a:lnTo>
                    <a:pt x="93116" y="61565"/>
                  </a:lnTo>
                  <a:lnTo>
                    <a:pt x="61565" y="93116"/>
                  </a:lnTo>
                  <a:lnTo>
                    <a:pt x="35739" y="129651"/>
                  </a:lnTo>
                  <a:lnTo>
                    <a:pt x="16377" y="170431"/>
                  </a:lnTo>
                  <a:lnTo>
                    <a:pt x="4217" y="214718"/>
                  </a:lnTo>
                  <a:lnTo>
                    <a:pt x="0" y="261772"/>
                  </a:lnTo>
                  <a:lnTo>
                    <a:pt x="0" y="1133117"/>
                  </a:lnTo>
                  <a:lnTo>
                    <a:pt x="4217" y="1180170"/>
                  </a:lnTo>
                  <a:lnTo>
                    <a:pt x="16377" y="1224457"/>
                  </a:lnTo>
                  <a:lnTo>
                    <a:pt x="35739" y="1265238"/>
                  </a:lnTo>
                  <a:lnTo>
                    <a:pt x="61565" y="1301773"/>
                  </a:lnTo>
                  <a:lnTo>
                    <a:pt x="93116" y="1333323"/>
                  </a:lnTo>
                  <a:lnTo>
                    <a:pt x="129651" y="1359149"/>
                  </a:lnTo>
                  <a:lnTo>
                    <a:pt x="170431" y="1378512"/>
                  </a:lnTo>
                  <a:lnTo>
                    <a:pt x="214718" y="1390671"/>
                  </a:lnTo>
                  <a:lnTo>
                    <a:pt x="261772" y="1394889"/>
                  </a:lnTo>
                  <a:lnTo>
                    <a:pt x="7736989" y="1394889"/>
                  </a:lnTo>
                  <a:lnTo>
                    <a:pt x="7784043" y="1390671"/>
                  </a:lnTo>
                  <a:lnTo>
                    <a:pt x="7828329" y="1378512"/>
                  </a:lnTo>
                  <a:lnTo>
                    <a:pt x="7869110" y="1359149"/>
                  </a:lnTo>
                  <a:lnTo>
                    <a:pt x="7905645" y="1333323"/>
                  </a:lnTo>
                  <a:lnTo>
                    <a:pt x="7937195" y="1301773"/>
                  </a:lnTo>
                  <a:lnTo>
                    <a:pt x="7963021" y="1265238"/>
                  </a:lnTo>
                  <a:lnTo>
                    <a:pt x="7982384" y="1224457"/>
                  </a:lnTo>
                  <a:lnTo>
                    <a:pt x="7994544" y="1180170"/>
                  </a:lnTo>
                  <a:lnTo>
                    <a:pt x="7998761" y="1133117"/>
                  </a:lnTo>
                  <a:lnTo>
                    <a:pt x="7998761" y="261772"/>
                  </a:lnTo>
                  <a:lnTo>
                    <a:pt x="7994544" y="214718"/>
                  </a:lnTo>
                  <a:lnTo>
                    <a:pt x="7982384" y="170431"/>
                  </a:lnTo>
                  <a:lnTo>
                    <a:pt x="7963021" y="129651"/>
                  </a:lnTo>
                  <a:lnTo>
                    <a:pt x="7937195" y="93116"/>
                  </a:lnTo>
                  <a:lnTo>
                    <a:pt x="7905645" y="61565"/>
                  </a:lnTo>
                  <a:lnTo>
                    <a:pt x="7869110" y="35739"/>
                  </a:lnTo>
                  <a:lnTo>
                    <a:pt x="7828329" y="16377"/>
                  </a:lnTo>
                  <a:lnTo>
                    <a:pt x="7784043" y="4217"/>
                  </a:lnTo>
                  <a:lnTo>
                    <a:pt x="773698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 txBox="1"/>
            <p:nvPr/>
          </p:nvSpPr>
          <p:spPr>
            <a:xfrm>
              <a:off x="8680450" y="4283075"/>
              <a:ext cx="3032946" cy="696088"/>
            </a:xfrm>
            <a:prstGeom prst="rect">
              <a:avLst/>
            </a:prstGeom>
            <a:grpFill/>
          </p:spPr>
          <p:txBody>
            <a:bodyPr vert="horz" wrap="square" lIns="0" tIns="12065" rIns="0" bIns="0" rtlCol="0">
              <a:spAutoFit/>
            </a:bodyPr>
            <a:lstStyle/>
            <a:p>
              <a:pPr marL="12700" marR="5080">
                <a:lnSpc>
                  <a:spcPct val="100600"/>
                </a:lnSpc>
                <a:spcBef>
                  <a:spcPts val="95"/>
                </a:spcBef>
              </a:pPr>
              <a:r>
                <a:rPr lang="ru-RU" sz="4400" b="1" dirty="0" smtClean="0">
                  <a:solidFill>
                    <a:srgbClr val="FFFFFF"/>
                  </a:solidFill>
                  <a:latin typeface="Montserrat" pitchFamily="2" charset="-52"/>
                  <a:cs typeface="Verdana"/>
                </a:rPr>
                <a:t>20 ИЮНЯ</a:t>
              </a:r>
              <a:endParaRPr sz="4400" b="1" dirty="0">
                <a:latin typeface="Montserrat" pitchFamily="2" charset="-52"/>
                <a:cs typeface="Verdana"/>
              </a:endParaRPr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1898650" y="5626650"/>
            <a:ext cx="16554450" cy="24218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lvl="0" algn="just">
              <a:lnSpc>
                <a:spcPct val="125000"/>
              </a:lnSpc>
            </a:pPr>
            <a:r>
              <a:rPr lang="ru-RU" sz="3200" dirty="0">
                <a:solidFill>
                  <a:srgbClr val="001F82"/>
                </a:solidFill>
                <a:latin typeface="Montserrat" panose="00000500000000000000" pitchFamily="2" charset="-52"/>
              </a:rPr>
              <a:t>Прием документов, необходимых для поступления по программам бакалавриата и программам специалитета, </a:t>
            </a:r>
            <a:r>
              <a:rPr lang="ru-RU" sz="3200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осуществляется </a:t>
            </a:r>
            <a:br>
              <a:rPr lang="ru-RU" sz="3200" dirty="0" smtClean="0">
                <a:solidFill>
                  <a:srgbClr val="001F82"/>
                </a:solidFill>
                <a:latin typeface="Montserrat" panose="00000500000000000000" pitchFamily="2" charset="-52"/>
              </a:rPr>
            </a:br>
            <a:r>
              <a:rPr lang="ru-RU" sz="3200" b="1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ВНЕ ЗАВИСИМОСТИ ОТ СРОКОВ СДАЧИ И ПОЛУЧЕНИЯ ПОСТУПАЮЩИМИ РЕЗУЛЬТАТОВ ЕГЭ</a:t>
            </a:r>
            <a:endParaRPr lang="ru-RU" sz="3200" b="1" dirty="0">
              <a:solidFill>
                <a:srgbClr val="001F82"/>
              </a:solidFill>
              <a:latin typeface="Montserrat" panose="00000500000000000000" pitchFamily="2" charset="-52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title"/>
          </p:nvPr>
        </p:nvSpPr>
        <p:spPr>
          <a:xfrm>
            <a:off x="1063170" y="481694"/>
            <a:ext cx="8685368" cy="725199"/>
          </a:xfrm>
          <a:prstGeom prst="rect">
            <a:avLst/>
          </a:prstGeom>
        </p:spPr>
        <p:txBody>
          <a:bodyPr vert="horz" wrap="square" lIns="0" tIns="1714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ru-RU" b="1" dirty="0" smtClean="0">
                <a:latin typeface="Montserrat" pitchFamily="2" charset="-52"/>
              </a:rPr>
              <a:t>ПРИЁМ ДОКУМЕНТОВ</a:t>
            </a:r>
            <a:endParaRPr b="1" dirty="0">
              <a:latin typeface="Montserrat" pitchFamily="2" charset="-52"/>
            </a:endParaRPr>
          </a:p>
        </p:txBody>
      </p:sp>
      <p:sp>
        <p:nvSpPr>
          <p:cNvPr id="33" name="object 30"/>
          <p:cNvSpPr txBox="1"/>
          <p:nvPr/>
        </p:nvSpPr>
        <p:spPr>
          <a:xfrm>
            <a:off x="1898650" y="3963580"/>
            <a:ext cx="16554450" cy="72385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600"/>
              </a:lnSpc>
              <a:spcBef>
                <a:spcPts val="95"/>
              </a:spcBef>
            </a:pPr>
            <a:r>
              <a:rPr lang="ru-RU" sz="4800" dirty="0" smtClean="0">
                <a:solidFill>
                  <a:srgbClr val="001F82"/>
                </a:solidFill>
                <a:latin typeface="Montserrat Medium" pitchFamily="2" charset="-52"/>
                <a:cs typeface="Verdana"/>
              </a:rPr>
              <a:t>Начало приёма документов</a:t>
            </a:r>
            <a:endParaRPr sz="4800" dirty="0">
              <a:latin typeface="Montserrat Medium" pitchFamily="2" charset="-52"/>
              <a:cs typeface="Verdana"/>
            </a:endParaRPr>
          </a:p>
        </p:txBody>
      </p:sp>
      <p:sp>
        <p:nvSpPr>
          <p:cNvPr id="34" name="object 14"/>
          <p:cNvSpPr/>
          <p:nvPr/>
        </p:nvSpPr>
        <p:spPr>
          <a:xfrm>
            <a:off x="17620831" y="493400"/>
            <a:ext cx="782955" cy="972185"/>
          </a:xfrm>
          <a:custGeom>
            <a:avLst/>
            <a:gdLst/>
            <a:ahLst/>
            <a:cxnLst/>
            <a:rect l="l" t="t" r="r" b="b"/>
            <a:pathLst>
              <a:path w="782955" h="972185">
                <a:moveTo>
                  <a:pt x="782701" y="580580"/>
                </a:moveTo>
                <a:lnTo>
                  <a:pt x="593788" y="580580"/>
                </a:lnTo>
                <a:lnTo>
                  <a:pt x="588429" y="626935"/>
                </a:lnTo>
                <a:lnTo>
                  <a:pt x="573176" y="669518"/>
                </a:lnTo>
                <a:lnTo>
                  <a:pt x="549249" y="707110"/>
                </a:lnTo>
                <a:lnTo>
                  <a:pt x="517880" y="738479"/>
                </a:lnTo>
                <a:lnTo>
                  <a:pt x="480301" y="762406"/>
                </a:lnTo>
                <a:lnTo>
                  <a:pt x="437705" y="777659"/>
                </a:lnTo>
                <a:lnTo>
                  <a:pt x="391350" y="783005"/>
                </a:lnTo>
                <a:lnTo>
                  <a:pt x="344995" y="777659"/>
                </a:lnTo>
                <a:lnTo>
                  <a:pt x="302412" y="762406"/>
                </a:lnTo>
                <a:lnTo>
                  <a:pt x="264820" y="738479"/>
                </a:lnTo>
                <a:lnTo>
                  <a:pt x="233451" y="707110"/>
                </a:lnTo>
                <a:lnTo>
                  <a:pt x="209524" y="669518"/>
                </a:lnTo>
                <a:lnTo>
                  <a:pt x="194271" y="626935"/>
                </a:lnTo>
                <a:lnTo>
                  <a:pt x="188925" y="580580"/>
                </a:lnTo>
                <a:lnTo>
                  <a:pt x="194271" y="534225"/>
                </a:lnTo>
                <a:lnTo>
                  <a:pt x="209524" y="491642"/>
                </a:lnTo>
                <a:lnTo>
                  <a:pt x="233451" y="454050"/>
                </a:lnTo>
                <a:lnTo>
                  <a:pt x="264820" y="422681"/>
                </a:lnTo>
                <a:lnTo>
                  <a:pt x="302412" y="398754"/>
                </a:lnTo>
                <a:lnTo>
                  <a:pt x="344995" y="383514"/>
                </a:lnTo>
                <a:lnTo>
                  <a:pt x="391350" y="378155"/>
                </a:lnTo>
                <a:lnTo>
                  <a:pt x="391350" y="189242"/>
                </a:lnTo>
                <a:lnTo>
                  <a:pt x="342328" y="192290"/>
                </a:lnTo>
                <a:lnTo>
                  <a:pt x="295109" y="201206"/>
                </a:lnTo>
                <a:lnTo>
                  <a:pt x="250050" y="215620"/>
                </a:lnTo>
                <a:lnTo>
                  <a:pt x="207530" y="235153"/>
                </a:lnTo>
                <a:lnTo>
                  <a:pt x="167919" y="259448"/>
                </a:lnTo>
                <a:lnTo>
                  <a:pt x="131584" y="288124"/>
                </a:lnTo>
                <a:lnTo>
                  <a:pt x="98894" y="320814"/>
                </a:lnTo>
                <a:lnTo>
                  <a:pt x="70218" y="357149"/>
                </a:lnTo>
                <a:lnTo>
                  <a:pt x="45923" y="396760"/>
                </a:lnTo>
                <a:lnTo>
                  <a:pt x="26390" y="439280"/>
                </a:lnTo>
                <a:lnTo>
                  <a:pt x="11976" y="484339"/>
                </a:lnTo>
                <a:lnTo>
                  <a:pt x="3060" y="531558"/>
                </a:lnTo>
                <a:lnTo>
                  <a:pt x="0" y="580580"/>
                </a:lnTo>
                <a:lnTo>
                  <a:pt x="3060" y="629602"/>
                </a:lnTo>
                <a:lnTo>
                  <a:pt x="11976" y="676821"/>
                </a:lnTo>
                <a:lnTo>
                  <a:pt x="26390" y="721880"/>
                </a:lnTo>
                <a:lnTo>
                  <a:pt x="45923" y="764400"/>
                </a:lnTo>
                <a:lnTo>
                  <a:pt x="70218" y="804011"/>
                </a:lnTo>
                <a:lnTo>
                  <a:pt x="98894" y="840346"/>
                </a:lnTo>
                <a:lnTo>
                  <a:pt x="131584" y="873036"/>
                </a:lnTo>
                <a:lnTo>
                  <a:pt x="167919" y="901712"/>
                </a:lnTo>
                <a:lnTo>
                  <a:pt x="207530" y="926007"/>
                </a:lnTo>
                <a:lnTo>
                  <a:pt x="250050" y="945540"/>
                </a:lnTo>
                <a:lnTo>
                  <a:pt x="295109" y="959954"/>
                </a:lnTo>
                <a:lnTo>
                  <a:pt x="342328" y="968870"/>
                </a:lnTo>
                <a:lnTo>
                  <a:pt x="391350" y="971931"/>
                </a:lnTo>
                <a:lnTo>
                  <a:pt x="440385" y="968870"/>
                </a:lnTo>
                <a:lnTo>
                  <a:pt x="487616" y="959954"/>
                </a:lnTo>
                <a:lnTo>
                  <a:pt x="532688" y="945540"/>
                </a:lnTo>
                <a:lnTo>
                  <a:pt x="575208" y="926007"/>
                </a:lnTo>
                <a:lnTo>
                  <a:pt x="614819" y="901712"/>
                </a:lnTo>
                <a:lnTo>
                  <a:pt x="651167" y="873036"/>
                </a:lnTo>
                <a:lnTo>
                  <a:pt x="683856" y="840346"/>
                </a:lnTo>
                <a:lnTo>
                  <a:pt x="712533" y="804011"/>
                </a:lnTo>
                <a:lnTo>
                  <a:pt x="736815" y="764400"/>
                </a:lnTo>
                <a:lnTo>
                  <a:pt x="756348" y="721880"/>
                </a:lnTo>
                <a:lnTo>
                  <a:pt x="770750" y="676821"/>
                </a:lnTo>
                <a:lnTo>
                  <a:pt x="779665" y="629602"/>
                </a:lnTo>
                <a:lnTo>
                  <a:pt x="782701" y="580580"/>
                </a:lnTo>
                <a:close/>
              </a:path>
              <a:path w="782955" h="972185">
                <a:moveTo>
                  <a:pt x="782751" y="391350"/>
                </a:moveTo>
                <a:lnTo>
                  <a:pt x="779703" y="342328"/>
                </a:lnTo>
                <a:lnTo>
                  <a:pt x="770775" y="295097"/>
                </a:lnTo>
                <a:lnTo>
                  <a:pt x="756373" y="250050"/>
                </a:lnTo>
                <a:lnTo>
                  <a:pt x="736828" y="207530"/>
                </a:lnTo>
                <a:lnTo>
                  <a:pt x="712546" y="167919"/>
                </a:lnTo>
                <a:lnTo>
                  <a:pt x="683869" y="131584"/>
                </a:lnTo>
                <a:lnTo>
                  <a:pt x="651179" y="98894"/>
                </a:lnTo>
                <a:lnTo>
                  <a:pt x="614832" y="70218"/>
                </a:lnTo>
                <a:lnTo>
                  <a:pt x="575221" y="45923"/>
                </a:lnTo>
                <a:lnTo>
                  <a:pt x="532701" y="26390"/>
                </a:lnTo>
                <a:lnTo>
                  <a:pt x="487654" y="11976"/>
                </a:lnTo>
                <a:lnTo>
                  <a:pt x="440423" y="3060"/>
                </a:lnTo>
                <a:lnTo>
                  <a:pt x="391401" y="0"/>
                </a:lnTo>
                <a:lnTo>
                  <a:pt x="391401" y="188912"/>
                </a:lnTo>
                <a:lnTo>
                  <a:pt x="437769" y="194271"/>
                </a:lnTo>
                <a:lnTo>
                  <a:pt x="480352" y="209524"/>
                </a:lnTo>
                <a:lnTo>
                  <a:pt x="517944" y="233438"/>
                </a:lnTo>
                <a:lnTo>
                  <a:pt x="549313" y="264807"/>
                </a:lnTo>
                <a:lnTo>
                  <a:pt x="573227" y="302399"/>
                </a:lnTo>
                <a:lnTo>
                  <a:pt x="588479" y="344982"/>
                </a:lnTo>
                <a:lnTo>
                  <a:pt x="593839" y="391350"/>
                </a:lnTo>
                <a:lnTo>
                  <a:pt x="782751" y="3913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15"/>
          <p:cNvSpPr/>
          <p:nvPr/>
        </p:nvSpPr>
        <p:spPr>
          <a:xfrm>
            <a:off x="18527039" y="836592"/>
            <a:ext cx="1136015" cy="355600"/>
          </a:xfrm>
          <a:custGeom>
            <a:avLst/>
            <a:gdLst/>
            <a:ahLst/>
            <a:cxnLst/>
            <a:rect l="l" t="t" r="r" b="b"/>
            <a:pathLst>
              <a:path w="1136015" h="355600">
                <a:moveTo>
                  <a:pt x="241134" y="231355"/>
                </a:moveTo>
                <a:lnTo>
                  <a:pt x="197370" y="190157"/>
                </a:lnTo>
                <a:lnTo>
                  <a:pt x="192798" y="195757"/>
                </a:lnTo>
                <a:lnTo>
                  <a:pt x="187528" y="200812"/>
                </a:lnTo>
                <a:lnTo>
                  <a:pt x="151295" y="216141"/>
                </a:lnTo>
                <a:lnTo>
                  <a:pt x="142227" y="216598"/>
                </a:lnTo>
                <a:lnTo>
                  <a:pt x="134277" y="216230"/>
                </a:lnTo>
                <a:lnTo>
                  <a:pt x="94195" y="199351"/>
                </a:lnTo>
                <a:lnTo>
                  <a:pt x="71424" y="161658"/>
                </a:lnTo>
                <a:lnTo>
                  <a:pt x="68326" y="136855"/>
                </a:lnTo>
                <a:lnTo>
                  <a:pt x="68668" y="128384"/>
                </a:lnTo>
                <a:lnTo>
                  <a:pt x="80454" y="91490"/>
                </a:lnTo>
                <a:lnTo>
                  <a:pt x="113004" y="63131"/>
                </a:lnTo>
                <a:lnTo>
                  <a:pt x="143357" y="57048"/>
                </a:lnTo>
                <a:lnTo>
                  <a:pt x="150850" y="57416"/>
                </a:lnTo>
                <a:lnTo>
                  <a:pt x="191211" y="75260"/>
                </a:lnTo>
                <a:lnTo>
                  <a:pt x="195961" y="80937"/>
                </a:lnTo>
                <a:lnTo>
                  <a:pt x="238633" y="38265"/>
                </a:lnTo>
                <a:lnTo>
                  <a:pt x="208102" y="15214"/>
                </a:lnTo>
                <a:lnTo>
                  <a:pt x="168529" y="2438"/>
                </a:lnTo>
                <a:lnTo>
                  <a:pt x="141185" y="0"/>
                </a:lnTo>
                <a:lnTo>
                  <a:pt x="126542" y="596"/>
                </a:lnTo>
                <a:lnTo>
                  <a:pt x="85648" y="9563"/>
                </a:lnTo>
                <a:lnTo>
                  <a:pt x="50787" y="28562"/>
                </a:lnTo>
                <a:lnTo>
                  <a:pt x="23761" y="56680"/>
                </a:lnTo>
                <a:lnTo>
                  <a:pt x="6108" y="93243"/>
                </a:lnTo>
                <a:lnTo>
                  <a:pt x="0" y="136804"/>
                </a:lnTo>
                <a:lnTo>
                  <a:pt x="660" y="151739"/>
                </a:lnTo>
                <a:lnTo>
                  <a:pt x="10642" y="192709"/>
                </a:lnTo>
                <a:lnTo>
                  <a:pt x="31191" y="226745"/>
                </a:lnTo>
                <a:lnTo>
                  <a:pt x="60490" y="252425"/>
                </a:lnTo>
                <a:lnTo>
                  <a:pt x="97421" y="268770"/>
                </a:lnTo>
                <a:lnTo>
                  <a:pt x="140042" y="274358"/>
                </a:lnTo>
                <a:lnTo>
                  <a:pt x="156095" y="273634"/>
                </a:lnTo>
                <a:lnTo>
                  <a:pt x="198513" y="262801"/>
                </a:lnTo>
                <a:lnTo>
                  <a:pt x="232003" y="240779"/>
                </a:lnTo>
                <a:lnTo>
                  <a:pt x="241134" y="231355"/>
                </a:lnTo>
                <a:close/>
              </a:path>
              <a:path w="1136015" h="355600">
                <a:moveTo>
                  <a:pt x="449973" y="84251"/>
                </a:moveTo>
                <a:lnTo>
                  <a:pt x="385965" y="84251"/>
                </a:lnTo>
                <a:lnTo>
                  <a:pt x="349592" y="201891"/>
                </a:lnTo>
                <a:lnTo>
                  <a:pt x="348500" y="201891"/>
                </a:lnTo>
                <a:lnTo>
                  <a:pt x="307682" y="84251"/>
                </a:lnTo>
                <a:lnTo>
                  <a:pt x="240753" y="84251"/>
                </a:lnTo>
                <a:lnTo>
                  <a:pt x="317246" y="264426"/>
                </a:lnTo>
                <a:lnTo>
                  <a:pt x="308444" y="287337"/>
                </a:lnTo>
                <a:lnTo>
                  <a:pt x="304914" y="293408"/>
                </a:lnTo>
                <a:lnTo>
                  <a:pt x="296545" y="301929"/>
                </a:lnTo>
                <a:lnTo>
                  <a:pt x="289763" y="304101"/>
                </a:lnTo>
                <a:lnTo>
                  <a:pt x="277558" y="304101"/>
                </a:lnTo>
                <a:lnTo>
                  <a:pt x="274294" y="303784"/>
                </a:lnTo>
                <a:lnTo>
                  <a:pt x="267195" y="302590"/>
                </a:lnTo>
                <a:lnTo>
                  <a:pt x="263931" y="301764"/>
                </a:lnTo>
                <a:lnTo>
                  <a:pt x="260997" y="300799"/>
                </a:lnTo>
                <a:lnTo>
                  <a:pt x="254368" y="351548"/>
                </a:lnTo>
                <a:lnTo>
                  <a:pt x="258775" y="352742"/>
                </a:lnTo>
                <a:lnTo>
                  <a:pt x="263982" y="353733"/>
                </a:lnTo>
                <a:lnTo>
                  <a:pt x="276034" y="355180"/>
                </a:lnTo>
                <a:lnTo>
                  <a:pt x="281838" y="355574"/>
                </a:lnTo>
                <a:lnTo>
                  <a:pt x="295833" y="355320"/>
                </a:lnTo>
                <a:lnTo>
                  <a:pt x="333248" y="344881"/>
                </a:lnTo>
                <a:lnTo>
                  <a:pt x="359003" y="314693"/>
                </a:lnTo>
                <a:lnTo>
                  <a:pt x="367995" y="294932"/>
                </a:lnTo>
                <a:lnTo>
                  <a:pt x="449973" y="84251"/>
                </a:lnTo>
                <a:close/>
              </a:path>
              <a:path w="1136015" h="355600">
                <a:moveTo>
                  <a:pt x="676821" y="175069"/>
                </a:moveTo>
                <a:lnTo>
                  <a:pt x="667461" y="130022"/>
                </a:lnTo>
                <a:lnTo>
                  <a:pt x="666661" y="128435"/>
                </a:lnTo>
                <a:lnTo>
                  <a:pt x="663473" y="122085"/>
                </a:lnTo>
                <a:lnTo>
                  <a:pt x="658825" y="114681"/>
                </a:lnTo>
                <a:lnTo>
                  <a:pt x="653529" y="107810"/>
                </a:lnTo>
                <a:lnTo>
                  <a:pt x="652500" y="106730"/>
                </a:lnTo>
                <a:lnTo>
                  <a:pt x="647611" y="101549"/>
                </a:lnTo>
                <a:lnTo>
                  <a:pt x="641070" y="95973"/>
                </a:lnTo>
                <a:lnTo>
                  <a:pt x="633907" y="91071"/>
                </a:lnTo>
                <a:lnTo>
                  <a:pt x="626122" y="86855"/>
                </a:lnTo>
                <a:lnTo>
                  <a:pt x="618363" y="83718"/>
                </a:lnTo>
                <a:lnTo>
                  <a:pt x="618363" y="169202"/>
                </a:lnTo>
                <a:lnTo>
                  <a:pt x="618312" y="181317"/>
                </a:lnTo>
                <a:lnTo>
                  <a:pt x="599465" y="215734"/>
                </a:lnTo>
                <a:lnTo>
                  <a:pt x="582472" y="222516"/>
                </a:lnTo>
                <a:lnTo>
                  <a:pt x="568464" y="222516"/>
                </a:lnTo>
                <a:lnTo>
                  <a:pt x="536359" y="198310"/>
                </a:lnTo>
                <a:lnTo>
                  <a:pt x="534327" y="192709"/>
                </a:lnTo>
                <a:lnTo>
                  <a:pt x="532206" y="187071"/>
                </a:lnTo>
                <a:lnTo>
                  <a:pt x="531177" y="181317"/>
                </a:lnTo>
                <a:lnTo>
                  <a:pt x="531253" y="169202"/>
                </a:lnTo>
                <a:lnTo>
                  <a:pt x="532257" y="163830"/>
                </a:lnTo>
                <a:lnTo>
                  <a:pt x="556958" y="132448"/>
                </a:lnTo>
                <a:lnTo>
                  <a:pt x="568464" y="128435"/>
                </a:lnTo>
                <a:lnTo>
                  <a:pt x="582422" y="128435"/>
                </a:lnTo>
                <a:lnTo>
                  <a:pt x="613740" y="152158"/>
                </a:lnTo>
                <a:lnTo>
                  <a:pt x="618363" y="169202"/>
                </a:lnTo>
                <a:lnTo>
                  <a:pt x="618363" y="83718"/>
                </a:lnTo>
                <a:lnTo>
                  <a:pt x="617791" y="83477"/>
                </a:lnTo>
                <a:lnTo>
                  <a:pt x="609015" y="81064"/>
                </a:lnTo>
                <a:lnTo>
                  <a:pt x="599782" y="79629"/>
                </a:lnTo>
                <a:lnTo>
                  <a:pt x="590080" y="79146"/>
                </a:lnTo>
                <a:lnTo>
                  <a:pt x="580288" y="79654"/>
                </a:lnTo>
                <a:lnTo>
                  <a:pt x="541667" y="96393"/>
                </a:lnTo>
                <a:lnTo>
                  <a:pt x="531609" y="106730"/>
                </a:lnTo>
                <a:lnTo>
                  <a:pt x="530529" y="106730"/>
                </a:lnTo>
                <a:lnTo>
                  <a:pt x="530529" y="84251"/>
                </a:lnTo>
                <a:lnTo>
                  <a:pt x="473151" y="84251"/>
                </a:lnTo>
                <a:lnTo>
                  <a:pt x="473151" y="355561"/>
                </a:lnTo>
                <a:lnTo>
                  <a:pt x="533463" y="355561"/>
                </a:lnTo>
                <a:lnTo>
                  <a:pt x="533463" y="247103"/>
                </a:lnTo>
                <a:lnTo>
                  <a:pt x="534212" y="247103"/>
                </a:lnTo>
                <a:lnTo>
                  <a:pt x="573239" y="270751"/>
                </a:lnTo>
                <a:lnTo>
                  <a:pt x="589699" y="272465"/>
                </a:lnTo>
                <a:lnTo>
                  <a:pt x="599719" y="271957"/>
                </a:lnTo>
                <a:lnTo>
                  <a:pt x="641400" y="254965"/>
                </a:lnTo>
                <a:lnTo>
                  <a:pt x="666648" y="222516"/>
                </a:lnTo>
                <a:lnTo>
                  <a:pt x="667689" y="220395"/>
                </a:lnTo>
                <a:lnTo>
                  <a:pt x="670966" y="211823"/>
                </a:lnTo>
                <a:lnTo>
                  <a:pt x="673531" y="202933"/>
                </a:lnTo>
                <a:lnTo>
                  <a:pt x="675360" y="193827"/>
                </a:lnTo>
                <a:lnTo>
                  <a:pt x="676452" y="184543"/>
                </a:lnTo>
                <a:lnTo>
                  <a:pt x="676821" y="175069"/>
                </a:lnTo>
                <a:close/>
              </a:path>
              <a:path w="1136015" h="355600">
                <a:moveTo>
                  <a:pt x="881976" y="7061"/>
                </a:moveTo>
                <a:lnTo>
                  <a:pt x="718032" y="7061"/>
                </a:lnTo>
                <a:lnTo>
                  <a:pt x="718032" y="61671"/>
                </a:lnTo>
                <a:lnTo>
                  <a:pt x="718032" y="267411"/>
                </a:lnTo>
                <a:lnTo>
                  <a:pt x="781278" y="267411"/>
                </a:lnTo>
                <a:lnTo>
                  <a:pt x="781278" y="61671"/>
                </a:lnTo>
                <a:lnTo>
                  <a:pt x="881976" y="61671"/>
                </a:lnTo>
                <a:lnTo>
                  <a:pt x="881976" y="7061"/>
                </a:lnTo>
                <a:close/>
              </a:path>
              <a:path w="1136015" h="355600">
                <a:moveTo>
                  <a:pt x="1135634" y="7061"/>
                </a:moveTo>
                <a:lnTo>
                  <a:pt x="1068387" y="7061"/>
                </a:lnTo>
                <a:lnTo>
                  <a:pt x="1016165" y="136474"/>
                </a:lnTo>
                <a:lnTo>
                  <a:pt x="961771" y="6997"/>
                </a:lnTo>
                <a:lnTo>
                  <a:pt x="891844" y="6997"/>
                </a:lnTo>
                <a:lnTo>
                  <a:pt x="983373" y="209600"/>
                </a:lnTo>
                <a:lnTo>
                  <a:pt x="979944" y="213995"/>
                </a:lnTo>
                <a:lnTo>
                  <a:pt x="976261" y="217093"/>
                </a:lnTo>
                <a:lnTo>
                  <a:pt x="968451" y="220776"/>
                </a:lnTo>
                <a:lnTo>
                  <a:pt x="963993" y="221703"/>
                </a:lnTo>
                <a:lnTo>
                  <a:pt x="952754" y="221703"/>
                </a:lnTo>
                <a:lnTo>
                  <a:pt x="947115" y="219798"/>
                </a:lnTo>
                <a:lnTo>
                  <a:pt x="937336" y="212204"/>
                </a:lnTo>
                <a:lnTo>
                  <a:pt x="933323" y="208572"/>
                </a:lnTo>
                <a:lnTo>
                  <a:pt x="930122" y="205143"/>
                </a:lnTo>
                <a:lnTo>
                  <a:pt x="891146" y="249110"/>
                </a:lnTo>
                <a:lnTo>
                  <a:pt x="928497" y="271919"/>
                </a:lnTo>
                <a:lnTo>
                  <a:pt x="956983" y="274675"/>
                </a:lnTo>
                <a:lnTo>
                  <a:pt x="966406" y="274370"/>
                </a:lnTo>
                <a:lnTo>
                  <a:pt x="1004176" y="263918"/>
                </a:lnTo>
                <a:lnTo>
                  <a:pt x="1033640" y="236080"/>
                </a:lnTo>
                <a:lnTo>
                  <a:pt x="1047051" y="210731"/>
                </a:lnTo>
                <a:lnTo>
                  <a:pt x="1135634" y="706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6" name="object 16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7041" y="1297362"/>
            <a:ext cx="1130606" cy="15514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0104100" cy="1790064"/>
          </a:xfrm>
          <a:custGeom>
            <a:avLst/>
            <a:gdLst/>
            <a:ahLst/>
            <a:cxnLst/>
            <a:rect l="l" t="t" r="r" b="b"/>
            <a:pathLst>
              <a:path w="20104100" h="1790064">
                <a:moveTo>
                  <a:pt x="20104099" y="0"/>
                </a:moveTo>
                <a:lnTo>
                  <a:pt x="0" y="0"/>
                </a:lnTo>
                <a:lnTo>
                  <a:pt x="0" y="1789715"/>
                </a:lnTo>
                <a:lnTo>
                  <a:pt x="20104099" y="1789715"/>
                </a:lnTo>
                <a:lnTo>
                  <a:pt x="20104099" y="0"/>
                </a:lnTo>
                <a:close/>
              </a:path>
            </a:pathLst>
          </a:custGeom>
          <a:solidFill>
            <a:srgbClr val="001F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937478" y="2732938"/>
            <a:ext cx="7763701" cy="724493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just">
              <a:lnSpc>
                <a:spcPct val="125000"/>
              </a:lnSpc>
            </a:pPr>
            <a:endParaRPr lang="ru-RU" sz="3200" dirty="0" smtClean="0">
              <a:solidFill>
                <a:srgbClr val="001F82"/>
              </a:solidFill>
              <a:latin typeface="Montserrat" panose="00000500000000000000" pitchFamily="2" charset="-52"/>
            </a:endParaRPr>
          </a:p>
          <a:p>
            <a:pPr algn="just">
              <a:lnSpc>
                <a:spcPct val="125000"/>
              </a:lnSpc>
            </a:pPr>
            <a:r>
              <a:rPr lang="ru-RU" sz="3200" b="1" dirty="0">
                <a:solidFill>
                  <a:srgbClr val="001F82"/>
                </a:solidFill>
                <a:latin typeface="Montserrat" panose="00000500000000000000" pitchFamily="2" charset="-52"/>
              </a:rPr>
              <a:t>• </a:t>
            </a:r>
            <a:r>
              <a:rPr lang="ru-RU" sz="3200" b="1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 </a:t>
            </a:r>
            <a:r>
              <a:rPr lang="ru-RU" sz="3200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Одновременно можно поступать не более, чем в </a:t>
            </a:r>
            <a:r>
              <a:rPr lang="ru-RU" sz="3200" b="1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5 организаций </a:t>
            </a:r>
            <a:r>
              <a:rPr lang="ru-RU" sz="3200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высшего образования.</a:t>
            </a:r>
          </a:p>
          <a:p>
            <a:pPr algn="just">
              <a:lnSpc>
                <a:spcPct val="125000"/>
              </a:lnSpc>
            </a:pPr>
            <a:endParaRPr lang="ru-RU" sz="3200" dirty="0" smtClean="0">
              <a:solidFill>
                <a:srgbClr val="001F82"/>
              </a:solidFill>
              <a:latin typeface="Montserrat" panose="00000500000000000000" pitchFamily="2" charset="-52"/>
            </a:endParaRPr>
          </a:p>
          <a:p>
            <a:pPr algn="just">
              <a:lnSpc>
                <a:spcPct val="125000"/>
              </a:lnSpc>
            </a:pPr>
            <a:r>
              <a:rPr lang="ru-RU" sz="3200" b="1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• </a:t>
            </a:r>
            <a:r>
              <a:rPr lang="ru-RU" sz="3200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Можно подать документы на </a:t>
            </a:r>
          </a:p>
          <a:p>
            <a:pPr algn="just">
              <a:lnSpc>
                <a:spcPct val="125000"/>
              </a:lnSpc>
            </a:pPr>
            <a:r>
              <a:rPr lang="ru-RU" sz="3200" b="1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3 направления подготовки</a:t>
            </a:r>
          </a:p>
          <a:p>
            <a:pPr algn="just">
              <a:lnSpc>
                <a:spcPct val="125000"/>
              </a:lnSpc>
            </a:pPr>
            <a:r>
              <a:rPr lang="ru-RU" sz="3200" b="1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 /специальности </a:t>
            </a:r>
            <a:r>
              <a:rPr lang="ru-RU" sz="3200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в СурГУ.</a:t>
            </a:r>
          </a:p>
          <a:p>
            <a:pPr algn="just">
              <a:lnSpc>
                <a:spcPct val="125000"/>
              </a:lnSpc>
            </a:pPr>
            <a:r>
              <a:rPr lang="ru-RU" sz="3200" dirty="0">
                <a:solidFill>
                  <a:srgbClr val="001F82"/>
                </a:solidFill>
                <a:latin typeface="Montserrat" panose="00000500000000000000" pitchFamily="2" charset="-52"/>
              </a:rPr>
              <a:t> </a:t>
            </a:r>
          </a:p>
          <a:p>
            <a:pPr algn="just">
              <a:lnSpc>
                <a:spcPct val="125000"/>
              </a:lnSpc>
            </a:pPr>
            <a:r>
              <a:rPr lang="ru-RU" sz="4400" b="1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 </a:t>
            </a:r>
            <a:endParaRPr lang="ru-RU" sz="4400" dirty="0" smtClean="0">
              <a:solidFill>
                <a:srgbClr val="001F82"/>
              </a:solidFill>
              <a:latin typeface="Montserrat" panose="00000500000000000000" pitchFamily="2" charset="-52"/>
            </a:endParaRPr>
          </a:p>
          <a:p>
            <a:pPr marL="571500" indent="-571500" algn="just">
              <a:lnSpc>
                <a:spcPct val="125000"/>
              </a:lnSpc>
              <a:buFont typeface="Arial" panose="020B0604020202020204" pitchFamily="34" charset="0"/>
              <a:buChar char="•"/>
            </a:pPr>
            <a:endParaRPr lang="ru-RU" sz="4400" dirty="0">
              <a:solidFill>
                <a:srgbClr val="001F82"/>
              </a:solidFill>
              <a:latin typeface="Montserrat" panose="00000500000000000000" pitchFamily="2" charset="-52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title"/>
          </p:nvPr>
        </p:nvSpPr>
        <p:spPr>
          <a:xfrm>
            <a:off x="1063170" y="481694"/>
            <a:ext cx="8685368" cy="725199"/>
          </a:xfrm>
          <a:prstGeom prst="rect">
            <a:avLst/>
          </a:prstGeom>
        </p:spPr>
        <p:txBody>
          <a:bodyPr vert="horz" wrap="square" lIns="0" tIns="1714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ru-RU" b="1" dirty="0" smtClean="0">
                <a:latin typeface="Montserrat" pitchFamily="2" charset="-52"/>
              </a:rPr>
              <a:t>ПЕРЕЧЕНЬ ДОКУМЕНТОВ</a:t>
            </a:r>
            <a:endParaRPr lang="ru-RU" b="1" dirty="0">
              <a:latin typeface="Montserrat" pitchFamily="2" charset="-52"/>
            </a:endParaRPr>
          </a:p>
        </p:txBody>
      </p:sp>
      <p:sp>
        <p:nvSpPr>
          <p:cNvPr id="34" name="object 14"/>
          <p:cNvSpPr/>
          <p:nvPr/>
        </p:nvSpPr>
        <p:spPr>
          <a:xfrm>
            <a:off x="17620831" y="493400"/>
            <a:ext cx="782955" cy="972185"/>
          </a:xfrm>
          <a:custGeom>
            <a:avLst/>
            <a:gdLst/>
            <a:ahLst/>
            <a:cxnLst/>
            <a:rect l="l" t="t" r="r" b="b"/>
            <a:pathLst>
              <a:path w="782955" h="972185">
                <a:moveTo>
                  <a:pt x="782701" y="580580"/>
                </a:moveTo>
                <a:lnTo>
                  <a:pt x="593788" y="580580"/>
                </a:lnTo>
                <a:lnTo>
                  <a:pt x="588429" y="626935"/>
                </a:lnTo>
                <a:lnTo>
                  <a:pt x="573176" y="669518"/>
                </a:lnTo>
                <a:lnTo>
                  <a:pt x="549249" y="707110"/>
                </a:lnTo>
                <a:lnTo>
                  <a:pt x="517880" y="738479"/>
                </a:lnTo>
                <a:lnTo>
                  <a:pt x="480301" y="762406"/>
                </a:lnTo>
                <a:lnTo>
                  <a:pt x="437705" y="777659"/>
                </a:lnTo>
                <a:lnTo>
                  <a:pt x="391350" y="783005"/>
                </a:lnTo>
                <a:lnTo>
                  <a:pt x="344995" y="777659"/>
                </a:lnTo>
                <a:lnTo>
                  <a:pt x="302412" y="762406"/>
                </a:lnTo>
                <a:lnTo>
                  <a:pt x="264820" y="738479"/>
                </a:lnTo>
                <a:lnTo>
                  <a:pt x="233451" y="707110"/>
                </a:lnTo>
                <a:lnTo>
                  <a:pt x="209524" y="669518"/>
                </a:lnTo>
                <a:lnTo>
                  <a:pt x="194271" y="626935"/>
                </a:lnTo>
                <a:lnTo>
                  <a:pt x="188925" y="580580"/>
                </a:lnTo>
                <a:lnTo>
                  <a:pt x="194271" y="534225"/>
                </a:lnTo>
                <a:lnTo>
                  <a:pt x="209524" y="491642"/>
                </a:lnTo>
                <a:lnTo>
                  <a:pt x="233451" y="454050"/>
                </a:lnTo>
                <a:lnTo>
                  <a:pt x="264820" y="422681"/>
                </a:lnTo>
                <a:lnTo>
                  <a:pt x="302412" y="398754"/>
                </a:lnTo>
                <a:lnTo>
                  <a:pt x="344995" y="383514"/>
                </a:lnTo>
                <a:lnTo>
                  <a:pt x="391350" y="378155"/>
                </a:lnTo>
                <a:lnTo>
                  <a:pt x="391350" y="189242"/>
                </a:lnTo>
                <a:lnTo>
                  <a:pt x="342328" y="192290"/>
                </a:lnTo>
                <a:lnTo>
                  <a:pt x="295109" y="201206"/>
                </a:lnTo>
                <a:lnTo>
                  <a:pt x="250050" y="215620"/>
                </a:lnTo>
                <a:lnTo>
                  <a:pt x="207530" y="235153"/>
                </a:lnTo>
                <a:lnTo>
                  <a:pt x="167919" y="259448"/>
                </a:lnTo>
                <a:lnTo>
                  <a:pt x="131584" y="288124"/>
                </a:lnTo>
                <a:lnTo>
                  <a:pt x="98894" y="320814"/>
                </a:lnTo>
                <a:lnTo>
                  <a:pt x="70218" y="357149"/>
                </a:lnTo>
                <a:lnTo>
                  <a:pt x="45923" y="396760"/>
                </a:lnTo>
                <a:lnTo>
                  <a:pt x="26390" y="439280"/>
                </a:lnTo>
                <a:lnTo>
                  <a:pt x="11976" y="484339"/>
                </a:lnTo>
                <a:lnTo>
                  <a:pt x="3060" y="531558"/>
                </a:lnTo>
                <a:lnTo>
                  <a:pt x="0" y="580580"/>
                </a:lnTo>
                <a:lnTo>
                  <a:pt x="3060" y="629602"/>
                </a:lnTo>
                <a:lnTo>
                  <a:pt x="11976" y="676821"/>
                </a:lnTo>
                <a:lnTo>
                  <a:pt x="26390" y="721880"/>
                </a:lnTo>
                <a:lnTo>
                  <a:pt x="45923" y="764400"/>
                </a:lnTo>
                <a:lnTo>
                  <a:pt x="70218" y="804011"/>
                </a:lnTo>
                <a:lnTo>
                  <a:pt x="98894" y="840346"/>
                </a:lnTo>
                <a:lnTo>
                  <a:pt x="131584" y="873036"/>
                </a:lnTo>
                <a:lnTo>
                  <a:pt x="167919" y="901712"/>
                </a:lnTo>
                <a:lnTo>
                  <a:pt x="207530" y="926007"/>
                </a:lnTo>
                <a:lnTo>
                  <a:pt x="250050" y="945540"/>
                </a:lnTo>
                <a:lnTo>
                  <a:pt x="295109" y="959954"/>
                </a:lnTo>
                <a:lnTo>
                  <a:pt x="342328" y="968870"/>
                </a:lnTo>
                <a:lnTo>
                  <a:pt x="391350" y="971931"/>
                </a:lnTo>
                <a:lnTo>
                  <a:pt x="440385" y="968870"/>
                </a:lnTo>
                <a:lnTo>
                  <a:pt x="487616" y="959954"/>
                </a:lnTo>
                <a:lnTo>
                  <a:pt x="532688" y="945540"/>
                </a:lnTo>
                <a:lnTo>
                  <a:pt x="575208" y="926007"/>
                </a:lnTo>
                <a:lnTo>
                  <a:pt x="614819" y="901712"/>
                </a:lnTo>
                <a:lnTo>
                  <a:pt x="651167" y="873036"/>
                </a:lnTo>
                <a:lnTo>
                  <a:pt x="683856" y="840346"/>
                </a:lnTo>
                <a:lnTo>
                  <a:pt x="712533" y="804011"/>
                </a:lnTo>
                <a:lnTo>
                  <a:pt x="736815" y="764400"/>
                </a:lnTo>
                <a:lnTo>
                  <a:pt x="756348" y="721880"/>
                </a:lnTo>
                <a:lnTo>
                  <a:pt x="770750" y="676821"/>
                </a:lnTo>
                <a:lnTo>
                  <a:pt x="779665" y="629602"/>
                </a:lnTo>
                <a:lnTo>
                  <a:pt x="782701" y="580580"/>
                </a:lnTo>
                <a:close/>
              </a:path>
              <a:path w="782955" h="972185">
                <a:moveTo>
                  <a:pt x="782751" y="391350"/>
                </a:moveTo>
                <a:lnTo>
                  <a:pt x="779703" y="342328"/>
                </a:lnTo>
                <a:lnTo>
                  <a:pt x="770775" y="295097"/>
                </a:lnTo>
                <a:lnTo>
                  <a:pt x="756373" y="250050"/>
                </a:lnTo>
                <a:lnTo>
                  <a:pt x="736828" y="207530"/>
                </a:lnTo>
                <a:lnTo>
                  <a:pt x="712546" y="167919"/>
                </a:lnTo>
                <a:lnTo>
                  <a:pt x="683869" y="131584"/>
                </a:lnTo>
                <a:lnTo>
                  <a:pt x="651179" y="98894"/>
                </a:lnTo>
                <a:lnTo>
                  <a:pt x="614832" y="70218"/>
                </a:lnTo>
                <a:lnTo>
                  <a:pt x="575221" y="45923"/>
                </a:lnTo>
                <a:lnTo>
                  <a:pt x="532701" y="26390"/>
                </a:lnTo>
                <a:lnTo>
                  <a:pt x="487654" y="11976"/>
                </a:lnTo>
                <a:lnTo>
                  <a:pt x="440423" y="3060"/>
                </a:lnTo>
                <a:lnTo>
                  <a:pt x="391401" y="0"/>
                </a:lnTo>
                <a:lnTo>
                  <a:pt x="391401" y="188912"/>
                </a:lnTo>
                <a:lnTo>
                  <a:pt x="437769" y="194271"/>
                </a:lnTo>
                <a:lnTo>
                  <a:pt x="480352" y="209524"/>
                </a:lnTo>
                <a:lnTo>
                  <a:pt x="517944" y="233438"/>
                </a:lnTo>
                <a:lnTo>
                  <a:pt x="549313" y="264807"/>
                </a:lnTo>
                <a:lnTo>
                  <a:pt x="573227" y="302399"/>
                </a:lnTo>
                <a:lnTo>
                  <a:pt x="588479" y="344982"/>
                </a:lnTo>
                <a:lnTo>
                  <a:pt x="593839" y="391350"/>
                </a:lnTo>
                <a:lnTo>
                  <a:pt x="782751" y="3913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15"/>
          <p:cNvSpPr/>
          <p:nvPr/>
        </p:nvSpPr>
        <p:spPr>
          <a:xfrm>
            <a:off x="18527039" y="836592"/>
            <a:ext cx="1136015" cy="355600"/>
          </a:xfrm>
          <a:custGeom>
            <a:avLst/>
            <a:gdLst/>
            <a:ahLst/>
            <a:cxnLst/>
            <a:rect l="l" t="t" r="r" b="b"/>
            <a:pathLst>
              <a:path w="1136015" h="355600">
                <a:moveTo>
                  <a:pt x="241134" y="231355"/>
                </a:moveTo>
                <a:lnTo>
                  <a:pt x="197370" y="190157"/>
                </a:lnTo>
                <a:lnTo>
                  <a:pt x="192798" y="195757"/>
                </a:lnTo>
                <a:lnTo>
                  <a:pt x="187528" y="200812"/>
                </a:lnTo>
                <a:lnTo>
                  <a:pt x="151295" y="216141"/>
                </a:lnTo>
                <a:lnTo>
                  <a:pt x="142227" y="216598"/>
                </a:lnTo>
                <a:lnTo>
                  <a:pt x="134277" y="216230"/>
                </a:lnTo>
                <a:lnTo>
                  <a:pt x="94195" y="199351"/>
                </a:lnTo>
                <a:lnTo>
                  <a:pt x="71424" y="161658"/>
                </a:lnTo>
                <a:lnTo>
                  <a:pt x="68326" y="136855"/>
                </a:lnTo>
                <a:lnTo>
                  <a:pt x="68668" y="128384"/>
                </a:lnTo>
                <a:lnTo>
                  <a:pt x="80454" y="91490"/>
                </a:lnTo>
                <a:lnTo>
                  <a:pt x="113004" y="63131"/>
                </a:lnTo>
                <a:lnTo>
                  <a:pt x="143357" y="57048"/>
                </a:lnTo>
                <a:lnTo>
                  <a:pt x="150850" y="57416"/>
                </a:lnTo>
                <a:lnTo>
                  <a:pt x="191211" y="75260"/>
                </a:lnTo>
                <a:lnTo>
                  <a:pt x="195961" y="80937"/>
                </a:lnTo>
                <a:lnTo>
                  <a:pt x="238633" y="38265"/>
                </a:lnTo>
                <a:lnTo>
                  <a:pt x="208102" y="15214"/>
                </a:lnTo>
                <a:lnTo>
                  <a:pt x="168529" y="2438"/>
                </a:lnTo>
                <a:lnTo>
                  <a:pt x="141185" y="0"/>
                </a:lnTo>
                <a:lnTo>
                  <a:pt x="126542" y="596"/>
                </a:lnTo>
                <a:lnTo>
                  <a:pt x="85648" y="9563"/>
                </a:lnTo>
                <a:lnTo>
                  <a:pt x="50787" y="28562"/>
                </a:lnTo>
                <a:lnTo>
                  <a:pt x="23761" y="56680"/>
                </a:lnTo>
                <a:lnTo>
                  <a:pt x="6108" y="93243"/>
                </a:lnTo>
                <a:lnTo>
                  <a:pt x="0" y="136804"/>
                </a:lnTo>
                <a:lnTo>
                  <a:pt x="660" y="151739"/>
                </a:lnTo>
                <a:lnTo>
                  <a:pt x="10642" y="192709"/>
                </a:lnTo>
                <a:lnTo>
                  <a:pt x="31191" y="226745"/>
                </a:lnTo>
                <a:lnTo>
                  <a:pt x="60490" y="252425"/>
                </a:lnTo>
                <a:lnTo>
                  <a:pt x="97421" y="268770"/>
                </a:lnTo>
                <a:lnTo>
                  <a:pt x="140042" y="274358"/>
                </a:lnTo>
                <a:lnTo>
                  <a:pt x="156095" y="273634"/>
                </a:lnTo>
                <a:lnTo>
                  <a:pt x="198513" y="262801"/>
                </a:lnTo>
                <a:lnTo>
                  <a:pt x="232003" y="240779"/>
                </a:lnTo>
                <a:lnTo>
                  <a:pt x="241134" y="231355"/>
                </a:lnTo>
                <a:close/>
              </a:path>
              <a:path w="1136015" h="355600">
                <a:moveTo>
                  <a:pt x="449973" y="84251"/>
                </a:moveTo>
                <a:lnTo>
                  <a:pt x="385965" y="84251"/>
                </a:lnTo>
                <a:lnTo>
                  <a:pt x="349592" y="201891"/>
                </a:lnTo>
                <a:lnTo>
                  <a:pt x="348500" y="201891"/>
                </a:lnTo>
                <a:lnTo>
                  <a:pt x="307682" y="84251"/>
                </a:lnTo>
                <a:lnTo>
                  <a:pt x="240753" y="84251"/>
                </a:lnTo>
                <a:lnTo>
                  <a:pt x="317246" y="264426"/>
                </a:lnTo>
                <a:lnTo>
                  <a:pt x="308444" y="287337"/>
                </a:lnTo>
                <a:lnTo>
                  <a:pt x="304914" y="293408"/>
                </a:lnTo>
                <a:lnTo>
                  <a:pt x="296545" y="301929"/>
                </a:lnTo>
                <a:lnTo>
                  <a:pt x="289763" y="304101"/>
                </a:lnTo>
                <a:lnTo>
                  <a:pt x="277558" y="304101"/>
                </a:lnTo>
                <a:lnTo>
                  <a:pt x="274294" y="303784"/>
                </a:lnTo>
                <a:lnTo>
                  <a:pt x="267195" y="302590"/>
                </a:lnTo>
                <a:lnTo>
                  <a:pt x="263931" y="301764"/>
                </a:lnTo>
                <a:lnTo>
                  <a:pt x="260997" y="300799"/>
                </a:lnTo>
                <a:lnTo>
                  <a:pt x="254368" y="351548"/>
                </a:lnTo>
                <a:lnTo>
                  <a:pt x="258775" y="352742"/>
                </a:lnTo>
                <a:lnTo>
                  <a:pt x="263982" y="353733"/>
                </a:lnTo>
                <a:lnTo>
                  <a:pt x="276034" y="355180"/>
                </a:lnTo>
                <a:lnTo>
                  <a:pt x="281838" y="355574"/>
                </a:lnTo>
                <a:lnTo>
                  <a:pt x="295833" y="355320"/>
                </a:lnTo>
                <a:lnTo>
                  <a:pt x="333248" y="344881"/>
                </a:lnTo>
                <a:lnTo>
                  <a:pt x="359003" y="314693"/>
                </a:lnTo>
                <a:lnTo>
                  <a:pt x="367995" y="294932"/>
                </a:lnTo>
                <a:lnTo>
                  <a:pt x="449973" y="84251"/>
                </a:lnTo>
                <a:close/>
              </a:path>
              <a:path w="1136015" h="355600">
                <a:moveTo>
                  <a:pt x="676821" y="175069"/>
                </a:moveTo>
                <a:lnTo>
                  <a:pt x="667461" y="130022"/>
                </a:lnTo>
                <a:lnTo>
                  <a:pt x="666661" y="128435"/>
                </a:lnTo>
                <a:lnTo>
                  <a:pt x="663473" y="122085"/>
                </a:lnTo>
                <a:lnTo>
                  <a:pt x="658825" y="114681"/>
                </a:lnTo>
                <a:lnTo>
                  <a:pt x="653529" y="107810"/>
                </a:lnTo>
                <a:lnTo>
                  <a:pt x="652500" y="106730"/>
                </a:lnTo>
                <a:lnTo>
                  <a:pt x="647611" y="101549"/>
                </a:lnTo>
                <a:lnTo>
                  <a:pt x="641070" y="95973"/>
                </a:lnTo>
                <a:lnTo>
                  <a:pt x="633907" y="91071"/>
                </a:lnTo>
                <a:lnTo>
                  <a:pt x="626122" y="86855"/>
                </a:lnTo>
                <a:lnTo>
                  <a:pt x="618363" y="83718"/>
                </a:lnTo>
                <a:lnTo>
                  <a:pt x="618363" y="169202"/>
                </a:lnTo>
                <a:lnTo>
                  <a:pt x="618312" y="181317"/>
                </a:lnTo>
                <a:lnTo>
                  <a:pt x="599465" y="215734"/>
                </a:lnTo>
                <a:lnTo>
                  <a:pt x="582472" y="222516"/>
                </a:lnTo>
                <a:lnTo>
                  <a:pt x="568464" y="222516"/>
                </a:lnTo>
                <a:lnTo>
                  <a:pt x="536359" y="198310"/>
                </a:lnTo>
                <a:lnTo>
                  <a:pt x="534327" y="192709"/>
                </a:lnTo>
                <a:lnTo>
                  <a:pt x="532206" y="187071"/>
                </a:lnTo>
                <a:lnTo>
                  <a:pt x="531177" y="181317"/>
                </a:lnTo>
                <a:lnTo>
                  <a:pt x="531253" y="169202"/>
                </a:lnTo>
                <a:lnTo>
                  <a:pt x="532257" y="163830"/>
                </a:lnTo>
                <a:lnTo>
                  <a:pt x="556958" y="132448"/>
                </a:lnTo>
                <a:lnTo>
                  <a:pt x="568464" y="128435"/>
                </a:lnTo>
                <a:lnTo>
                  <a:pt x="582422" y="128435"/>
                </a:lnTo>
                <a:lnTo>
                  <a:pt x="613740" y="152158"/>
                </a:lnTo>
                <a:lnTo>
                  <a:pt x="618363" y="169202"/>
                </a:lnTo>
                <a:lnTo>
                  <a:pt x="618363" y="83718"/>
                </a:lnTo>
                <a:lnTo>
                  <a:pt x="617791" y="83477"/>
                </a:lnTo>
                <a:lnTo>
                  <a:pt x="609015" y="81064"/>
                </a:lnTo>
                <a:lnTo>
                  <a:pt x="599782" y="79629"/>
                </a:lnTo>
                <a:lnTo>
                  <a:pt x="590080" y="79146"/>
                </a:lnTo>
                <a:lnTo>
                  <a:pt x="580288" y="79654"/>
                </a:lnTo>
                <a:lnTo>
                  <a:pt x="541667" y="96393"/>
                </a:lnTo>
                <a:lnTo>
                  <a:pt x="531609" y="106730"/>
                </a:lnTo>
                <a:lnTo>
                  <a:pt x="530529" y="106730"/>
                </a:lnTo>
                <a:lnTo>
                  <a:pt x="530529" y="84251"/>
                </a:lnTo>
                <a:lnTo>
                  <a:pt x="473151" y="84251"/>
                </a:lnTo>
                <a:lnTo>
                  <a:pt x="473151" y="355561"/>
                </a:lnTo>
                <a:lnTo>
                  <a:pt x="533463" y="355561"/>
                </a:lnTo>
                <a:lnTo>
                  <a:pt x="533463" y="247103"/>
                </a:lnTo>
                <a:lnTo>
                  <a:pt x="534212" y="247103"/>
                </a:lnTo>
                <a:lnTo>
                  <a:pt x="573239" y="270751"/>
                </a:lnTo>
                <a:lnTo>
                  <a:pt x="589699" y="272465"/>
                </a:lnTo>
                <a:lnTo>
                  <a:pt x="599719" y="271957"/>
                </a:lnTo>
                <a:lnTo>
                  <a:pt x="641400" y="254965"/>
                </a:lnTo>
                <a:lnTo>
                  <a:pt x="666648" y="222516"/>
                </a:lnTo>
                <a:lnTo>
                  <a:pt x="667689" y="220395"/>
                </a:lnTo>
                <a:lnTo>
                  <a:pt x="670966" y="211823"/>
                </a:lnTo>
                <a:lnTo>
                  <a:pt x="673531" y="202933"/>
                </a:lnTo>
                <a:lnTo>
                  <a:pt x="675360" y="193827"/>
                </a:lnTo>
                <a:lnTo>
                  <a:pt x="676452" y="184543"/>
                </a:lnTo>
                <a:lnTo>
                  <a:pt x="676821" y="175069"/>
                </a:lnTo>
                <a:close/>
              </a:path>
              <a:path w="1136015" h="355600">
                <a:moveTo>
                  <a:pt x="881976" y="7061"/>
                </a:moveTo>
                <a:lnTo>
                  <a:pt x="718032" y="7061"/>
                </a:lnTo>
                <a:lnTo>
                  <a:pt x="718032" y="61671"/>
                </a:lnTo>
                <a:lnTo>
                  <a:pt x="718032" y="267411"/>
                </a:lnTo>
                <a:lnTo>
                  <a:pt x="781278" y="267411"/>
                </a:lnTo>
                <a:lnTo>
                  <a:pt x="781278" y="61671"/>
                </a:lnTo>
                <a:lnTo>
                  <a:pt x="881976" y="61671"/>
                </a:lnTo>
                <a:lnTo>
                  <a:pt x="881976" y="7061"/>
                </a:lnTo>
                <a:close/>
              </a:path>
              <a:path w="1136015" h="355600">
                <a:moveTo>
                  <a:pt x="1135634" y="7061"/>
                </a:moveTo>
                <a:lnTo>
                  <a:pt x="1068387" y="7061"/>
                </a:lnTo>
                <a:lnTo>
                  <a:pt x="1016165" y="136474"/>
                </a:lnTo>
                <a:lnTo>
                  <a:pt x="961771" y="6997"/>
                </a:lnTo>
                <a:lnTo>
                  <a:pt x="891844" y="6997"/>
                </a:lnTo>
                <a:lnTo>
                  <a:pt x="983373" y="209600"/>
                </a:lnTo>
                <a:lnTo>
                  <a:pt x="979944" y="213995"/>
                </a:lnTo>
                <a:lnTo>
                  <a:pt x="976261" y="217093"/>
                </a:lnTo>
                <a:lnTo>
                  <a:pt x="968451" y="220776"/>
                </a:lnTo>
                <a:lnTo>
                  <a:pt x="963993" y="221703"/>
                </a:lnTo>
                <a:lnTo>
                  <a:pt x="952754" y="221703"/>
                </a:lnTo>
                <a:lnTo>
                  <a:pt x="947115" y="219798"/>
                </a:lnTo>
                <a:lnTo>
                  <a:pt x="937336" y="212204"/>
                </a:lnTo>
                <a:lnTo>
                  <a:pt x="933323" y="208572"/>
                </a:lnTo>
                <a:lnTo>
                  <a:pt x="930122" y="205143"/>
                </a:lnTo>
                <a:lnTo>
                  <a:pt x="891146" y="249110"/>
                </a:lnTo>
                <a:lnTo>
                  <a:pt x="928497" y="271919"/>
                </a:lnTo>
                <a:lnTo>
                  <a:pt x="956983" y="274675"/>
                </a:lnTo>
                <a:lnTo>
                  <a:pt x="966406" y="274370"/>
                </a:lnTo>
                <a:lnTo>
                  <a:pt x="1004176" y="263918"/>
                </a:lnTo>
                <a:lnTo>
                  <a:pt x="1033640" y="236080"/>
                </a:lnTo>
                <a:lnTo>
                  <a:pt x="1047051" y="210731"/>
                </a:lnTo>
                <a:lnTo>
                  <a:pt x="1135634" y="706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6" name="object 16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7041" y="1297362"/>
            <a:ext cx="1130606" cy="155146"/>
          </a:xfrm>
          <a:prstGeom prst="rect">
            <a:avLst/>
          </a:prstGeom>
        </p:spPr>
      </p:pic>
      <p:grpSp>
        <p:nvGrpSpPr>
          <p:cNvPr id="25" name="Группа 24"/>
          <p:cNvGrpSpPr/>
          <p:nvPr/>
        </p:nvGrpSpPr>
        <p:grpSpPr>
          <a:xfrm>
            <a:off x="13233767" y="9599728"/>
            <a:ext cx="6770815" cy="1620163"/>
            <a:chOff x="13233767" y="9599728"/>
            <a:chExt cx="6770815" cy="1620163"/>
          </a:xfrm>
        </p:grpSpPr>
        <p:sp>
          <p:nvSpPr>
            <p:cNvPr id="26" name="object 4"/>
            <p:cNvSpPr/>
            <p:nvPr/>
          </p:nvSpPr>
          <p:spPr>
            <a:xfrm>
              <a:off x="15821556" y="10463603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5"/>
                  </a:lnTo>
                  <a:lnTo>
                    <a:pt x="364621" y="141170"/>
                  </a:lnTo>
                  <a:lnTo>
                    <a:pt x="345102" y="183651"/>
                  </a:lnTo>
                  <a:lnTo>
                    <a:pt x="320833" y="223227"/>
                  </a:lnTo>
                  <a:lnTo>
                    <a:pt x="292184" y="259531"/>
                  </a:lnTo>
                  <a:lnTo>
                    <a:pt x="259523" y="292193"/>
                  </a:lnTo>
                  <a:lnTo>
                    <a:pt x="223219" y="320843"/>
                  </a:lnTo>
                  <a:lnTo>
                    <a:pt x="183644" y="345112"/>
                  </a:lnTo>
                  <a:lnTo>
                    <a:pt x="141164" y="364631"/>
                  </a:lnTo>
                  <a:lnTo>
                    <a:pt x="96151" y="379030"/>
                  </a:lnTo>
                  <a:lnTo>
                    <a:pt x="48973" y="387941"/>
                  </a:lnTo>
                  <a:lnTo>
                    <a:pt x="0" y="390993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5"/>
            <p:cNvSpPr/>
            <p:nvPr/>
          </p:nvSpPr>
          <p:spPr>
            <a:xfrm>
              <a:off x="16670669" y="10463606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0" y="0"/>
                  </a:moveTo>
                  <a:lnTo>
                    <a:pt x="0" y="364941"/>
                  </a:lnTo>
                  <a:lnTo>
                    <a:pt x="48973" y="367993"/>
                  </a:lnTo>
                  <a:lnTo>
                    <a:pt x="96151" y="376903"/>
                  </a:lnTo>
                  <a:lnTo>
                    <a:pt x="141164" y="391302"/>
                  </a:lnTo>
                  <a:lnTo>
                    <a:pt x="183644" y="410820"/>
                  </a:lnTo>
                  <a:lnTo>
                    <a:pt x="223219" y="435088"/>
                  </a:lnTo>
                  <a:lnTo>
                    <a:pt x="259523" y="463736"/>
                  </a:lnTo>
                  <a:lnTo>
                    <a:pt x="292184" y="496397"/>
                  </a:lnTo>
                  <a:lnTo>
                    <a:pt x="320833" y="532700"/>
                  </a:lnTo>
                  <a:lnTo>
                    <a:pt x="345102" y="572275"/>
                  </a:lnTo>
                  <a:lnTo>
                    <a:pt x="364621" y="614755"/>
                  </a:lnTo>
                  <a:lnTo>
                    <a:pt x="379020" y="659769"/>
                  </a:lnTo>
                  <a:lnTo>
                    <a:pt x="387930" y="706949"/>
                  </a:lnTo>
                  <a:lnTo>
                    <a:pt x="390982" y="755924"/>
                  </a:lnTo>
                  <a:lnTo>
                    <a:pt x="755924" y="755924"/>
                  </a:lnTo>
                  <a:lnTo>
                    <a:pt x="754434" y="708189"/>
                  </a:lnTo>
                  <a:lnTo>
                    <a:pt x="750023" y="661232"/>
                  </a:lnTo>
                  <a:lnTo>
                    <a:pt x="742781" y="615144"/>
                  </a:lnTo>
                  <a:lnTo>
                    <a:pt x="732797" y="570014"/>
                  </a:lnTo>
                  <a:lnTo>
                    <a:pt x="720160" y="525930"/>
                  </a:lnTo>
                  <a:lnTo>
                    <a:pt x="704959" y="482983"/>
                  </a:lnTo>
                  <a:lnTo>
                    <a:pt x="687284" y="441260"/>
                  </a:lnTo>
                  <a:lnTo>
                    <a:pt x="667224" y="400852"/>
                  </a:lnTo>
                  <a:lnTo>
                    <a:pt x="644867" y="361848"/>
                  </a:lnTo>
                  <a:lnTo>
                    <a:pt x="620304" y="324337"/>
                  </a:lnTo>
                  <a:lnTo>
                    <a:pt x="593624" y="288408"/>
                  </a:lnTo>
                  <a:lnTo>
                    <a:pt x="564915" y="254150"/>
                  </a:lnTo>
                  <a:lnTo>
                    <a:pt x="534267" y="221652"/>
                  </a:lnTo>
                  <a:lnTo>
                    <a:pt x="501770" y="191005"/>
                  </a:lnTo>
                  <a:lnTo>
                    <a:pt x="467512" y="162297"/>
                  </a:lnTo>
                  <a:lnTo>
                    <a:pt x="431582" y="135616"/>
                  </a:lnTo>
                  <a:lnTo>
                    <a:pt x="394071" y="111054"/>
                  </a:lnTo>
                  <a:lnTo>
                    <a:pt x="355067" y="88698"/>
                  </a:lnTo>
                  <a:lnTo>
                    <a:pt x="314659" y="68638"/>
                  </a:lnTo>
                  <a:lnTo>
                    <a:pt x="272937" y="50963"/>
                  </a:lnTo>
                  <a:lnTo>
                    <a:pt x="229989" y="35763"/>
                  </a:lnTo>
                  <a:lnTo>
                    <a:pt x="185906" y="23126"/>
                  </a:lnTo>
                  <a:lnTo>
                    <a:pt x="140776" y="13142"/>
                  </a:lnTo>
                  <a:lnTo>
                    <a:pt x="94689" y="5900"/>
                  </a:lnTo>
                  <a:lnTo>
                    <a:pt x="47734" y="14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6"/>
            <p:cNvSpPr/>
            <p:nvPr/>
          </p:nvSpPr>
          <p:spPr>
            <a:xfrm>
              <a:off x="17519778" y="10463606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708190" y="1490"/>
                  </a:lnTo>
                  <a:lnTo>
                    <a:pt x="661235" y="5900"/>
                  </a:lnTo>
                  <a:lnTo>
                    <a:pt x="615147" y="13142"/>
                  </a:lnTo>
                  <a:lnTo>
                    <a:pt x="570018" y="23126"/>
                  </a:lnTo>
                  <a:lnTo>
                    <a:pt x="525934" y="35763"/>
                  </a:lnTo>
                  <a:lnTo>
                    <a:pt x="482987" y="50963"/>
                  </a:lnTo>
                  <a:lnTo>
                    <a:pt x="441265" y="68638"/>
                  </a:lnTo>
                  <a:lnTo>
                    <a:pt x="400857" y="88698"/>
                  </a:lnTo>
                  <a:lnTo>
                    <a:pt x="361853" y="111054"/>
                  </a:lnTo>
                  <a:lnTo>
                    <a:pt x="324341" y="135616"/>
                  </a:lnTo>
                  <a:lnTo>
                    <a:pt x="288412" y="162297"/>
                  </a:lnTo>
                  <a:lnTo>
                    <a:pt x="254154" y="191005"/>
                  </a:lnTo>
                  <a:lnTo>
                    <a:pt x="221656" y="221652"/>
                  </a:lnTo>
                  <a:lnTo>
                    <a:pt x="191009" y="254150"/>
                  </a:lnTo>
                  <a:lnTo>
                    <a:pt x="162300" y="288408"/>
                  </a:lnTo>
                  <a:lnTo>
                    <a:pt x="135619" y="324337"/>
                  </a:lnTo>
                  <a:lnTo>
                    <a:pt x="111056" y="361848"/>
                  </a:lnTo>
                  <a:lnTo>
                    <a:pt x="88700" y="400852"/>
                  </a:lnTo>
                  <a:lnTo>
                    <a:pt x="68639" y="441260"/>
                  </a:lnTo>
                  <a:lnTo>
                    <a:pt x="50964" y="482983"/>
                  </a:lnTo>
                  <a:lnTo>
                    <a:pt x="35764" y="525930"/>
                  </a:lnTo>
                  <a:lnTo>
                    <a:pt x="23126" y="570014"/>
                  </a:lnTo>
                  <a:lnTo>
                    <a:pt x="13142" y="615144"/>
                  </a:lnTo>
                  <a:lnTo>
                    <a:pt x="5900" y="661232"/>
                  </a:lnTo>
                  <a:lnTo>
                    <a:pt x="1490" y="708189"/>
                  </a:lnTo>
                  <a:lnTo>
                    <a:pt x="0" y="755924"/>
                  </a:lnTo>
                  <a:lnTo>
                    <a:pt x="364941" y="755924"/>
                  </a:lnTo>
                  <a:lnTo>
                    <a:pt x="367993" y="706949"/>
                  </a:lnTo>
                  <a:lnTo>
                    <a:pt x="376904" y="659769"/>
                  </a:lnTo>
                  <a:lnTo>
                    <a:pt x="391303" y="614755"/>
                  </a:lnTo>
                  <a:lnTo>
                    <a:pt x="410822" y="572275"/>
                  </a:lnTo>
                  <a:lnTo>
                    <a:pt x="435090" y="532700"/>
                  </a:lnTo>
                  <a:lnTo>
                    <a:pt x="463740" y="496397"/>
                  </a:lnTo>
                  <a:lnTo>
                    <a:pt x="496401" y="463736"/>
                  </a:lnTo>
                  <a:lnTo>
                    <a:pt x="532704" y="435088"/>
                  </a:lnTo>
                  <a:lnTo>
                    <a:pt x="572280" y="410820"/>
                  </a:lnTo>
                  <a:lnTo>
                    <a:pt x="614759" y="391302"/>
                  </a:lnTo>
                  <a:lnTo>
                    <a:pt x="659773" y="376903"/>
                  </a:lnTo>
                  <a:lnTo>
                    <a:pt x="706951" y="367993"/>
                  </a:lnTo>
                  <a:lnTo>
                    <a:pt x="755924" y="364941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7"/>
            <p:cNvSpPr/>
            <p:nvPr/>
          </p:nvSpPr>
          <p:spPr>
            <a:xfrm>
              <a:off x="19248297" y="10463606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708190" y="1490"/>
                  </a:lnTo>
                  <a:lnTo>
                    <a:pt x="661235" y="5900"/>
                  </a:lnTo>
                  <a:lnTo>
                    <a:pt x="615147" y="13142"/>
                  </a:lnTo>
                  <a:lnTo>
                    <a:pt x="570018" y="23126"/>
                  </a:lnTo>
                  <a:lnTo>
                    <a:pt x="525934" y="35763"/>
                  </a:lnTo>
                  <a:lnTo>
                    <a:pt x="482987" y="50963"/>
                  </a:lnTo>
                  <a:lnTo>
                    <a:pt x="441265" y="68638"/>
                  </a:lnTo>
                  <a:lnTo>
                    <a:pt x="400857" y="88698"/>
                  </a:lnTo>
                  <a:lnTo>
                    <a:pt x="361853" y="111054"/>
                  </a:lnTo>
                  <a:lnTo>
                    <a:pt x="324341" y="135616"/>
                  </a:lnTo>
                  <a:lnTo>
                    <a:pt x="288412" y="162297"/>
                  </a:lnTo>
                  <a:lnTo>
                    <a:pt x="254154" y="191005"/>
                  </a:lnTo>
                  <a:lnTo>
                    <a:pt x="221656" y="221652"/>
                  </a:lnTo>
                  <a:lnTo>
                    <a:pt x="191009" y="254150"/>
                  </a:lnTo>
                  <a:lnTo>
                    <a:pt x="162300" y="288408"/>
                  </a:lnTo>
                  <a:lnTo>
                    <a:pt x="135619" y="324337"/>
                  </a:lnTo>
                  <a:lnTo>
                    <a:pt x="111056" y="361848"/>
                  </a:lnTo>
                  <a:lnTo>
                    <a:pt x="88700" y="400852"/>
                  </a:lnTo>
                  <a:lnTo>
                    <a:pt x="68639" y="441260"/>
                  </a:lnTo>
                  <a:lnTo>
                    <a:pt x="50964" y="482983"/>
                  </a:lnTo>
                  <a:lnTo>
                    <a:pt x="35764" y="525930"/>
                  </a:lnTo>
                  <a:lnTo>
                    <a:pt x="23126" y="570014"/>
                  </a:lnTo>
                  <a:lnTo>
                    <a:pt x="13142" y="615144"/>
                  </a:lnTo>
                  <a:lnTo>
                    <a:pt x="5900" y="661232"/>
                  </a:lnTo>
                  <a:lnTo>
                    <a:pt x="1490" y="708189"/>
                  </a:lnTo>
                  <a:lnTo>
                    <a:pt x="0" y="755924"/>
                  </a:lnTo>
                  <a:lnTo>
                    <a:pt x="364941" y="755924"/>
                  </a:lnTo>
                  <a:lnTo>
                    <a:pt x="367993" y="706949"/>
                  </a:lnTo>
                  <a:lnTo>
                    <a:pt x="376904" y="659769"/>
                  </a:lnTo>
                  <a:lnTo>
                    <a:pt x="391303" y="614755"/>
                  </a:lnTo>
                  <a:lnTo>
                    <a:pt x="410822" y="572275"/>
                  </a:lnTo>
                  <a:lnTo>
                    <a:pt x="435090" y="532700"/>
                  </a:lnTo>
                  <a:lnTo>
                    <a:pt x="463740" y="496397"/>
                  </a:lnTo>
                  <a:lnTo>
                    <a:pt x="496401" y="463736"/>
                  </a:lnTo>
                  <a:lnTo>
                    <a:pt x="532704" y="435088"/>
                  </a:lnTo>
                  <a:lnTo>
                    <a:pt x="572280" y="410820"/>
                  </a:lnTo>
                  <a:lnTo>
                    <a:pt x="614759" y="391302"/>
                  </a:lnTo>
                  <a:lnTo>
                    <a:pt x="659773" y="376903"/>
                  </a:lnTo>
                  <a:lnTo>
                    <a:pt x="706951" y="367993"/>
                  </a:lnTo>
                  <a:lnTo>
                    <a:pt x="755924" y="364941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8"/>
            <p:cNvSpPr/>
            <p:nvPr/>
          </p:nvSpPr>
          <p:spPr>
            <a:xfrm>
              <a:off x="18395339" y="10463606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0" y="0"/>
                  </a:moveTo>
                  <a:lnTo>
                    <a:pt x="0" y="364941"/>
                  </a:lnTo>
                  <a:lnTo>
                    <a:pt x="48973" y="367993"/>
                  </a:lnTo>
                  <a:lnTo>
                    <a:pt x="96151" y="376903"/>
                  </a:lnTo>
                  <a:lnTo>
                    <a:pt x="141164" y="391302"/>
                  </a:lnTo>
                  <a:lnTo>
                    <a:pt x="183644" y="410820"/>
                  </a:lnTo>
                  <a:lnTo>
                    <a:pt x="223219" y="435088"/>
                  </a:lnTo>
                  <a:lnTo>
                    <a:pt x="259523" y="463736"/>
                  </a:lnTo>
                  <a:lnTo>
                    <a:pt x="292184" y="496397"/>
                  </a:lnTo>
                  <a:lnTo>
                    <a:pt x="320833" y="532700"/>
                  </a:lnTo>
                  <a:lnTo>
                    <a:pt x="345102" y="572275"/>
                  </a:lnTo>
                  <a:lnTo>
                    <a:pt x="364621" y="614755"/>
                  </a:lnTo>
                  <a:lnTo>
                    <a:pt x="379020" y="659769"/>
                  </a:lnTo>
                  <a:lnTo>
                    <a:pt x="387930" y="706949"/>
                  </a:lnTo>
                  <a:lnTo>
                    <a:pt x="390982" y="755924"/>
                  </a:lnTo>
                  <a:lnTo>
                    <a:pt x="755924" y="755924"/>
                  </a:lnTo>
                  <a:lnTo>
                    <a:pt x="754434" y="708189"/>
                  </a:lnTo>
                  <a:lnTo>
                    <a:pt x="750023" y="661232"/>
                  </a:lnTo>
                  <a:lnTo>
                    <a:pt x="742781" y="615144"/>
                  </a:lnTo>
                  <a:lnTo>
                    <a:pt x="732797" y="570014"/>
                  </a:lnTo>
                  <a:lnTo>
                    <a:pt x="720160" y="525930"/>
                  </a:lnTo>
                  <a:lnTo>
                    <a:pt x="704959" y="482983"/>
                  </a:lnTo>
                  <a:lnTo>
                    <a:pt x="687284" y="441260"/>
                  </a:lnTo>
                  <a:lnTo>
                    <a:pt x="667224" y="400852"/>
                  </a:lnTo>
                  <a:lnTo>
                    <a:pt x="644867" y="361848"/>
                  </a:lnTo>
                  <a:lnTo>
                    <a:pt x="620304" y="324337"/>
                  </a:lnTo>
                  <a:lnTo>
                    <a:pt x="593624" y="288408"/>
                  </a:lnTo>
                  <a:lnTo>
                    <a:pt x="564915" y="254150"/>
                  </a:lnTo>
                  <a:lnTo>
                    <a:pt x="534267" y="221652"/>
                  </a:lnTo>
                  <a:lnTo>
                    <a:pt x="501770" y="191005"/>
                  </a:lnTo>
                  <a:lnTo>
                    <a:pt x="467512" y="162297"/>
                  </a:lnTo>
                  <a:lnTo>
                    <a:pt x="431582" y="135616"/>
                  </a:lnTo>
                  <a:lnTo>
                    <a:pt x="394071" y="111054"/>
                  </a:lnTo>
                  <a:lnTo>
                    <a:pt x="355067" y="88698"/>
                  </a:lnTo>
                  <a:lnTo>
                    <a:pt x="314659" y="68638"/>
                  </a:lnTo>
                  <a:lnTo>
                    <a:pt x="272937" y="50963"/>
                  </a:lnTo>
                  <a:lnTo>
                    <a:pt x="229989" y="35763"/>
                  </a:lnTo>
                  <a:lnTo>
                    <a:pt x="185906" y="23126"/>
                  </a:lnTo>
                  <a:lnTo>
                    <a:pt x="140776" y="13142"/>
                  </a:lnTo>
                  <a:lnTo>
                    <a:pt x="94689" y="5900"/>
                  </a:lnTo>
                  <a:lnTo>
                    <a:pt x="47734" y="14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9"/>
            <p:cNvSpPr/>
            <p:nvPr/>
          </p:nvSpPr>
          <p:spPr>
            <a:xfrm>
              <a:off x="14945996" y="10463603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93"/>
                  </a:lnTo>
                  <a:lnTo>
                    <a:pt x="706951" y="387941"/>
                  </a:lnTo>
                  <a:lnTo>
                    <a:pt x="659773" y="379030"/>
                  </a:lnTo>
                  <a:lnTo>
                    <a:pt x="614759" y="364631"/>
                  </a:lnTo>
                  <a:lnTo>
                    <a:pt x="572280" y="345112"/>
                  </a:lnTo>
                  <a:lnTo>
                    <a:pt x="532704" y="320843"/>
                  </a:lnTo>
                  <a:lnTo>
                    <a:pt x="496401" y="292193"/>
                  </a:lnTo>
                  <a:lnTo>
                    <a:pt x="463740" y="259531"/>
                  </a:lnTo>
                  <a:lnTo>
                    <a:pt x="435090" y="223227"/>
                  </a:lnTo>
                  <a:lnTo>
                    <a:pt x="410822" y="183651"/>
                  </a:lnTo>
                  <a:lnTo>
                    <a:pt x="391303" y="141170"/>
                  </a:lnTo>
                  <a:lnTo>
                    <a:pt x="376904" y="96155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10"/>
            <p:cNvSpPr/>
            <p:nvPr/>
          </p:nvSpPr>
          <p:spPr>
            <a:xfrm>
              <a:off x="14109326" y="10463603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5"/>
                  </a:lnTo>
                  <a:lnTo>
                    <a:pt x="364621" y="141170"/>
                  </a:lnTo>
                  <a:lnTo>
                    <a:pt x="345102" y="183651"/>
                  </a:lnTo>
                  <a:lnTo>
                    <a:pt x="320833" y="223227"/>
                  </a:lnTo>
                  <a:lnTo>
                    <a:pt x="292184" y="259531"/>
                  </a:lnTo>
                  <a:lnTo>
                    <a:pt x="259523" y="292193"/>
                  </a:lnTo>
                  <a:lnTo>
                    <a:pt x="223219" y="320843"/>
                  </a:lnTo>
                  <a:lnTo>
                    <a:pt x="183644" y="345112"/>
                  </a:lnTo>
                  <a:lnTo>
                    <a:pt x="141164" y="364631"/>
                  </a:lnTo>
                  <a:lnTo>
                    <a:pt x="96151" y="379030"/>
                  </a:lnTo>
                  <a:lnTo>
                    <a:pt x="48973" y="387941"/>
                  </a:lnTo>
                  <a:lnTo>
                    <a:pt x="0" y="390993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11"/>
            <p:cNvSpPr/>
            <p:nvPr/>
          </p:nvSpPr>
          <p:spPr>
            <a:xfrm>
              <a:off x="13233767" y="10463603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93"/>
                  </a:lnTo>
                  <a:lnTo>
                    <a:pt x="706951" y="387941"/>
                  </a:lnTo>
                  <a:lnTo>
                    <a:pt x="659773" y="379030"/>
                  </a:lnTo>
                  <a:lnTo>
                    <a:pt x="614759" y="364631"/>
                  </a:lnTo>
                  <a:lnTo>
                    <a:pt x="572280" y="345112"/>
                  </a:lnTo>
                  <a:lnTo>
                    <a:pt x="532704" y="320843"/>
                  </a:lnTo>
                  <a:lnTo>
                    <a:pt x="496401" y="292193"/>
                  </a:lnTo>
                  <a:lnTo>
                    <a:pt x="463740" y="259531"/>
                  </a:lnTo>
                  <a:lnTo>
                    <a:pt x="435090" y="223227"/>
                  </a:lnTo>
                  <a:lnTo>
                    <a:pt x="410822" y="183651"/>
                  </a:lnTo>
                  <a:lnTo>
                    <a:pt x="391303" y="141170"/>
                  </a:lnTo>
                  <a:lnTo>
                    <a:pt x="376904" y="96155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12"/>
            <p:cNvSpPr/>
            <p:nvPr/>
          </p:nvSpPr>
          <p:spPr>
            <a:xfrm>
              <a:off x="15821556" y="9599732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0" y="0"/>
                  </a:moveTo>
                  <a:lnTo>
                    <a:pt x="0" y="364931"/>
                  </a:lnTo>
                  <a:lnTo>
                    <a:pt x="48973" y="367983"/>
                  </a:lnTo>
                  <a:lnTo>
                    <a:pt x="96151" y="376893"/>
                  </a:lnTo>
                  <a:lnTo>
                    <a:pt x="141164" y="391293"/>
                  </a:lnTo>
                  <a:lnTo>
                    <a:pt x="183644" y="410812"/>
                  </a:lnTo>
                  <a:lnTo>
                    <a:pt x="223219" y="435081"/>
                  </a:lnTo>
                  <a:lnTo>
                    <a:pt x="259523" y="463731"/>
                  </a:lnTo>
                  <a:lnTo>
                    <a:pt x="292184" y="496392"/>
                  </a:lnTo>
                  <a:lnTo>
                    <a:pt x="320833" y="532696"/>
                  </a:lnTo>
                  <a:lnTo>
                    <a:pt x="345102" y="572273"/>
                  </a:lnTo>
                  <a:lnTo>
                    <a:pt x="364621" y="614754"/>
                  </a:lnTo>
                  <a:lnTo>
                    <a:pt x="379020" y="659769"/>
                  </a:lnTo>
                  <a:lnTo>
                    <a:pt x="387930" y="706948"/>
                  </a:lnTo>
                  <a:lnTo>
                    <a:pt x="390982" y="755924"/>
                  </a:lnTo>
                  <a:lnTo>
                    <a:pt x="755924" y="755924"/>
                  </a:lnTo>
                  <a:lnTo>
                    <a:pt x="754434" y="708189"/>
                  </a:lnTo>
                  <a:lnTo>
                    <a:pt x="750023" y="661232"/>
                  </a:lnTo>
                  <a:lnTo>
                    <a:pt x="742781" y="615144"/>
                  </a:lnTo>
                  <a:lnTo>
                    <a:pt x="732797" y="570014"/>
                  </a:lnTo>
                  <a:lnTo>
                    <a:pt x="720160" y="525930"/>
                  </a:lnTo>
                  <a:lnTo>
                    <a:pt x="704959" y="482983"/>
                  </a:lnTo>
                  <a:lnTo>
                    <a:pt x="687284" y="441260"/>
                  </a:lnTo>
                  <a:lnTo>
                    <a:pt x="667224" y="400852"/>
                  </a:lnTo>
                  <a:lnTo>
                    <a:pt x="644867" y="361848"/>
                  </a:lnTo>
                  <a:lnTo>
                    <a:pt x="620304" y="324337"/>
                  </a:lnTo>
                  <a:lnTo>
                    <a:pt x="593624" y="288408"/>
                  </a:lnTo>
                  <a:lnTo>
                    <a:pt x="564915" y="254150"/>
                  </a:lnTo>
                  <a:lnTo>
                    <a:pt x="534267" y="221652"/>
                  </a:lnTo>
                  <a:lnTo>
                    <a:pt x="501770" y="191005"/>
                  </a:lnTo>
                  <a:lnTo>
                    <a:pt x="467512" y="162297"/>
                  </a:lnTo>
                  <a:lnTo>
                    <a:pt x="431582" y="135616"/>
                  </a:lnTo>
                  <a:lnTo>
                    <a:pt x="394071" y="111054"/>
                  </a:lnTo>
                  <a:lnTo>
                    <a:pt x="355067" y="88698"/>
                  </a:lnTo>
                  <a:lnTo>
                    <a:pt x="314659" y="68638"/>
                  </a:lnTo>
                  <a:lnTo>
                    <a:pt x="272937" y="50963"/>
                  </a:lnTo>
                  <a:lnTo>
                    <a:pt x="229989" y="35763"/>
                  </a:lnTo>
                  <a:lnTo>
                    <a:pt x="185906" y="23126"/>
                  </a:lnTo>
                  <a:lnTo>
                    <a:pt x="140776" y="13142"/>
                  </a:lnTo>
                  <a:lnTo>
                    <a:pt x="94689" y="5900"/>
                  </a:lnTo>
                  <a:lnTo>
                    <a:pt x="47734" y="14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13"/>
            <p:cNvSpPr/>
            <p:nvPr/>
          </p:nvSpPr>
          <p:spPr>
            <a:xfrm>
              <a:off x="16670669" y="9599728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4"/>
                  </a:lnTo>
                  <a:lnTo>
                    <a:pt x="364621" y="141169"/>
                  </a:lnTo>
                  <a:lnTo>
                    <a:pt x="345102" y="183648"/>
                  </a:lnTo>
                  <a:lnTo>
                    <a:pt x="320833" y="223224"/>
                  </a:lnTo>
                  <a:lnTo>
                    <a:pt x="292184" y="259527"/>
                  </a:lnTo>
                  <a:lnTo>
                    <a:pt x="259523" y="292187"/>
                  </a:lnTo>
                  <a:lnTo>
                    <a:pt x="223219" y="320836"/>
                  </a:lnTo>
                  <a:lnTo>
                    <a:pt x="183644" y="345104"/>
                  </a:lnTo>
                  <a:lnTo>
                    <a:pt x="141164" y="364622"/>
                  </a:lnTo>
                  <a:lnTo>
                    <a:pt x="96151" y="379020"/>
                  </a:lnTo>
                  <a:lnTo>
                    <a:pt x="48973" y="387930"/>
                  </a:lnTo>
                  <a:lnTo>
                    <a:pt x="0" y="390982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14"/>
            <p:cNvSpPr/>
            <p:nvPr/>
          </p:nvSpPr>
          <p:spPr>
            <a:xfrm>
              <a:off x="17519778" y="9599728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82"/>
                  </a:lnTo>
                  <a:lnTo>
                    <a:pt x="706951" y="387930"/>
                  </a:lnTo>
                  <a:lnTo>
                    <a:pt x="659773" y="379020"/>
                  </a:lnTo>
                  <a:lnTo>
                    <a:pt x="614759" y="364622"/>
                  </a:lnTo>
                  <a:lnTo>
                    <a:pt x="572280" y="345104"/>
                  </a:lnTo>
                  <a:lnTo>
                    <a:pt x="532704" y="320836"/>
                  </a:lnTo>
                  <a:lnTo>
                    <a:pt x="496401" y="292187"/>
                  </a:lnTo>
                  <a:lnTo>
                    <a:pt x="463740" y="259527"/>
                  </a:lnTo>
                  <a:lnTo>
                    <a:pt x="435090" y="223224"/>
                  </a:lnTo>
                  <a:lnTo>
                    <a:pt x="410822" y="183648"/>
                  </a:lnTo>
                  <a:lnTo>
                    <a:pt x="391303" y="141169"/>
                  </a:lnTo>
                  <a:lnTo>
                    <a:pt x="376904" y="96154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15"/>
            <p:cNvSpPr/>
            <p:nvPr/>
          </p:nvSpPr>
          <p:spPr>
            <a:xfrm>
              <a:off x="19248297" y="9599728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82"/>
                  </a:lnTo>
                  <a:lnTo>
                    <a:pt x="706951" y="387930"/>
                  </a:lnTo>
                  <a:lnTo>
                    <a:pt x="659773" y="379020"/>
                  </a:lnTo>
                  <a:lnTo>
                    <a:pt x="614759" y="364622"/>
                  </a:lnTo>
                  <a:lnTo>
                    <a:pt x="572280" y="345104"/>
                  </a:lnTo>
                  <a:lnTo>
                    <a:pt x="532704" y="320836"/>
                  </a:lnTo>
                  <a:lnTo>
                    <a:pt x="496401" y="292187"/>
                  </a:lnTo>
                  <a:lnTo>
                    <a:pt x="463740" y="259527"/>
                  </a:lnTo>
                  <a:lnTo>
                    <a:pt x="435090" y="223224"/>
                  </a:lnTo>
                  <a:lnTo>
                    <a:pt x="410822" y="183648"/>
                  </a:lnTo>
                  <a:lnTo>
                    <a:pt x="391303" y="141169"/>
                  </a:lnTo>
                  <a:lnTo>
                    <a:pt x="376904" y="96154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16"/>
            <p:cNvSpPr/>
            <p:nvPr/>
          </p:nvSpPr>
          <p:spPr>
            <a:xfrm>
              <a:off x="18395339" y="9599728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4"/>
                  </a:lnTo>
                  <a:lnTo>
                    <a:pt x="364621" y="141169"/>
                  </a:lnTo>
                  <a:lnTo>
                    <a:pt x="345102" y="183648"/>
                  </a:lnTo>
                  <a:lnTo>
                    <a:pt x="320833" y="223224"/>
                  </a:lnTo>
                  <a:lnTo>
                    <a:pt x="292184" y="259527"/>
                  </a:lnTo>
                  <a:lnTo>
                    <a:pt x="259523" y="292187"/>
                  </a:lnTo>
                  <a:lnTo>
                    <a:pt x="223219" y="320836"/>
                  </a:lnTo>
                  <a:lnTo>
                    <a:pt x="183644" y="345104"/>
                  </a:lnTo>
                  <a:lnTo>
                    <a:pt x="141164" y="364622"/>
                  </a:lnTo>
                  <a:lnTo>
                    <a:pt x="96151" y="379020"/>
                  </a:lnTo>
                  <a:lnTo>
                    <a:pt x="48973" y="387930"/>
                  </a:lnTo>
                  <a:lnTo>
                    <a:pt x="0" y="390982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17"/>
            <p:cNvSpPr/>
            <p:nvPr/>
          </p:nvSpPr>
          <p:spPr>
            <a:xfrm>
              <a:off x="13233767" y="9599732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708190" y="1490"/>
                  </a:lnTo>
                  <a:lnTo>
                    <a:pt x="661235" y="5900"/>
                  </a:lnTo>
                  <a:lnTo>
                    <a:pt x="615147" y="13142"/>
                  </a:lnTo>
                  <a:lnTo>
                    <a:pt x="570018" y="23126"/>
                  </a:lnTo>
                  <a:lnTo>
                    <a:pt x="525934" y="35763"/>
                  </a:lnTo>
                  <a:lnTo>
                    <a:pt x="482987" y="50963"/>
                  </a:lnTo>
                  <a:lnTo>
                    <a:pt x="441265" y="68638"/>
                  </a:lnTo>
                  <a:lnTo>
                    <a:pt x="400857" y="88698"/>
                  </a:lnTo>
                  <a:lnTo>
                    <a:pt x="361853" y="111054"/>
                  </a:lnTo>
                  <a:lnTo>
                    <a:pt x="324341" y="135616"/>
                  </a:lnTo>
                  <a:lnTo>
                    <a:pt x="288412" y="162297"/>
                  </a:lnTo>
                  <a:lnTo>
                    <a:pt x="254154" y="191005"/>
                  </a:lnTo>
                  <a:lnTo>
                    <a:pt x="221656" y="221652"/>
                  </a:lnTo>
                  <a:lnTo>
                    <a:pt x="191009" y="254150"/>
                  </a:lnTo>
                  <a:lnTo>
                    <a:pt x="162300" y="288408"/>
                  </a:lnTo>
                  <a:lnTo>
                    <a:pt x="135619" y="324337"/>
                  </a:lnTo>
                  <a:lnTo>
                    <a:pt x="111056" y="361848"/>
                  </a:lnTo>
                  <a:lnTo>
                    <a:pt x="88700" y="400852"/>
                  </a:lnTo>
                  <a:lnTo>
                    <a:pt x="68639" y="441260"/>
                  </a:lnTo>
                  <a:lnTo>
                    <a:pt x="50964" y="482983"/>
                  </a:lnTo>
                  <a:lnTo>
                    <a:pt x="35764" y="525930"/>
                  </a:lnTo>
                  <a:lnTo>
                    <a:pt x="23126" y="570014"/>
                  </a:lnTo>
                  <a:lnTo>
                    <a:pt x="13142" y="615144"/>
                  </a:lnTo>
                  <a:lnTo>
                    <a:pt x="5900" y="661232"/>
                  </a:lnTo>
                  <a:lnTo>
                    <a:pt x="1490" y="708189"/>
                  </a:lnTo>
                  <a:lnTo>
                    <a:pt x="0" y="755924"/>
                  </a:lnTo>
                  <a:lnTo>
                    <a:pt x="364941" y="755924"/>
                  </a:lnTo>
                  <a:lnTo>
                    <a:pt x="367993" y="706948"/>
                  </a:lnTo>
                  <a:lnTo>
                    <a:pt x="376904" y="659769"/>
                  </a:lnTo>
                  <a:lnTo>
                    <a:pt x="391303" y="614754"/>
                  </a:lnTo>
                  <a:lnTo>
                    <a:pt x="410822" y="572273"/>
                  </a:lnTo>
                  <a:lnTo>
                    <a:pt x="435090" y="532696"/>
                  </a:lnTo>
                  <a:lnTo>
                    <a:pt x="463740" y="496392"/>
                  </a:lnTo>
                  <a:lnTo>
                    <a:pt x="496401" y="463731"/>
                  </a:lnTo>
                  <a:lnTo>
                    <a:pt x="532704" y="435081"/>
                  </a:lnTo>
                  <a:lnTo>
                    <a:pt x="572280" y="410812"/>
                  </a:lnTo>
                  <a:lnTo>
                    <a:pt x="614759" y="391293"/>
                  </a:lnTo>
                  <a:lnTo>
                    <a:pt x="659773" y="376893"/>
                  </a:lnTo>
                  <a:lnTo>
                    <a:pt x="706951" y="367983"/>
                  </a:lnTo>
                  <a:lnTo>
                    <a:pt x="755924" y="364931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18"/>
            <p:cNvSpPr/>
            <p:nvPr/>
          </p:nvSpPr>
          <p:spPr>
            <a:xfrm>
              <a:off x="14945996" y="9599728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82"/>
                  </a:lnTo>
                  <a:lnTo>
                    <a:pt x="706951" y="387930"/>
                  </a:lnTo>
                  <a:lnTo>
                    <a:pt x="659773" y="379020"/>
                  </a:lnTo>
                  <a:lnTo>
                    <a:pt x="614759" y="364622"/>
                  </a:lnTo>
                  <a:lnTo>
                    <a:pt x="572280" y="345104"/>
                  </a:lnTo>
                  <a:lnTo>
                    <a:pt x="532704" y="320836"/>
                  </a:lnTo>
                  <a:lnTo>
                    <a:pt x="496401" y="292187"/>
                  </a:lnTo>
                  <a:lnTo>
                    <a:pt x="463740" y="259527"/>
                  </a:lnTo>
                  <a:lnTo>
                    <a:pt x="435090" y="223224"/>
                  </a:lnTo>
                  <a:lnTo>
                    <a:pt x="410822" y="183648"/>
                  </a:lnTo>
                  <a:lnTo>
                    <a:pt x="391303" y="141169"/>
                  </a:lnTo>
                  <a:lnTo>
                    <a:pt x="376904" y="96154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19"/>
            <p:cNvSpPr/>
            <p:nvPr/>
          </p:nvSpPr>
          <p:spPr>
            <a:xfrm>
              <a:off x="14109326" y="9599728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4"/>
                  </a:lnTo>
                  <a:lnTo>
                    <a:pt x="364621" y="141169"/>
                  </a:lnTo>
                  <a:lnTo>
                    <a:pt x="345102" y="183648"/>
                  </a:lnTo>
                  <a:lnTo>
                    <a:pt x="320833" y="223224"/>
                  </a:lnTo>
                  <a:lnTo>
                    <a:pt x="292184" y="259527"/>
                  </a:lnTo>
                  <a:lnTo>
                    <a:pt x="259523" y="292187"/>
                  </a:lnTo>
                  <a:lnTo>
                    <a:pt x="223219" y="320836"/>
                  </a:lnTo>
                  <a:lnTo>
                    <a:pt x="183644" y="345104"/>
                  </a:lnTo>
                  <a:lnTo>
                    <a:pt x="141164" y="364622"/>
                  </a:lnTo>
                  <a:lnTo>
                    <a:pt x="96151" y="379020"/>
                  </a:lnTo>
                  <a:lnTo>
                    <a:pt x="48973" y="387930"/>
                  </a:lnTo>
                  <a:lnTo>
                    <a:pt x="0" y="390982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7" name="Группа 46"/>
          <p:cNvGrpSpPr/>
          <p:nvPr/>
        </p:nvGrpSpPr>
        <p:grpSpPr>
          <a:xfrm>
            <a:off x="6210063" y="9599728"/>
            <a:ext cx="6770815" cy="1620163"/>
            <a:chOff x="13233767" y="9599728"/>
            <a:chExt cx="6770815" cy="1620163"/>
          </a:xfrm>
        </p:grpSpPr>
        <p:sp>
          <p:nvSpPr>
            <p:cNvPr id="48" name="object 4"/>
            <p:cNvSpPr/>
            <p:nvPr/>
          </p:nvSpPr>
          <p:spPr>
            <a:xfrm>
              <a:off x="15821556" y="10463603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5"/>
                  </a:lnTo>
                  <a:lnTo>
                    <a:pt x="364621" y="141170"/>
                  </a:lnTo>
                  <a:lnTo>
                    <a:pt x="345102" y="183651"/>
                  </a:lnTo>
                  <a:lnTo>
                    <a:pt x="320833" y="223227"/>
                  </a:lnTo>
                  <a:lnTo>
                    <a:pt x="292184" y="259531"/>
                  </a:lnTo>
                  <a:lnTo>
                    <a:pt x="259523" y="292193"/>
                  </a:lnTo>
                  <a:lnTo>
                    <a:pt x="223219" y="320843"/>
                  </a:lnTo>
                  <a:lnTo>
                    <a:pt x="183644" y="345112"/>
                  </a:lnTo>
                  <a:lnTo>
                    <a:pt x="141164" y="364631"/>
                  </a:lnTo>
                  <a:lnTo>
                    <a:pt x="96151" y="379030"/>
                  </a:lnTo>
                  <a:lnTo>
                    <a:pt x="48973" y="387941"/>
                  </a:lnTo>
                  <a:lnTo>
                    <a:pt x="0" y="390993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5"/>
            <p:cNvSpPr/>
            <p:nvPr/>
          </p:nvSpPr>
          <p:spPr>
            <a:xfrm>
              <a:off x="16670669" y="10463606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0" y="0"/>
                  </a:moveTo>
                  <a:lnTo>
                    <a:pt x="0" y="364941"/>
                  </a:lnTo>
                  <a:lnTo>
                    <a:pt x="48973" y="367993"/>
                  </a:lnTo>
                  <a:lnTo>
                    <a:pt x="96151" y="376903"/>
                  </a:lnTo>
                  <a:lnTo>
                    <a:pt x="141164" y="391302"/>
                  </a:lnTo>
                  <a:lnTo>
                    <a:pt x="183644" y="410820"/>
                  </a:lnTo>
                  <a:lnTo>
                    <a:pt x="223219" y="435088"/>
                  </a:lnTo>
                  <a:lnTo>
                    <a:pt x="259523" y="463736"/>
                  </a:lnTo>
                  <a:lnTo>
                    <a:pt x="292184" y="496397"/>
                  </a:lnTo>
                  <a:lnTo>
                    <a:pt x="320833" y="532700"/>
                  </a:lnTo>
                  <a:lnTo>
                    <a:pt x="345102" y="572275"/>
                  </a:lnTo>
                  <a:lnTo>
                    <a:pt x="364621" y="614755"/>
                  </a:lnTo>
                  <a:lnTo>
                    <a:pt x="379020" y="659769"/>
                  </a:lnTo>
                  <a:lnTo>
                    <a:pt x="387930" y="706949"/>
                  </a:lnTo>
                  <a:lnTo>
                    <a:pt x="390982" y="755924"/>
                  </a:lnTo>
                  <a:lnTo>
                    <a:pt x="755924" y="755924"/>
                  </a:lnTo>
                  <a:lnTo>
                    <a:pt x="754434" y="708189"/>
                  </a:lnTo>
                  <a:lnTo>
                    <a:pt x="750023" y="661232"/>
                  </a:lnTo>
                  <a:lnTo>
                    <a:pt x="742781" y="615144"/>
                  </a:lnTo>
                  <a:lnTo>
                    <a:pt x="732797" y="570014"/>
                  </a:lnTo>
                  <a:lnTo>
                    <a:pt x="720160" y="525930"/>
                  </a:lnTo>
                  <a:lnTo>
                    <a:pt x="704959" y="482983"/>
                  </a:lnTo>
                  <a:lnTo>
                    <a:pt x="687284" y="441260"/>
                  </a:lnTo>
                  <a:lnTo>
                    <a:pt x="667224" y="400852"/>
                  </a:lnTo>
                  <a:lnTo>
                    <a:pt x="644867" y="361848"/>
                  </a:lnTo>
                  <a:lnTo>
                    <a:pt x="620304" y="324337"/>
                  </a:lnTo>
                  <a:lnTo>
                    <a:pt x="593624" y="288408"/>
                  </a:lnTo>
                  <a:lnTo>
                    <a:pt x="564915" y="254150"/>
                  </a:lnTo>
                  <a:lnTo>
                    <a:pt x="534267" y="221652"/>
                  </a:lnTo>
                  <a:lnTo>
                    <a:pt x="501770" y="191005"/>
                  </a:lnTo>
                  <a:lnTo>
                    <a:pt x="467512" y="162297"/>
                  </a:lnTo>
                  <a:lnTo>
                    <a:pt x="431582" y="135616"/>
                  </a:lnTo>
                  <a:lnTo>
                    <a:pt x="394071" y="111054"/>
                  </a:lnTo>
                  <a:lnTo>
                    <a:pt x="355067" y="88698"/>
                  </a:lnTo>
                  <a:lnTo>
                    <a:pt x="314659" y="68638"/>
                  </a:lnTo>
                  <a:lnTo>
                    <a:pt x="272937" y="50963"/>
                  </a:lnTo>
                  <a:lnTo>
                    <a:pt x="229989" y="35763"/>
                  </a:lnTo>
                  <a:lnTo>
                    <a:pt x="185906" y="23126"/>
                  </a:lnTo>
                  <a:lnTo>
                    <a:pt x="140776" y="13142"/>
                  </a:lnTo>
                  <a:lnTo>
                    <a:pt x="94689" y="5900"/>
                  </a:lnTo>
                  <a:lnTo>
                    <a:pt x="47734" y="14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6"/>
            <p:cNvSpPr/>
            <p:nvPr/>
          </p:nvSpPr>
          <p:spPr>
            <a:xfrm>
              <a:off x="17519778" y="10463606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708190" y="1490"/>
                  </a:lnTo>
                  <a:lnTo>
                    <a:pt x="661235" y="5900"/>
                  </a:lnTo>
                  <a:lnTo>
                    <a:pt x="615147" y="13142"/>
                  </a:lnTo>
                  <a:lnTo>
                    <a:pt x="570018" y="23126"/>
                  </a:lnTo>
                  <a:lnTo>
                    <a:pt x="525934" y="35763"/>
                  </a:lnTo>
                  <a:lnTo>
                    <a:pt x="482987" y="50963"/>
                  </a:lnTo>
                  <a:lnTo>
                    <a:pt x="441265" y="68638"/>
                  </a:lnTo>
                  <a:lnTo>
                    <a:pt x="400857" y="88698"/>
                  </a:lnTo>
                  <a:lnTo>
                    <a:pt x="361853" y="111054"/>
                  </a:lnTo>
                  <a:lnTo>
                    <a:pt x="324341" y="135616"/>
                  </a:lnTo>
                  <a:lnTo>
                    <a:pt x="288412" y="162297"/>
                  </a:lnTo>
                  <a:lnTo>
                    <a:pt x="254154" y="191005"/>
                  </a:lnTo>
                  <a:lnTo>
                    <a:pt x="221656" y="221652"/>
                  </a:lnTo>
                  <a:lnTo>
                    <a:pt x="191009" y="254150"/>
                  </a:lnTo>
                  <a:lnTo>
                    <a:pt x="162300" y="288408"/>
                  </a:lnTo>
                  <a:lnTo>
                    <a:pt x="135619" y="324337"/>
                  </a:lnTo>
                  <a:lnTo>
                    <a:pt x="111056" y="361848"/>
                  </a:lnTo>
                  <a:lnTo>
                    <a:pt x="88700" y="400852"/>
                  </a:lnTo>
                  <a:lnTo>
                    <a:pt x="68639" y="441260"/>
                  </a:lnTo>
                  <a:lnTo>
                    <a:pt x="50964" y="482983"/>
                  </a:lnTo>
                  <a:lnTo>
                    <a:pt x="35764" y="525930"/>
                  </a:lnTo>
                  <a:lnTo>
                    <a:pt x="23126" y="570014"/>
                  </a:lnTo>
                  <a:lnTo>
                    <a:pt x="13142" y="615144"/>
                  </a:lnTo>
                  <a:lnTo>
                    <a:pt x="5900" y="661232"/>
                  </a:lnTo>
                  <a:lnTo>
                    <a:pt x="1490" y="708189"/>
                  </a:lnTo>
                  <a:lnTo>
                    <a:pt x="0" y="755924"/>
                  </a:lnTo>
                  <a:lnTo>
                    <a:pt x="364941" y="755924"/>
                  </a:lnTo>
                  <a:lnTo>
                    <a:pt x="367993" y="706949"/>
                  </a:lnTo>
                  <a:lnTo>
                    <a:pt x="376904" y="659769"/>
                  </a:lnTo>
                  <a:lnTo>
                    <a:pt x="391303" y="614755"/>
                  </a:lnTo>
                  <a:lnTo>
                    <a:pt x="410822" y="572275"/>
                  </a:lnTo>
                  <a:lnTo>
                    <a:pt x="435090" y="532700"/>
                  </a:lnTo>
                  <a:lnTo>
                    <a:pt x="463740" y="496397"/>
                  </a:lnTo>
                  <a:lnTo>
                    <a:pt x="496401" y="463736"/>
                  </a:lnTo>
                  <a:lnTo>
                    <a:pt x="532704" y="435088"/>
                  </a:lnTo>
                  <a:lnTo>
                    <a:pt x="572280" y="410820"/>
                  </a:lnTo>
                  <a:lnTo>
                    <a:pt x="614759" y="391302"/>
                  </a:lnTo>
                  <a:lnTo>
                    <a:pt x="659773" y="376903"/>
                  </a:lnTo>
                  <a:lnTo>
                    <a:pt x="706951" y="367993"/>
                  </a:lnTo>
                  <a:lnTo>
                    <a:pt x="755924" y="364941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7"/>
            <p:cNvSpPr/>
            <p:nvPr/>
          </p:nvSpPr>
          <p:spPr>
            <a:xfrm>
              <a:off x="19248297" y="10463606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708190" y="1490"/>
                  </a:lnTo>
                  <a:lnTo>
                    <a:pt x="661235" y="5900"/>
                  </a:lnTo>
                  <a:lnTo>
                    <a:pt x="615147" y="13142"/>
                  </a:lnTo>
                  <a:lnTo>
                    <a:pt x="570018" y="23126"/>
                  </a:lnTo>
                  <a:lnTo>
                    <a:pt x="525934" y="35763"/>
                  </a:lnTo>
                  <a:lnTo>
                    <a:pt x="482987" y="50963"/>
                  </a:lnTo>
                  <a:lnTo>
                    <a:pt x="441265" y="68638"/>
                  </a:lnTo>
                  <a:lnTo>
                    <a:pt x="400857" y="88698"/>
                  </a:lnTo>
                  <a:lnTo>
                    <a:pt x="361853" y="111054"/>
                  </a:lnTo>
                  <a:lnTo>
                    <a:pt x="324341" y="135616"/>
                  </a:lnTo>
                  <a:lnTo>
                    <a:pt x="288412" y="162297"/>
                  </a:lnTo>
                  <a:lnTo>
                    <a:pt x="254154" y="191005"/>
                  </a:lnTo>
                  <a:lnTo>
                    <a:pt x="221656" y="221652"/>
                  </a:lnTo>
                  <a:lnTo>
                    <a:pt x="191009" y="254150"/>
                  </a:lnTo>
                  <a:lnTo>
                    <a:pt x="162300" y="288408"/>
                  </a:lnTo>
                  <a:lnTo>
                    <a:pt x="135619" y="324337"/>
                  </a:lnTo>
                  <a:lnTo>
                    <a:pt x="111056" y="361848"/>
                  </a:lnTo>
                  <a:lnTo>
                    <a:pt x="88700" y="400852"/>
                  </a:lnTo>
                  <a:lnTo>
                    <a:pt x="68639" y="441260"/>
                  </a:lnTo>
                  <a:lnTo>
                    <a:pt x="50964" y="482983"/>
                  </a:lnTo>
                  <a:lnTo>
                    <a:pt x="35764" y="525930"/>
                  </a:lnTo>
                  <a:lnTo>
                    <a:pt x="23126" y="570014"/>
                  </a:lnTo>
                  <a:lnTo>
                    <a:pt x="13142" y="615144"/>
                  </a:lnTo>
                  <a:lnTo>
                    <a:pt x="5900" y="661232"/>
                  </a:lnTo>
                  <a:lnTo>
                    <a:pt x="1490" y="708189"/>
                  </a:lnTo>
                  <a:lnTo>
                    <a:pt x="0" y="755924"/>
                  </a:lnTo>
                  <a:lnTo>
                    <a:pt x="364941" y="755924"/>
                  </a:lnTo>
                  <a:lnTo>
                    <a:pt x="367993" y="706949"/>
                  </a:lnTo>
                  <a:lnTo>
                    <a:pt x="376904" y="659769"/>
                  </a:lnTo>
                  <a:lnTo>
                    <a:pt x="391303" y="614755"/>
                  </a:lnTo>
                  <a:lnTo>
                    <a:pt x="410822" y="572275"/>
                  </a:lnTo>
                  <a:lnTo>
                    <a:pt x="435090" y="532700"/>
                  </a:lnTo>
                  <a:lnTo>
                    <a:pt x="463740" y="496397"/>
                  </a:lnTo>
                  <a:lnTo>
                    <a:pt x="496401" y="463736"/>
                  </a:lnTo>
                  <a:lnTo>
                    <a:pt x="532704" y="435088"/>
                  </a:lnTo>
                  <a:lnTo>
                    <a:pt x="572280" y="410820"/>
                  </a:lnTo>
                  <a:lnTo>
                    <a:pt x="614759" y="391302"/>
                  </a:lnTo>
                  <a:lnTo>
                    <a:pt x="659773" y="376903"/>
                  </a:lnTo>
                  <a:lnTo>
                    <a:pt x="706951" y="367993"/>
                  </a:lnTo>
                  <a:lnTo>
                    <a:pt x="755924" y="364941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8"/>
            <p:cNvSpPr/>
            <p:nvPr/>
          </p:nvSpPr>
          <p:spPr>
            <a:xfrm>
              <a:off x="18395339" y="10463606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0" y="0"/>
                  </a:moveTo>
                  <a:lnTo>
                    <a:pt x="0" y="364941"/>
                  </a:lnTo>
                  <a:lnTo>
                    <a:pt x="48973" y="367993"/>
                  </a:lnTo>
                  <a:lnTo>
                    <a:pt x="96151" y="376903"/>
                  </a:lnTo>
                  <a:lnTo>
                    <a:pt x="141164" y="391302"/>
                  </a:lnTo>
                  <a:lnTo>
                    <a:pt x="183644" y="410820"/>
                  </a:lnTo>
                  <a:lnTo>
                    <a:pt x="223219" y="435088"/>
                  </a:lnTo>
                  <a:lnTo>
                    <a:pt x="259523" y="463736"/>
                  </a:lnTo>
                  <a:lnTo>
                    <a:pt x="292184" y="496397"/>
                  </a:lnTo>
                  <a:lnTo>
                    <a:pt x="320833" y="532700"/>
                  </a:lnTo>
                  <a:lnTo>
                    <a:pt x="345102" y="572275"/>
                  </a:lnTo>
                  <a:lnTo>
                    <a:pt x="364621" y="614755"/>
                  </a:lnTo>
                  <a:lnTo>
                    <a:pt x="379020" y="659769"/>
                  </a:lnTo>
                  <a:lnTo>
                    <a:pt x="387930" y="706949"/>
                  </a:lnTo>
                  <a:lnTo>
                    <a:pt x="390982" y="755924"/>
                  </a:lnTo>
                  <a:lnTo>
                    <a:pt x="755924" y="755924"/>
                  </a:lnTo>
                  <a:lnTo>
                    <a:pt x="754434" y="708189"/>
                  </a:lnTo>
                  <a:lnTo>
                    <a:pt x="750023" y="661232"/>
                  </a:lnTo>
                  <a:lnTo>
                    <a:pt x="742781" y="615144"/>
                  </a:lnTo>
                  <a:lnTo>
                    <a:pt x="732797" y="570014"/>
                  </a:lnTo>
                  <a:lnTo>
                    <a:pt x="720160" y="525930"/>
                  </a:lnTo>
                  <a:lnTo>
                    <a:pt x="704959" y="482983"/>
                  </a:lnTo>
                  <a:lnTo>
                    <a:pt x="687284" y="441260"/>
                  </a:lnTo>
                  <a:lnTo>
                    <a:pt x="667224" y="400852"/>
                  </a:lnTo>
                  <a:lnTo>
                    <a:pt x="644867" y="361848"/>
                  </a:lnTo>
                  <a:lnTo>
                    <a:pt x="620304" y="324337"/>
                  </a:lnTo>
                  <a:lnTo>
                    <a:pt x="593624" y="288408"/>
                  </a:lnTo>
                  <a:lnTo>
                    <a:pt x="564915" y="254150"/>
                  </a:lnTo>
                  <a:lnTo>
                    <a:pt x="534267" y="221652"/>
                  </a:lnTo>
                  <a:lnTo>
                    <a:pt x="501770" y="191005"/>
                  </a:lnTo>
                  <a:lnTo>
                    <a:pt x="467512" y="162297"/>
                  </a:lnTo>
                  <a:lnTo>
                    <a:pt x="431582" y="135616"/>
                  </a:lnTo>
                  <a:lnTo>
                    <a:pt x="394071" y="111054"/>
                  </a:lnTo>
                  <a:lnTo>
                    <a:pt x="355067" y="88698"/>
                  </a:lnTo>
                  <a:lnTo>
                    <a:pt x="314659" y="68638"/>
                  </a:lnTo>
                  <a:lnTo>
                    <a:pt x="272937" y="50963"/>
                  </a:lnTo>
                  <a:lnTo>
                    <a:pt x="229989" y="35763"/>
                  </a:lnTo>
                  <a:lnTo>
                    <a:pt x="185906" y="23126"/>
                  </a:lnTo>
                  <a:lnTo>
                    <a:pt x="140776" y="13142"/>
                  </a:lnTo>
                  <a:lnTo>
                    <a:pt x="94689" y="5900"/>
                  </a:lnTo>
                  <a:lnTo>
                    <a:pt x="47734" y="14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9"/>
            <p:cNvSpPr/>
            <p:nvPr/>
          </p:nvSpPr>
          <p:spPr>
            <a:xfrm>
              <a:off x="14945996" y="10463603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93"/>
                  </a:lnTo>
                  <a:lnTo>
                    <a:pt x="706951" y="387941"/>
                  </a:lnTo>
                  <a:lnTo>
                    <a:pt x="659773" y="379030"/>
                  </a:lnTo>
                  <a:lnTo>
                    <a:pt x="614759" y="364631"/>
                  </a:lnTo>
                  <a:lnTo>
                    <a:pt x="572280" y="345112"/>
                  </a:lnTo>
                  <a:lnTo>
                    <a:pt x="532704" y="320843"/>
                  </a:lnTo>
                  <a:lnTo>
                    <a:pt x="496401" y="292193"/>
                  </a:lnTo>
                  <a:lnTo>
                    <a:pt x="463740" y="259531"/>
                  </a:lnTo>
                  <a:lnTo>
                    <a:pt x="435090" y="223227"/>
                  </a:lnTo>
                  <a:lnTo>
                    <a:pt x="410822" y="183651"/>
                  </a:lnTo>
                  <a:lnTo>
                    <a:pt x="391303" y="141170"/>
                  </a:lnTo>
                  <a:lnTo>
                    <a:pt x="376904" y="96155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10"/>
            <p:cNvSpPr/>
            <p:nvPr/>
          </p:nvSpPr>
          <p:spPr>
            <a:xfrm>
              <a:off x="14109326" y="10463603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5"/>
                  </a:lnTo>
                  <a:lnTo>
                    <a:pt x="364621" y="141170"/>
                  </a:lnTo>
                  <a:lnTo>
                    <a:pt x="345102" y="183651"/>
                  </a:lnTo>
                  <a:lnTo>
                    <a:pt x="320833" y="223227"/>
                  </a:lnTo>
                  <a:lnTo>
                    <a:pt x="292184" y="259531"/>
                  </a:lnTo>
                  <a:lnTo>
                    <a:pt x="259523" y="292193"/>
                  </a:lnTo>
                  <a:lnTo>
                    <a:pt x="223219" y="320843"/>
                  </a:lnTo>
                  <a:lnTo>
                    <a:pt x="183644" y="345112"/>
                  </a:lnTo>
                  <a:lnTo>
                    <a:pt x="141164" y="364631"/>
                  </a:lnTo>
                  <a:lnTo>
                    <a:pt x="96151" y="379030"/>
                  </a:lnTo>
                  <a:lnTo>
                    <a:pt x="48973" y="387941"/>
                  </a:lnTo>
                  <a:lnTo>
                    <a:pt x="0" y="390993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11"/>
            <p:cNvSpPr/>
            <p:nvPr/>
          </p:nvSpPr>
          <p:spPr>
            <a:xfrm>
              <a:off x="13233767" y="10463603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93"/>
                  </a:lnTo>
                  <a:lnTo>
                    <a:pt x="706951" y="387941"/>
                  </a:lnTo>
                  <a:lnTo>
                    <a:pt x="659773" y="379030"/>
                  </a:lnTo>
                  <a:lnTo>
                    <a:pt x="614759" y="364631"/>
                  </a:lnTo>
                  <a:lnTo>
                    <a:pt x="572280" y="345112"/>
                  </a:lnTo>
                  <a:lnTo>
                    <a:pt x="532704" y="320843"/>
                  </a:lnTo>
                  <a:lnTo>
                    <a:pt x="496401" y="292193"/>
                  </a:lnTo>
                  <a:lnTo>
                    <a:pt x="463740" y="259531"/>
                  </a:lnTo>
                  <a:lnTo>
                    <a:pt x="435090" y="223227"/>
                  </a:lnTo>
                  <a:lnTo>
                    <a:pt x="410822" y="183651"/>
                  </a:lnTo>
                  <a:lnTo>
                    <a:pt x="391303" y="141170"/>
                  </a:lnTo>
                  <a:lnTo>
                    <a:pt x="376904" y="96155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12"/>
            <p:cNvSpPr/>
            <p:nvPr/>
          </p:nvSpPr>
          <p:spPr>
            <a:xfrm>
              <a:off x="15821556" y="9599732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0" y="0"/>
                  </a:moveTo>
                  <a:lnTo>
                    <a:pt x="0" y="364931"/>
                  </a:lnTo>
                  <a:lnTo>
                    <a:pt x="48973" y="367983"/>
                  </a:lnTo>
                  <a:lnTo>
                    <a:pt x="96151" y="376893"/>
                  </a:lnTo>
                  <a:lnTo>
                    <a:pt x="141164" y="391293"/>
                  </a:lnTo>
                  <a:lnTo>
                    <a:pt x="183644" y="410812"/>
                  </a:lnTo>
                  <a:lnTo>
                    <a:pt x="223219" y="435081"/>
                  </a:lnTo>
                  <a:lnTo>
                    <a:pt x="259523" y="463731"/>
                  </a:lnTo>
                  <a:lnTo>
                    <a:pt x="292184" y="496392"/>
                  </a:lnTo>
                  <a:lnTo>
                    <a:pt x="320833" y="532696"/>
                  </a:lnTo>
                  <a:lnTo>
                    <a:pt x="345102" y="572273"/>
                  </a:lnTo>
                  <a:lnTo>
                    <a:pt x="364621" y="614754"/>
                  </a:lnTo>
                  <a:lnTo>
                    <a:pt x="379020" y="659769"/>
                  </a:lnTo>
                  <a:lnTo>
                    <a:pt x="387930" y="706948"/>
                  </a:lnTo>
                  <a:lnTo>
                    <a:pt x="390982" y="755924"/>
                  </a:lnTo>
                  <a:lnTo>
                    <a:pt x="755924" y="755924"/>
                  </a:lnTo>
                  <a:lnTo>
                    <a:pt x="754434" y="708189"/>
                  </a:lnTo>
                  <a:lnTo>
                    <a:pt x="750023" y="661232"/>
                  </a:lnTo>
                  <a:lnTo>
                    <a:pt x="742781" y="615144"/>
                  </a:lnTo>
                  <a:lnTo>
                    <a:pt x="732797" y="570014"/>
                  </a:lnTo>
                  <a:lnTo>
                    <a:pt x="720160" y="525930"/>
                  </a:lnTo>
                  <a:lnTo>
                    <a:pt x="704959" y="482983"/>
                  </a:lnTo>
                  <a:lnTo>
                    <a:pt x="687284" y="441260"/>
                  </a:lnTo>
                  <a:lnTo>
                    <a:pt x="667224" y="400852"/>
                  </a:lnTo>
                  <a:lnTo>
                    <a:pt x="644867" y="361848"/>
                  </a:lnTo>
                  <a:lnTo>
                    <a:pt x="620304" y="324337"/>
                  </a:lnTo>
                  <a:lnTo>
                    <a:pt x="593624" y="288408"/>
                  </a:lnTo>
                  <a:lnTo>
                    <a:pt x="564915" y="254150"/>
                  </a:lnTo>
                  <a:lnTo>
                    <a:pt x="534267" y="221652"/>
                  </a:lnTo>
                  <a:lnTo>
                    <a:pt x="501770" y="191005"/>
                  </a:lnTo>
                  <a:lnTo>
                    <a:pt x="467512" y="162297"/>
                  </a:lnTo>
                  <a:lnTo>
                    <a:pt x="431582" y="135616"/>
                  </a:lnTo>
                  <a:lnTo>
                    <a:pt x="394071" y="111054"/>
                  </a:lnTo>
                  <a:lnTo>
                    <a:pt x="355067" y="88698"/>
                  </a:lnTo>
                  <a:lnTo>
                    <a:pt x="314659" y="68638"/>
                  </a:lnTo>
                  <a:lnTo>
                    <a:pt x="272937" y="50963"/>
                  </a:lnTo>
                  <a:lnTo>
                    <a:pt x="229989" y="35763"/>
                  </a:lnTo>
                  <a:lnTo>
                    <a:pt x="185906" y="23126"/>
                  </a:lnTo>
                  <a:lnTo>
                    <a:pt x="140776" y="13142"/>
                  </a:lnTo>
                  <a:lnTo>
                    <a:pt x="94689" y="5900"/>
                  </a:lnTo>
                  <a:lnTo>
                    <a:pt x="47734" y="14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13"/>
            <p:cNvSpPr/>
            <p:nvPr/>
          </p:nvSpPr>
          <p:spPr>
            <a:xfrm>
              <a:off x="16670669" y="9599728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4"/>
                  </a:lnTo>
                  <a:lnTo>
                    <a:pt x="364621" y="141169"/>
                  </a:lnTo>
                  <a:lnTo>
                    <a:pt x="345102" y="183648"/>
                  </a:lnTo>
                  <a:lnTo>
                    <a:pt x="320833" y="223224"/>
                  </a:lnTo>
                  <a:lnTo>
                    <a:pt x="292184" y="259527"/>
                  </a:lnTo>
                  <a:lnTo>
                    <a:pt x="259523" y="292187"/>
                  </a:lnTo>
                  <a:lnTo>
                    <a:pt x="223219" y="320836"/>
                  </a:lnTo>
                  <a:lnTo>
                    <a:pt x="183644" y="345104"/>
                  </a:lnTo>
                  <a:lnTo>
                    <a:pt x="141164" y="364622"/>
                  </a:lnTo>
                  <a:lnTo>
                    <a:pt x="96151" y="379020"/>
                  </a:lnTo>
                  <a:lnTo>
                    <a:pt x="48973" y="387930"/>
                  </a:lnTo>
                  <a:lnTo>
                    <a:pt x="0" y="390982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14"/>
            <p:cNvSpPr/>
            <p:nvPr/>
          </p:nvSpPr>
          <p:spPr>
            <a:xfrm>
              <a:off x="17519778" y="9599728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82"/>
                  </a:lnTo>
                  <a:lnTo>
                    <a:pt x="706951" y="387930"/>
                  </a:lnTo>
                  <a:lnTo>
                    <a:pt x="659773" y="379020"/>
                  </a:lnTo>
                  <a:lnTo>
                    <a:pt x="614759" y="364622"/>
                  </a:lnTo>
                  <a:lnTo>
                    <a:pt x="572280" y="345104"/>
                  </a:lnTo>
                  <a:lnTo>
                    <a:pt x="532704" y="320836"/>
                  </a:lnTo>
                  <a:lnTo>
                    <a:pt x="496401" y="292187"/>
                  </a:lnTo>
                  <a:lnTo>
                    <a:pt x="463740" y="259527"/>
                  </a:lnTo>
                  <a:lnTo>
                    <a:pt x="435090" y="223224"/>
                  </a:lnTo>
                  <a:lnTo>
                    <a:pt x="410822" y="183648"/>
                  </a:lnTo>
                  <a:lnTo>
                    <a:pt x="391303" y="141169"/>
                  </a:lnTo>
                  <a:lnTo>
                    <a:pt x="376904" y="96154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15"/>
            <p:cNvSpPr/>
            <p:nvPr/>
          </p:nvSpPr>
          <p:spPr>
            <a:xfrm>
              <a:off x="19248297" y="9599728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82"/>
                  </a:lnTo>
                  <a:lnTo>
                    <a:pt x="706951" y="387930"/>
                  </a:lnTo>
                  <a:lnTo>
                    <a:pt x="659773" y="379020"/>
                  </a:lnTo>
                  <a:lnTo>
                    <a:pt x="614759" y="364622"/>
                  </a:lnTo>
                  <a:lnTo>
                    <a:pt x="572280" y="345104"/>
                  </a:lnTo>
                  <a:lnTo>
                    <a:pt x="532704" y="320836"/>
                  </a:lnTo>
                  <a:lnTo>
                    <a:pt x="496401" y="292187"/>
                  </a:lnTo>
                  <a:lnTo>
                    <a:pt x="463740" y="259527"/>
                  </a:lnTo>
                  <a:lnTo>
                    <a:pt x="435090" y="223224"/>
                  </a:lnTo>
                  <a:lnTo>
                    <a:pt x="410822" y="183648"/>
                  </a:lnTo>
                  <a:lnTo>
                    <a:pt x="391303" y="141169"/>
                  </a:lnTo>
                  <a:lnTo>
                    <a:pt x="376904" y="96154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16"/>
            <p:cNvSpPr/>
            <p:nvPr/>
          </p:nvSpPr>
          <p:spPr>
            <a:xfrm>
              <a:off x="18395339" y="9599728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4"/>
                  </a:lnTo>
                  <a:lnTo>
                    <a:pt x="364621" y="141169"/>
                  </a:lnTo>
                  <a:lnTo>
                    <a:pt x="345102" y="183648"/>
                  </a:lnTo>
                  <a:lnTo>
                    <a:pt x="320833" y="223224"/>
                  </a:lnTo>
                  <a:lnTo>
                    <a:pt x="292184" y="259527"/>
                  </a:lnTo>
                  <a:lnTo>
                    <a:pt x="259523" y="292187"/>
                  </a:lnTo>
                  <a:lnTo>
                    <a:pt x="223219" y="320836"/>
                  </a:lnTo>
                  <a:lnTo>
                    <a:pt x="183644" y="345104"/>
                  </a:lnTo>
                  <a:lnTo>
                    <a:pt x="141164" y="364622"/>
                  </a:lnTo>
                  <a:lnTo>
                    <a:pt x="96151" y="379020"/>
                  </a:lnTo>
                  <a:lnTo>
                    <a:pt x="48973" y="387930"/>
                  </a:lnTo>
                  <a:lnTo>
                    <a:pt x="0" y="390982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17"/>
            <p:cNvSpPr/>
            <p:nvPr/>
          </p:nvSpPr>
          <p:spPr>
            <a:xfrm>
              <a:off x="13233767" y="9599732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708190" y="1490"/>
                  </a:lnTo>
                  <a:lnTo>
                    <a:pt x="661235" y="5900"/>
                  </a:lnTo>
                  <a:lnTo>
                    <a:pt x="615147" y="13142"/>
                  </a:lnTo>
                  <a:lnTo>
                    <a:pt x="570018" y="23126"/>
                  </a:lnTo>
                  <a:lnTo>
                    <a:pt x="525934" y="35763"/>
                  </a:lnTo>
                  <a:lnTo>
                    <a:pt x="482987" y="50963"/>
                  </a:lnTo>
                  <a:lnTo>
                    <a:pt x="441265" y="68638"/>
                  </a:lnTo>
                  <a:lnTo>
                    <a:pt x="400857" y="88698"/>
                  </a:lnTo>
                  <a:lnTo>
                    <a:pt x="361853" y="111054"/>
                  </a:lnTo>
                  <a:lnTo>
                    <a:pt x="324341" y="135616"/>
                  </a:lnTo>
                  <a:lnTo>
                    <a:pt x="288412" y="162297"/>
                  </a:lnTo>
                  <a:lnTo>
                    <a:pt x="254154" y="191005"/>
                  </a:lnTo>
                  <a:lnTo>
                    <a:pt x="221656" y="221652"/>
                  </a:lnTo>
                  <a:lnTo>
                    <a:pt x="191009" y="254150"/>
                  </a:lnTo>
                  <a:lnTo>
                    <a:pt x="162300" y="288408"/>
                  </a:lnTo>
                  <a:lnTo>
                    <a:pt x="135619" y="324337"/>
                  </a:lnTo>
                  <a:lnTo>
                    <a:pt x="111056" y="361848"/>
                  </a:lnTo>
                  <a:lnTo>
                    <a:pt x="88700" y="400852"/>
                  </a:lnTo>
                  <a:lnTo>
                    <a:pt x="68639" y="441260"/>
                  </a:lnTo>
                  <a:lnTo>
                    <a:pt x="50964" y="482983"/>
                  </a:lnTo>
                  <a:lnTo>
                    <a:pt x="35764" y="525930"/>
                  </a:lnTo>
                  <a:lnTo>
                    <a:pt x="23126" y="570014"/>
                  </a:lnTo>
                  <a:lnTo>
                    <a:pt x="13142" y="615144"/>
                  </a:lnTo>
                  <a:lnTo>
                    <a:pt x="5900" y="661232"/>
                  </a:lnTo>
                  <a:lnTo>
                    <a:pt x="1490" y="708189"/>
                  </a:lnTo>
                  <a:lnTo>
                    <a:pt x="0" y="755924"/>
                  </a:lnTo>
                  <a:lnTo>
                    <a:pt x="364941" y="755924"/>
                  </a:lnTo>
                  <a:lnTo>
                    <a:pt x="367993" y="706948"/>
                  </a:lnTo>
                  <a:lnTo>
                    <a:pt x="376904" y="659769"/>
                  </a:lnTo>
                  <a:lnTo>
                    <a:pt x="391303" y="614754"/>
                  </a:lnTo>
                  <a:lnTo>
                    <a:pt x="410822" y="572273"/>
                  </a:lnTo>
                  <a:lnTo>
                    <a:pt x="435090" y="532696"/>
                  </a:lnTo>
                  <a:lnTo>
                    <a:pt x="463740" y="496392"/>
                  </a:lnTo>
                  <a:lnTo>
                    <a:pt x="496401" y="463731"/>
                  </a:lnTo>
                  <a:lnTo>
                    <a:pt x="532704" y="435081"/>
                  </a:lnTo>
                  <a:lnTo>
                    <a:pt x="572280" y="410812"/>
                  </a:lnTo>
                  <a:lnTo>
                    <a:pt x="614759" y="391293"/>
                  </a:lnTo>
                  <a:lnTo>
                    <a:pt x="659773" y="376893"/>
                  </a:lnTo>
                  <a:lnTo>
                    <a:pt x="706951" y="367983"/>
                  </a:lnTo>
                  <a:lnTo>
                    <a:pt x="755924" y="364931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18"/>
            <p:cNvSpPr/>
            <p:nvPr/>
          </p:nvSpPr>
          <p:spPr>
            <a:xfrm>
              <a:off x="14945996" y="9599728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82"/>
                  </a:lnTo>
                  <a:lnTo>
                    <a:pt x="706951" y="387930"/>
                  </a:lnTo>
                  <a:lnTo>
                    <a:pt x="659773" y="379020"/>
                  </a:lnTo>
                  <a:lnTo>
                    <a:pt x="614759" y="364622"/>
                  </a:lnTo>
                  <a:lnTo>
                    <a:pt x="572280" y="345104"/>
                  </a:lnTo>
                  <a:lnTo>
                    <a:pt x="532704" y="320836"/>
                  </a:lnTo>
                  <a:lnTo>
                    <a:pt x="496401" y="292187"/>
                  </a:lnTo>
                  <a:lnTo>
                    <a:pt x="463740" y="259527"/>
                  </a:lnTo>
                  <a:lnTo>
                    <a:pt x="435090" y="223224"/>
                  </a:lnTo>
                  <a:lnTo>
                    <a:pt x="410822" y="183648"/>
                  </a:lnTo>
                  <a:lnTo>
                    <a:pt x="391303" y="141169"/>
                  </a:lnTo>
                  <a:lnTo>
                    <a:pt x="376904" y="96154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19"/>
            <p:cNvSpPr/>
            <p:nvPr/>
          </p:nvSpPr>
          <p:spPr>
            <a:xfrm>
              <a:off x="14109326" y="9599728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4"/>
                  </a:lnTo>
                  <a:lnTo>
                    <a:pt x="364621" y="141169"/>
                  </a:lnTo>
                  <a:lnTo>
                    <a:pt x="345102" y="183648"/>
                  </a:lnTo>
                  <a:lnTo>
                    <a:pt x="320833" y="223224"/>
                  </a:lnTo>
                  <a:lnTo>
                    <a:pt x="292184" y="259527"/>
                  </a:lnTo>
                  <a:lnTo>
                    <a:pt x="259523" y="292187"/>
                  </a:lnTo>
                  <a:lnTo>
                    <a:pt x="223219" y="320836"/>
                  </a:lnTo>
                  <a:lnTo>
                    <a:pt x="183644" y="345104"/>
                  </a:lnTo>
                  <a:lnTo>
                    <a:pt x="141164" y="364622"/>
                  </a:lnTo>
                  <a:lnTo>
                    <a:pt x="96151" y="379020"/>
                  </a:lnTo>
                  <a:lnTo>
                    <a:pt x="48973" y="387930"/>
                  </a:lnTo>
                  <a:lnTo>
                    <a:pt x="0" y="390982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4" name="Группа 63"/>
          <p:cNvGrpSpPr/>
          <p:nvPr/>
        </p:nvGrpSpPr>
        <p:grpSpPr>
          <a:xfrm>
            <a:off x="39317" y="9605429"/>
            <a:ext cx="5895256" cy="1620163"/>
            <a:chOff x="39317" y="9605429"/>
            <a:chExt cx="5895256" cy="1620163"/>
          </a:xfrm>
        </p:grpSpPr>
        <p:sp>
          <p:nvSpPr>
            <p:cNvPr id="65" name="object 4"/>
            <p:cNvSpPr/>
            <p:nvPr/>
          </p:nvSpPr>
          <p:spPr>
            <a:xfrm>
              <a:off x="1751547" y="10469304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5"/>
                  </a:lnTo>
                  <a:lnTo>
                    <a:pt x="364621" y="141170"/>
                  </a:lnTo>
                  <a:lnTo>
                    <a:pt x="345102" y="183651"/>
                  </a:lnTo>
                  <a:lnTo>
                    <a:pt x="320833" y="223227"/>
                  </a:lnTo>
                  <a:lnTo>
                    <a:pt x="292184" y="259531"/>
                  </a:lnTo>
                  <a:lnTo>
                    <a:pt x="259523" y="292193"/>
                  </a:lnTo>
                  <a:lnTo>
                    <a:pt x="223219" y="320843"/>
                  </a:lnTo>
                  <a:lnTo>
                    <a:pt x="183644" y="345112"/>
                  </a:lnTo>
                  <a:lnTo>
                    <a:pt x="141164" y="364631"/>
                  </a:lnTo>
                  <a:lnTo>
                    <a:pt x="96151" y="379030"/>
                  </a:lnTo>
                  <a:lnTo>
                    <a:pt x="48973" y="387941"/>
                  </a:lnTo>
                  <a:lnTo>
                    <a:pt x="0" y="390993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5"/>
            <p:cNvSpPr/>
            <p:nvPr/>
          </p:nvSpPr>
          <p:spPr>
            <a:xfrm>
              <a:off x="2600660" y="10469307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0" y="0"/>
                  </a:moveTo>
                  <a:lnTo>
                    <a:pt x="0" y="364941"/>
                  </a:lnTo>
                  <a:lnTo>
                    <a:pt x="48973" y="367993"/>
                  </a:lnTo>
                  <a:lnTo>
                    <a:pt x="96151" y="376903"/>
                  </a:lnTo>
                  <a:lnTo>
                    <a:pt x="141164" y="391302"/>
                  </a:lnTo>
                  <a:lnTo>
                    <a:pt x="183644" y="410820"/>
                  </a:lnTo>
                  <a:lnTo>
                    <a:pt x="223219" y="435088"/>
                  </a:lnTo>
                  <a:lnTo>
                    <a:pt x="259523" y="463736"/>
                  </a:lnTo>
                  <a:lnTo>
                    <a:pt x="292184" y="496397"/>
                  </a:lnTo>
                  <a:lnTo>
                    <a:pt x="320833" y="532700"/>
                  </a:lnTo>
                  <a:lnTo>
                    <a:pt x="345102" y="572275"/>
                  </a:lnTo>
                  <a:lnTo>
                    <a:pt x="364621" y="614755"/>
                  </a:lnTo>
                  <a:lnTo>
                    <a:pt x="379020" y="659769"/>
                  </a:lnTo>
                  <a:lnTo>
                    <a:pt x="387930" y="706949"/>
                  </a:lnTo>
                  <a:lnTo>
                    <a:pt x="390982" y="755924"/>
                  </a:lnTo>
                  <a:lnTo>
                    <a:pt x="755924" y="755924"/>
                  </a:lnTo>
                  <a:lnTo>
                    <a:pt x="754434" y="708189"/>
                  </a:lnTo>
                  <a:lnTo>
                    <a:pt x="750023" y="661232"/>
                  </a:lnTo>
                  <a:lnTo>
                    <a:pt x="742781" y="615144"/>
                  </a:lnTo>
                  <a:lnTo>
                    <a:pt x="732797" y="570014"/>
                  </a:lnTo>
                  <a:lnTo>
                    <a:pt x="720160" y="525930"/>
                  </a:lnTo>
                  <a:lnTo>
                    <a:pt x="704959" y="482983"/>
                  </a:lnTo>
                  <a:lnTo>
                    <a:pt x="687284" y="441260"/>
                  </a:lnTo>
                  <a:lnTo>
                    <a:pt x="667224" y="400852"/>
                  </a:lnTo>
                  <a:lnTo>
                    <a:pt x="644867" y="361848"/>
                  </a:lnTo>
                  <a:lnTo>
                    <a:pt x="620304" y="324337"/>
                  </a:lnTo>
                  <a:lnTo>
                    <a:pt x="593624" y="288408"/>
                  </a:lnTo>
                  <a:lnTo>
                    <a:pt x="564915" y="254150"/>
                  </a:lnTo>
                  <a:lnTo>
                    <a:pt x="534267" y="221652"/>
                  </a:lnTo>
                  <a:lnTo>
                    <a:pt x="501770" y="191005"/>
                  </a:lnTo>
                  <a:lnTo>
                    <a:pt x="467512" y="162297"/>
                  </a:lnTo>
                  <a:lnTo>
                    <a:pt x="431582" y="135616"/>
                  </a:lnTo>
                  <a:lnTo>
                    <a:pt x="394071" y="111054"/>
                  </a:lnTo>
                  <a:lnTo>
                    <a:pt x="355067" y="88698"/>
                  </a:lnTo>
                  <a:lnTo>
                    <a:pt x="314659" y="68638"/>
                  </a:lnTo>
                  <a:lnTo>
                    <a:pt x="272937" y="50963"/>
                  </a:lnTo>
                  <a:lnTo>
                    <a:pt x="229989" y="35763"/>
                  </a:lnTo>
                  <a:lnTo>
                    <a:pt x="185906" y="23126"/>
                  </a:lnTo>
                  <a:lnTo>
                    <a:pt x="140776" y="13142"/>
                  </a:lnTo>
                  <a:lnTo>
                    <a:pt x="94689" y="5900"/>
                  </a:lnTo>
                  <a:lnTo>
                    <a:pt x="47734" y="14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"/>
            <p:cNvSpPr/>
            <p:nvPr/>
          </p:nvSpPr>
          <p:spPr>
            <a:xfrm>
              <a:off x="3449769" y="10469307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708190" y="1490"/>
                  </a:lnTo>
                  <a:lnTo>
                    <a:pt x="661235" y="5900"/>
                  </a:lnTo>
                  <a:lnTo>
                    <a:pt x="615147" y="13142"/>
                  </a:lnTo>
                  <a:lnTo>
                    <a:pt x="570018" y="23126"/>
                  </a:lnTo>
                  <a:lnTo>
                    <a:pt x="525934" y="35763"/>
                  </a:lnTo>
                  <a:lnTo>
                    <a:pt x="482987" y="50963"/>
                  </a:lnTo>
                  <a:lnTo>
                    <a:pt x="441265" y="68638"/>
                  </a:lnTo>
                  <a:lnTo>
                    <a:pt x="400857" y="88698"/>
                  </a:lnTo>
                  <a:lnTo>
                    <a:pt x="361853" y="111054"/>
                  </a:lnTo>
                  <a:lnTo>
                    <a:pt x="324341" y="135616"/>
                  </a:lnTo>
                  <a:lnTo>
                    <a:pt x="288412" y="162297"/>
                  </a:lnTo>
                  <a:lnTo>
                    <a:pt x="254154" y="191005"/>
                  </a:lnTo>
                  <a:lnTo>
                    <a:pt x="221656" y="221652"/>
                  </a:lnTo>
                  <a:lnTo>
                    <a:pt x="191009" y="254150"/>
                  </a:lnTo>
                  <a:lnTo>
                    <a:pt x="162300" y="288408"/>
                  </a:lnTo>
                  <a:lnTo>
                    <a:pt x="135619" y="324337"/>
                  </a:lnTo>
                  <a:lnTo>
                    <a:pt x="111056" y="361848"/>
                  </a:lnTo>
                  <a:lnTo>
                    <a:pt x="88700" y="400852"/>
                  </a:lnTo>
                  <a:lnTo>
                    <a:pt x="68639" y="441260"/>
                  </a:lnTo>
                  <a:lnTo>
                    <a:pt x="50964" y="482983"/>
                  </a:lnTo>
                  <a:lnTo>
                    <a:pt x="35764" y="525930"/>
                  </a:lnTo>
                  <a:lnTo>
                    <a:pt x="23126" y="570014"/>
                  </a:lnTo>
                  <a:lnTo>
                    <a:pt x="13142" y="615144"/>
                  </a:lnTo>
                  <a:lnTo>
                    <a:pt x="5900" y="661232"/>
                  </a:lnTo>
                  <a:lnTo>
                    <a:pt x="1490" y="708189"/>
                  </a:lnTo>
                  <a:lnTo>
                    <a:pt x="0" y="755924"/>
                  </a:lnTo>
                  <a:lnTo>
                    <a:pt x="364941" y="755924"/>
                  </a:lnTo>
                  <a:lnTo>
                    <a:pt x="367993" y="706949"/>
                  </a:lnTo>
                  <a:lnTo>
                    <a:pt x="376904" y="659769"/>
                  </a:lnTo>
                  <a:lnTo>
                    <a:pt x="391303" y="614755"/>
                  </a:lnTo>
                  <a:lnTo>
                    <a:pt x="410822" y="572275"/>
                  </a:lnTo>
                  <a:lnTo>
                    <a:pt x="435090" y="532700"/>
                  </a:lnTo>
                  <a:lnTo>
                    <a:pt x="463740" y="496397"/>
                  </a:lnTo>
                  <a:lnTo>
                    <a:pt x="496401" y="463736"/>
                  </a:lnTo>
                  <a:lnTo>
                    <a:pt x="532704" y="435088"/>
                  </a:lnTo>
                  <a:lnTo>
                    <a:pt x="572280" y="410820"/>
                  </a:lnTo>
                  <a:lnTo>
                    <a:pt x="614759" y="391302"/>
                  </a:lnTo>
                  <a:lnTo>
                    <a:pt x="659773" y="376903"/>
                  </a:lnTo>
                  <a:lnTo>
                    <a:pt x="706951" y="367993"/>
                  </a:lnTo>
                  <a:lnTo>
                    <a:pt x="755924" y="364941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7"/>
            <p:cNvSpPr/>
            <p:nvPr/>
          </p:nvSpPr>
          <p:spPr>
            <a:xfrm>
              <a:off x="5178288" y="10469307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708190" y="1490"/>
                  </a:lnTo>
                  <a:lnTo>
                    <a:pt x="661235" y="5900"/>
                  </a:lnTo>
                  <a:lnTo>
                    <a:pt x="615147" y="13142"/>
                  </a:lnTo>
                  <a:lnTo>
                    <a:pt x="570018" y="23126"/>
                  </a:lnTo>
                  <a:lnTo>
                    <a:pt x="525934" y="35763"/>
                  </a:lnTo>
                  <a:lnTo>
                    <a:pt x="482987" y="50963"/>
                  </a:lnTo>
                  <a:lnTo>
                    <a:pt x="441265" y="68638"/>
                  </a:lnTo>
                  <a:lnTo>
                    <a:pt x="400857" y="88698"/>
                  </a:lnTo>
                  <a:lnTo>
                    <a:pt x="361853" y="111054"/>
                  </a:lnTo>
                  <a:lnTo>
                    <a:pt x="324341" y="135616"/>
                  </a:lnTo>
                  <a:lnTo>
                    <a:pt x="288412" y="162297"/>
                  </a:lnTo>
                  <a:lnTo>
                    <a:pt x="254154" y="191005"/>
                  </a:lnTo>
                  <a:lnTo>
                    <a:pt x="221656" y="221652"/>
                  </a:lnTo>
                  <a:lnTo>
                    <a:pt x="191009" y="254150"/>
                  </a:lnTo>
                  <a:lnTo>
                    <a:pt x="162300" y="288408"/>
                  </a:lnTo>
                  <a:lnTo>
                    <a:pt x="135619" y="324337"/>
                  </a:lnTo>
                  <a:lnTo>
                    <a:pt x="111056" y="361848"/>
                  </a:lnTo>
                  <a:lnTo>
                    <a:pt x="88700" y="400852"/>
                  </a:lnTo>
                  <a:lnTo>
                    <a:pt x="68639" y="441260"/>
                  </a:lnTo>
                  <a:lnTo>
                    <a:pt x="50964" y="482983"/>
                  </a:lnTo>
                  <a:lnTo>
                    <a:pt x="35764" y="525930"/>
                  </a:lnTo>
                  <a:lnTo>
                    <a:pt x="23126" y="570014"/>
                  </a:lnTo>
                  <a:lnTo>
                    <a:pt x="13142" y="615144"/>
                  </a:lnTo>
                  <a:lnTo>
                    <a:pt x="5900" y="661232"/>
                  </a:lnTo>
                  <a:lnTo>
                    <a:pt x="1490" y="708189"/>
                  </a:lnTo>
                  <a:lnTo>
                    <a:pt x="0" y="755924"/>
                  </a:lnTo>
                  <a:lnTo>
                    <a:pt x="364941" y="755924"/>
                  </a:lnTo>
                  <a:lnTo>
                    <a:pt x="367993" y="706949"/>
                  </a:lnTo>
                  <a:lnTo>
                    <a:pt x="376904" y="659769"/>
                  </a:lnTo>
                  <a:lnTo>
                    <a:pt x="391303" y="614755"/>
                  </a:lnTo>
                  <a:lnTo>
                    <a:pt x="410822" y="572275"/>
                  </a:lnTo>
                  <a:lnTo>
                    <a:pt x="435090" y="532700"/>
                  </a:lnTo>
                  <a:lnTo>
                    <a:pt x="463740" y="496397"/>
                  </a:lnTo>
                  <a:lnTo>
                    <a:pt x="496401" y="463736"/>
                  </a:lnTo>
                  <a:lnTo>
                    <a:pt x="532704" y="435088"/>
                  </a:lnTo>
                  <a:lnTo>
                    <a:pt x="572280" y="410820"/>
                  </a:lnTo>
                  <a:lnTo>
                    <a:pt x="614759" y="391302"/>
                  </a:lnTo>
                  <a:lnTo>
                    <a:pt x="659773" y="376903"/>
                  </a:lnTo>
                  <a:lnTo>
                    <a:pt x="706951" y="367993"/>
                  </a:lnTo>
                  <a:lnTo>
                    <a:pt x="755924" y="364941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8"/>
            <p:cNvSpPr/>
            <p:nvPr/>
          </p:nvSpPr>
          <p:spPr>
            <a:xfrm>
              <a:off x="4325330" y="10469307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0" y="0"/>
                  </a:moveTo>
                  <a:lnTo>
                    <a:pt x="0" y="364941"/>
                  </a:lnTo>
                  <a:lnTo>
                    <a:pt x="48973" y="367993"/>
                  </a:lnTo>
                  <a:lnTo>
                    <a:pt x="96151" y="376903"/>
                  </a:lnTo>
                  <a:lnTo>
                    <a:pt x="141164" y="391302"/>
                  </a:lnTo>
                  <a:lnTo>
                    <a:pt x="183644" y="410820"/>
                  </a:lnTo>
                  <a:lnTo>
                    <a:pt x="223219" y="435088"/>
                  </a:lnTo>
                  <a:lnTo>
                    <a:pt x="259523" y="463736"/>
                  </a:lnTo>
                  <a:lnTo>
                    <a:pt x="292184" y="496397"/>
                  </a:lnTo>
                  <a:lnTo>
                    <a:pt x="320833" y="532700"/>
                  </a:lnTo>
                  <a:lnTo>
                    <a:pt x="345102" y="572275"/>
                  </a:lnTo>
                  <a:lnTo>
                    <a:pt x="364621" y="614755"/>
                  </a:lnTo>
                  <a:lnTo>
                    <a:pt x="379020" y="659769"/>
                  </a:lnTo>
                  <a:lnTo>
                    <a:pt x="387930" y="706949"/>
                  </a:lnTo>
                  <a:lnTo>
                    <a:pt x="390982" y="755924"/>
                  </a:lnTo>
                  <a:lnTo>
                    <a:pt x="755924" y="755924"/>
                  </a:lnTo>
                  <a:lnTo>
                    <a:pt x="754434" y="708189"/>
                  </a:lnTo>
                  <a:lnTo>
                    <a:pt x="750023" y="661232"/>
                  </a:lnTo>
                  <a:lnTo>
                    <a:pt x="742781" y="615144"/>
                  </a:lnTo>
                  <a:lnTo>
                    <a:pt x="732797" y="570014"/>
                  </a:lnTo>
                  <a:lnTo>
                    <a:pt x="720160" y="525930"/>
                  </a:lnTo>
                  <a:lnTo>
                    <a:pt x="704959" y="482983"/>
                  </a:lnTo>
                  <a:lnTo>
                    <a:pt x="687284" y="441260"/>
                  </a:lnTo>
                  <a:lnTo>
                    <a:pt x="667224" y="400852"/>
                  </a:lnTo>
                  <a:lnTo>
                    <a:pt x="644867" y="361848"/>
                  </a:lnTo>
                  <a:lnTo>
                    <a:pt x="620304" y="324337"/>
                  </a:lnTo>
                  <a:lnTo>
                    <a:pt x="593624" y="288408"/>
                  </a:lnTo>
                  <a:lnTo>
                    <a:pt x="564915" y="254150"/>
                  </a:lnTo>
                  <a:lnTo>
                    <a:pt x="534267" y="221652"/>
                  </a:lnTo>
                  <a:lnTo>
                    <a:pt x="501770" y="191005"/>
                  </a:lnTo>
                  <a:lnTo>
                    <a:pt x="467512" y="162297"/>
                  </a:lnTo>
                  <a:lnTo>
                    <a:pt x="431582" y="135616"/>
                  </a:lnTo>
                  <a:lnTo>
                    <a:pt x="394071" y="111054"/>
                  </a:lnTo>
                  <a:lnTo>
                    <a:pt x="355067" y="88698"/>
                  </a:lnTo>
                  <a:lnTo>
                    <a:pt x="314659" y="68638"/>
                  </a:lnTo>
                  <a:lnTo>
                    <a:pt x="272937" y="50963"/>
                  </a:lnTo>
                  <a:lnTo>
                    <a:pt x="229989" y="35763"/>
                  </a:lnTo>
                  <a:lnTo>
                    <a:pt x="185906" y="23126"/>
                  </a:lnTo>
                  <a:lnTo>
                    <a:pt x="140776" y="13142"/>
                  </a:lnTo>
                  <a:lnTo>
                    <a:pt x="94689" y="5900"/>
                  </a:lnTo>
                  <a:lnTo>
                    <a:pt x="47734" y="14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9"/>
            <p:cNvSpPr/>
            <p:nvPr/>
          </p:nvSpPr>
          <p:spPr>
            <a:xfrm>
              <a:off x="875987" y="10469304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93"/>
                  </a:lnTo>
                  <a:lnTo>
                    <a:pt x="706951" y="387941"/>
                  </a:lnTo>
                  <a:lnTo>
                    <a:pt x="659773" y="379030"/>
                  </a:lnTo>
                  <a:lnTo>
                    <a:pt x="614759" y="364631"/>
                  </a:lnTo>
                  <a:lnTo>
                    <a:pt x="572280" y="345112"/>
                  </a:lnTo>
                  <a:lnTo>
                    <a:pt x="532704" y="320843"/>
                  </a:lnTo>
                  <a:lnTo>
                    <a:pt x="496401" y="292193"/>
                  </a:lnTo>
                  <a:lnTo>
                    <a:pt x="463740" y="259531"/>
                  </a:lnTo>
                  <a:lnTo>
                    <a:pt x="435090" y="223227"/>
                  </a:lnTo>
                  <a:lnTo>
                    <a:pt x="410822" y="183651"/>
                  </a:lnTo>
                  <a:lnTo>
                    <a:pt x="391303" y="141170"/>
                  </a:lnTo>
                  <a:lnTo>
                    <a:pt x="376904" y="96155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10"/>
            <p:cNvSpPr/>
            <p:nvPr/>
          </p:nvSpPr>
          <p:spPr>
            <a:xfrm>
              <a:off x="39317" y="10469304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5"/>
                  </a:lnTo>
                  <a:lnTo>
                    <a:pt x="364621" y="141170"/>
                  </a:lnTo>
                  <a:lnTo>
                    <a:pt x="345102" y="183651"/>
                  </a:lnTo>
                  <a:lnTo>
                    <a:pt x="320833" y="223227"/>
                  </a:lnTo>
                  <a:lnTo>
                    <a:pt x="292184" y="259531"/>
                  </a:lnTo>
                  <a:lnTo>
                    <a:pt x="259523" y="292193"/>
                  </a:lnTo>
                  <a:lnTo>
                    <a:pt x="223219" y="320843"/>
                  </a:lnTo>
                  <a:lnTo>
                    <a:pt x="183644" y="345112"/>
                  </a:lnTo>
                  <a:lnTo>
                    <a:pt x="141164" y="364631"/>
                  </a:lnTo>
                  <a:lnTo>
                    <a:pt x="96151" y="379030"/>
                  </a:lnTo>
                  <a:lnTo>
                    <a:pt x="48973" y="387941"/>
                  </a:lnTo>
                  <a:lnTo>
                    <a:pt x="0" y="390993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12"/>
            <p:cNvSpPr/>
            <p:nvPr/>
          </p:nvSpPr>
          <p:spPr>
            <a:xfrm>
              <a:off x="1751547" y="9605433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0" y="0"/>
                  </a:moveTo>
                  <a:lnTo>
                    <a:pt x="0" y="364931"/>
                  </a:lnTo>
                  <a:lnTo>
                    <a:pt x="48973" y="367983"/>
                  </a:lnTo>
                  <a:lnTo>
                    <a:pt x="96151" y="376893"/>
                  </a:lnTo>
                  <a:lnTo>
                    <a:pt x="141164" y="391293"/>
                  </a:lnTo>
                  <a:lnTo>
                    <a:pt x="183644" y="410812"/>
                  </a:lnTo>
                  <a:lnTo>
                    <a:pt x="223219" y="435081"/>
                  </a:lnTo>
                  <a:lnTo>
                    <a:pt x="259523" y="463731"/>
                  </a:lnTo>
                  <a:lnTo>
                    <a:pt x="292184" y="496392"/>
                  </a:lnTo>
                  <a:lnTo>
                    <a:pt x="320833" y="532696"/>
                  </a:lnTo>
                  <a:lnTo>
                    <a:pt x="345102" y="572273"/>
                  </a:lnTo>
                  <a:lnTo>
                    <a:pt x="364621" y="614754"/>
                  </a:lnTo>
                  <a:lnTo>
                    <a:pt x="379020" y="659769"/>
                  </a:lnTo>
                  <a:lnTo>
                    <a:pt x="387930" y="706948"/>
                  </a:lnTo>
                  <a:lnTo>
                    <a:pt x="390982" y="755924"/>
                  </a:lnTo>
                  <a:lnTo>
                    <a:pt x="755924" y="755924"/>
                  </a:lnTo>
                  <a:lnTo>
                    <a:pt x="754434" y="708189"/>
                  </a:lnTo>
                  <a:lnTo>
                    <a:pt x="750023" y="661232"/>
                  </a:lnTo>
                  <a:lnTo>
                    <a:pt x="742781" y="615144"/>
                  </a:lnTo>
                  <a:lnTo>
                    <a:pt x="732797" y="570014"/>
                  </a:lnTo>
                  <a:lnTo>
                    <a:pt x="720160" y="525930"/>
                  </a:lnTo>
                  <a:lnTo>
                    <a:pt x="704959" y="482983"/>
                  </a:lnTo>
                  <a:lnTo>
                    <a:pt x="687284" y="441260"/>
                  </a:lnTo>
                  <a:lnTo>
                    <a:pt x="667224" y="400852"/>
                  </a:lnTo>
                  <a:lnTo>
                    <a:pt x="644867" y="361848"/>
                  </a:lnTo>
                  <a:lnTo>
                    <a:pt x="620304" y="324337"/>
                  </a:lnTo>
                  <a:lnTo>
                    <a:pt x="593624" y="288408"/>
                  </a:lnTo>
                  <a:lnTo>
                    <a:pt x="564915" y="254150"/>
                  </a:lnTo>
                  <a:lnTo>
                    <a:pt x="534267" y="221652"/>
                  </a:lnTo>
                  <a:lnTo>
                    <a:pt x="501770" y="191005"/>
                  </a:lnTo>
                  <a:lnTo>
                    <a:pt x="467512" y="162297"/>
                  </a:lnTo>
                  <a:lnTo>
                    <a:pt x="431582" y="135616"/>
                  </a:lnTo>
                  <a:lnTo>
                    <a:pt x="394071" y="111054"/>
                  </a:lnTo>
                  <a:lnTo>
                    <a:pt x="355067" y="88698"/>
                  </a:lnTo>
                  <a:lnTo>
                    <a:pt x="314659" y="68638"/>
                  </a:lnTo>
                  <a:lnTo>
                    <a:pt x="272937" y="50963"/>
                  </a:lnTo>
                  <a:lnTo>
                    <a:pt x="229989" y="35763"/>
                  </a:lnTo>
                  <a:lnTo>
                    <a:pt x="185906" y="23126"/>
                  </a:lnTo>
                  <a:lnTo>
                    <a:pt x="140776" y="13142"/>
                  </a:lnTo>
                  <a:lnTo>
                    <a:pt x="94689" y="5900"/>
                  </a:lnTo>
                  <a:lnTo>
                    <a:pt x="47734" y="14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13"/>
            <p:cNvSpPr/>
            <p:nvPr/>
          </p:nvSpPr>
          <p:spPr>
            <a:xfrm>
              <a:off x="2600660" y="9605429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4"/>
                  </a:lnTo>
                  <a:lnTo>
                    <a:pt x="364621" y="141169"/>
                  </a:lnTo>
                  <a:lnTo>
                    <a:pt x="345102" y="183648"/>
                  </a:lnTo>
                  <a:lnTo>
                    <a:pt x="320833" y="223224"/>
                  </a:lnTo>
                  <a:lnTo>
                    <a:pt x="292184" y="259527"/>
                  </a:lnTo>
                  <a:lnTo>
                    <a:pt x="259523" y="292187"/>
                  </a:lnTo>
                  <a:lnTo>
                    <a:pt x="223219" y="320836"/>
                  </a:lnTo>
                  <a:lnTo>
                    <a:pt x="183644" y="345104"/>
                  </a:lnTo>
                  <a:lnTo>
                    <a:pt x="141164" y="364622"/>
                  </a:lnTo>
                  <a:lnTo>
                    <a:pt x="96151" y="379020"/>
                  </a:lnTo>
                  <a:lnTo>
                    <a:pt x="48973" y="387930"/>
                  </a:lnTo>
                  <a:lnTo>
                    <a:pt x="0" y="390982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14"/>
            <p:cNvSpPr/>
            <p:nvPr/>
          </p:nvSpPr>
          <p:spPr>
            <a:xfrm>
              <a:off x="3449769" y="9605429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82"/>
                  </a:lnTo>
                  <a:lnTo>
                    <a:pt x="706951" y="387930"/>
                  </a:lnTo>
                  <a:lnTo>
                    <a:pt x="659773" y="379020"/>
                  </a:lnTo>
                  <a:lnTo>
                    <a:pt x="614759" y="364622"/>
                  </a:lnTo>
                  <a:lnTo>
                    <a:pt x="572280" y="345104"/>
                  </a:lnTo>
                  <a:lnTo>
                    <a:pt x="532704" y="320836"/>
                  </a:lnTo>
                  <a:lnTo>
                    <a:pt x="496401" y="292187"/>
                  </a:lnTo>
                  <a:lnTo>
                    <a:pt x="463740" y="259527"/>
                  </a:lnTo>
                  <a:lnTo>
                    <a:pt x="435090" y="223224"/>
                  </a:lnTo>
                  <a:lnTo>
                    <a:pt x="410822" y="183648"/>
                  </a:lnTo>
                  <a:lnTo>
                    <a:pt x="391303" y="141169"/>
                  </a:lnTo>
                  <a:lnTo>
                    <a:pt x="376904" y="96154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15"/>
            <p:cNvSpPr/>
            <p:nvPr/>
          </p:nvSpPr>
          <p:spPr>
            <a:xfrm>
              <a:off x="5178288" y="9605429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82"/>
                  </a:lnTo>
                  <a:lnTo>
                    <a:pt x="706951" y="387930"/>
                  </a:lnTo>
                  <a:lnTo>
                    <a:pt x="659773" y="379020"/>
                  </a:lnTo>
                  <a:lnTo>
                    <a:pt x="614759" y="364622"/>
                  </a:lnTo>
                  <a:lnTo>
                    <a:pt x="572280" y="345104"/>
                  </a:lnTo>
                  <a:lnTo>
                    <a:pt x="532704" y="320836"/>
                  </a:lnTo>
                  <a:lnTo>
                    <a:pt x="496401" y="292187"/>
                  </a:lnTo>
                  <a:lnTo>
                    <a:pt x="463740" y="259527"/>
                  </a:lnTo>
                  <a:lnTo>
                    <a:pt x="435090" y="223224"/>
                  </a:lnTo>
                  <a:lnTo>
                    <a:pt x="410822" y="183648"/>
                  </a:lnTo>
                  <a:lnTo>
                    <a:pt x="391303" y="141169"/>
                  </a:lnTo>
                  <a:lnTo>
                    <a:pt x="376904" y="96154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16"/>
            <p:cNvSpPr/>
            <p:nvPr/>
          </p:nvSpPr>
          <p:spPr>
            <a:xfrm>
              <a:off x="4325330" y="9605429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4"/>
                  </a:lnTo>
                  <a:lnTo>
                    <a:pt x="364621" y="141169"/>
                  </a:lnTo>
                  <a:lnTo>
                    <a:pt x="345102" y="183648"/>
                  </a:lnTo>
                  <a:lnTo>
                    <a:pt x="320833" y="223224"/>
                  </a:lnTo>
                  <a:lnTo>
                    <a:pt x="292184" y="259527"/>
                  </a:lnTo>
                  <a:lnTo>
                    <a:pt x="259523" y="292187"/>
                  </a:lnTo>
                  <a:lnTo>
                    <a:pt x="223219" y="320836"/>
                  </a:lnTo>
                  <a:lnTo>
                    <a:pt x="183644" y="345104"/>
                  </a:lnTo>
                  <a:lnTo>
                    <a:pt x="141164" y="364622"/>
                  </a:lnTo>
                  <a:lnTo>
                    <a:pt x="96151" y="379020"/>
                  </a:lnTo>
                  <a:lnTo>
                    <a:pt x="48973" y="387930"/>
                  </a:lnTo>
                  <a:lnTo>
                    <a:pt x="0" y="390982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18"/>
            <p:cNvSpPr/>
            <p:nvPr/>
          </p:nvSpPr>
          <p:spPr>
            <a:xfrm>
              <a:off x="875987" y="9605429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82"/>
                  </a:lnTo>
                  <a:lnTo>
                    <a:pt x="706951" y="387930"/>
                  </a:lnTo>
                  <a:lnTo>
                    <a:pt x="659773" y="379020"/>
                  </a:lnTo>
                  <a:lnTo>
                    <a:pt x="614759" y="364622"/>
                  </a:lnTo>
                  <a:lnTo>
                    <a:pt x="572280" y="345104"/>
                  </a:lnTo>
                  <a:lnTo>
                    <a:pt x="532704" y="320836"/>
                  </a:lnTo>
                  <a:lnTo>
                    <a:pt x="496401" y="292187"/>
                  </a:lnTo>
                  <a:lnTo>
                    <a:pt x="463740" y="259527"/>
                  </a:lnTo>
                  <a:lnTo>
                    <a:pt x="435090" y="223224"/>
                  </a:lnTo>
                  <a:lnTo>
                    <a:pt x="410822" y="183648"/>
                  </a:lnTo>
                  <a:lnTo>
                    <a:pt x="391303" y="141169"/>
                  </a:lnTo>
                  <a:lnTo>
                    <a:pt x="376904" y="96154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19"/>
            <p:cNvSpPr/>
            <p:nvPr/>
          </p:nvSpPr>
          <p:spPr>
            <a:xfrm>
              <a:off x="39317" y="9605429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4"/>
                  </a:lnTo>
                  <a:lnTo>
                    <a:pt x="364621" y="141169"/>
                  </a:lnTo>
                  <a:lnTo>
                    <a:pt x="345102" y="183648"/>
                  </a:lnTo>
                  <a:lnTo>
                    <a:pt x="320833" y="223224"/>
                  </a:lnTo>
                  <a:lnTo>
                    <a:pt x="292184" y="259527"/>
                  </a:lnTo>
                  <a:lnTo>
                    <a:pt x="259523" y="292187"/>
                  </a:lnTo>
                  <a:lnTo>
                    <a:pt x="223219" y="320836"/>
                  </a:lnTo>
                  <a:lnTo>
                    <a:pt x="183644" y="345104"/>
                  </a:lnTo>
                  <a:lnTo>
                    <a:pt x="141164" y="364622"/>
                  </a:lnTo>
                  <a:lnTo>
                    <a:pt x="96151" y="379020"/>
                  </a:lnTo>
                  <a:lnTo>
                    <a:pt x="48973" y="387930"/>
                  </a:lnTo>
                  <a:lnTo>
                    <a:pt x="0" y="390982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65" y="2568138"/>
            <a:ext cx="9452647" cy="6253512"/>
          </a:xfrm>
          <a:prstGeom prst="rect">
            <a:avLst/>
          </a:prstGeom>
        </p:spPr>
      </p:pic>
      <p:sp>
        <p:nvSpPr>
          <p:cNvPr id="79" name="Прямоугольник 78"/>
          <p:cNvSpPr/>
          <p:nvPr/>
        </p:nvSpPr>
        <p:spPr>
          <a:xfrm>
            <a:off x="9620895" y="2568139"/>
            <a:ext cx="9478718" cy="6253512"/>
          </a:xfrm>
          <a:prstGeom prst="rect">
            <a:avLst/>
          </a:prstGeom>
          <a:solidFill>
            <a:srgbClr val="001F82">
              <a:alpha val="1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968"/>
          </a:p>
        </p:txBody>
      </p:sp>
    </p:spTree>
    <p:extLst>
      <p:ext uri="{BB962C8B-B14F-4D97-AF65-F5344CB8AC3E}">
        <p14:creationId xmlns:p14="http://schemas.microsoft.com/office/powerpoint/2010/main" val="3095672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0104100" cy="1790064"/>
          </a:xfrm>
          <a:custGeom>
            <a:avLst/>
            <a:gdLst/>
            <a:ahLst/>
            <a:cxnLst/>
            <a:rect l="l" t="t" r="r" b="b"/>
            <a:pathLst>
              <a:path w="20104100" h="1790064">
                <a:moveTo>
                  <a:pt x="20104099" y="0"/>
                </a:moveTo>
                <a:lnTo>
                  <a:pt x="0" y="0"/>
                </a:lnTo>
                <a:lnTo>
                  <a:pt x="0" y="1789715"/>
                </a:lnTo>
                <a:lnTo>
                  <a:pt x="20104099" y="1789715"/>
                </a:lnTo>
                <a:lnTo>
                  <a:pt x="20104099" y="0"/>
                </a:lnTo>
                <a:close/>
              </a:path>
            </a:pathLst>
          </a:custGeom>
          <a:solidFill>
            <a:srgbClr val="001F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1938110" y="3673475"/>
            <a:ext cx="16227880" cy="555216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ru-RU" sz="3200" b="1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При приеме на обучение по программам бакалавриата и программам специалитета</a:t>
            </a:r>
          </a:p>
          <a:p>
            <a:pPr algn="just">
              <a:lnSpc>
                <a:spcPct val="125000"/>
              </a:lnSpc>
            </a:pPr>
            <a:endParaRPr lang="ru-RU" sz="3200" dirty="0" smtClean="0">
              <a:solidFill>
                <a:srgbClr val="001F82"/>
              </a:solidFill>
              <a:latin typeface="Montserrat" panose="00000500000000000000" pitchFamily="2" charset="-52"/>
            </a:endParaRPr>
          </a:p>
          <a:p>
            <a:pPr algn="just">
              <a:lnSpc>
                <a:spcPct val="125000"/>
              </a:lnSpc>
            </a:pPr>
            <a:r>
              <a:rPr lang="ru-RU" sz="3200" dirty="0">
                <a:solidFill>
                  <a:srgbClr val="001F82"/>
                </a:solidFill>
                <a:latin typeface="Montserrat" panose="00000500000000000000" pitchFamily="2" charset="-52"/>
              </a:rPr>
              <a:t>Поступающий одновременно может подать </a:t>
            </a:r>
            <a:r>
              <a:rPr lang="ru-RU" sz="3200" b="1" dirty="0">
                <a:solidFill>
                  <a:srgbClr val="001F82"/>
                </a:solidFill>
                <a:latin typeface="Montserrat" panose="00000500000000000000" pitchFamily="2" charset="-52"/>
              </a:rPr>
              <a:t>2 заявления:</a:t>
            </a:r>
          </a:p>
          <a:p>
            <a:pPr algn="just">
              <a:lnSpc>
                <a:spcPct val="125000"/>
              </a:lnSpc>
            </a:pPr>
            <a:endParaRPr lang="ru-RU" sz="3200" dirty="0">
              <a:solidFill>
                <a:srgbClr val="001F82"/>
              </a:solidFill>
              <a:latin typeface="Montserrat" panose="00000500000000000000" pitchFamily="2" charset="-52"/>
            </a:endParaRPr>
          </a:p>
          <a:p>
            <a:pPr algn="just">
              <a:lnSpc>
                <a:spcPct val="125000"/>
              </a:lnSpc>
            </a:pPr>
            <a:r>
              <a:rPr lang="ru-RU" sz="3200" b="1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•</a:t>
            </a:r>
            <a:r>
              <a:rPr lang="ru-RU" sz="3200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    на </a:t>
            </a:r>
            <a:r>
              <a:rPr lang="ru-RU" sz="3200" dirty="0">
                <a:solidFill>
                  <a:srgbClr val="001F82"/>
                </a:solidFill>
                <a:latin typeface="Montserrat" panose="00000500000000000000" pitchFamily="2" charset="-52"/>
              </a:rPr>
              <a:t>места в рамках контрольных цифр </a:t>
            </a:r>
            <a:r>
              <a:rPr lang="ru-RU" sz="3200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приёма (</a:t>
            </a:r>
            <a:r>
              <a:rPr lang="ru-RU" sz="3200" b="1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бюджет</a:t>
            </a:r>
            <a:r>
              <a:rPr lang="ru-RU" sz="3200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);</a:t>
            </a:r>
            <a:endParaRPr lang="ru-RU" sz="3200" dirty="0">
              <a:solidFill>
                <a:srgbClr val="001F82"/>
              </a:solidFill>
              <a:latin typeface="Montserrat" panose="00000500000000000000" pitchFamily="2" charset="-52"/>
            </a:endParaRPr>
          </a:p>
          <a:p>
            <a:pPr algn="just">
              <a:lnSpc>
                <a:spcPct val="125000"/>
              </a:lnSpc>
              <a:tabLst>
                <a:tab pos="268288" algn="l"/>
              </a:tabLst>
            </a:pPr>
            <a:r>
              <a:rPr lang="ru-RU" sz="3200" b="1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•</a:t>
            </a:r>
            <a:r>
              <a:rPr lang="ru-RU" sz="3200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 на </a:t>
            </a:r>
            <a:r>
              <a:rPr lang="ru-RU" sz="3200" dirty="0">
                <a:solidFill>
                  <a:srgbClr val="001F82"/>
                </a:solidFill>
                <a:latin typeface="Montserrat" panose="00000500000000000000" pitchFamily="2" charset="-52"/>
              </a:rPr>
              <a:t>места для обучения </a:t>
            </a:r>
            <a:r>
              <a:rPr lang="ru-RU" sz="3200" b="1" dirty="0">
                <a:solidFill>
                  <a:srgbClr val="001F82"/>
                </a:solidFill>
                <a:latin typeface="Montserrat" panose="00000500000000000000" pitchFamily="2" charset="-52"/>
              </a:rPr>
              <a:t>по договорам об оказании платных образовательных услуг</a:t>
            </a:r>
            <a:r>
              <a:rPr lang="ru-RU" sz="3200" dirty="0">
                <a:solidFill>
                  <a:srgbClr val="001F82"/>
                </a:solidFill>
                <a:latin typeface="Montserrat" panose="00000500000000000000" pitchFamily="2" charset="-52"/>
              </a:rPr>
              <a:t>.</a:t>
            </a:r>
          </a:p>
          <a:p>
            <a:pPr algn="just">
              <a:lnSpc>
                <a:spcPct val="125000"/>
              </a:lnSpc>
            </a:pPr>
            <a:endParaRPr lang="ru-RU" sz="3200" dirty="0">
              <a:solidFill>
                <a:srgbClr val="001F82"/>
              </a:solidFill>
              <a:latin typeface="Montserrat" panose="00000500000000000000" pitchFamily="2" charset="-52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title"/>
          </p:nvPr>
        </p:nvSpPr>
        <p:spPr>
          <a:xfrm>
            <a:off x="1063170" y="481694"/>
            <a:ext cx="13789480" cy="725199"/>
          </a:xfrm>
          <a:prstGeom prst="rect">
            <a:avLst/>
          </a:prstGeom>
        </p:spPr>
        <p:txBody>
          <a:bodyPr vert="horz" wrap="square" lIns="0" tIns="1714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ru-RU" b="1" dirty="0" smtClean="0">
                <a:latin typeface="Montserrat" pitchFamily="2" charset="-52"/>
              </a:rPr>
              <a:t>ПОДАЧА ЗАЯВЛЕНИЙ</a:t>
            </a:r>
            <a:endParaRPr lang="ru-RU" b="1" dirty="0">
              <a:latin typeface="Montserrat" pitchFamily="2" charset="-52"/>
            </a:endParaRPr>
          </a:p>
        </p:txBody>
      </p:sp>
      <p:sp>
        <p:nvSpPr>
          <p:cNvPr id="34" name="object 14"/>
          <p:cNvSpPr/>
          <p:nvPr/>
        </p:nvSpPr>
        <p:spPr>
          <a:xfrm>
            <a:off x="17620831" y="493400"/>
            <a:ext cx="782955" cy="972185"/>
          </a:xfrm>
          <a:custGeom>
            <a:avLst/>
            <a:gdLst/>
            <a:ahLst/>
            <a:cxnLst/>
            <a:rect l="l" t="t" r="r" b="b"/>
            <a:pathLst>
              <a:path w="782955" h="972185">
                <a:moveTo>
                  <a:pt x="782701" y="580580"/>
                </a:moveTo>
                <a:lnTo>
                  <a:pt x="593788" y="580580"/>
                </a:lnTo>
                <a:lnTo>
                  <a:pt x="588429" y="626935"/>
                </a:lnTo>
                <a:lnTo>
                  <a:pt x="573176" y="669518"/>
                </a:lnTo>
                <a:lnTo>
                  <a:pt x="549249" y="707110"/>
                </a:lnTo>
                <a:lnTo>
                  <a:pt x="517880" y="738479"/>
                </a:lnTo>
                <a:lnTo>
                  <a:pt x="480301" y="762406"/>
                </a:lnTo>
                <a:lnTo>
                  <a:pt x="437705" y="777659"/>
                </a:lnTo>
                <a:lnTo>
                  <a:pt x="391350" y="783005"/>
                </a:lnTo>
                <a:lnTo>
                  <a:pt x="344995" y="777659"/>
                </a:lnTo>
                <a:lnTo>
                  <a:pt x="302412" y="762406"/>
                </a:lnTo>
                <a:lnTo>
                  <a:pt x="264820" y="738479"/>
                </a:lnTo>
                <a:lnTo>
                  <a:pt x="233451" y="707110"/>
                </a:lnTo>
                <a:lnTo>
                  <a:pt x="209524" y="669518"/>
                </a:lnTo>
                <a:lnTo>
                  <a:pt x="194271" y="626935"/>
                </a:lnTo>
                <a:lnTo>
                  <a:pt x="188925" y="580580"/>
                </a:lnTo>
                <a:lnTo>
                  <a:pt x="194271" y="534225"/>
                </a:lnTo>
                <a:lnTo>
                  <a:pt x="209524" y="491642"/>
                </a:lnTo>
                <a:lnTo>
                  <a:pt x="233451" y="454050"/>
                </a:lnTo>
                <a:lnTo>
                  <a:pt x="264820" y="422681"/>
                </a:lnTo>
                <a:lnTo>
                  <a:pt x="302412" y="398754"/>
                </a:lnTo>
                <a:lnTo>
                  <a:pt x="344995" y="383514"/>
                </a:lnTo>
                <a:lnTo>
                  <a:pt x="391350" y="378155"/>
                </a:lnTo>
                <a:lnTo>
                  <a:pt x="391350" y="189242"/>
                </a:lnTo>
                <a:lnTo>
                  <a:pt x="342328" y="192290"/>
                </a:lnTo>
                <a:lnTo>
                  <a:pt x="295109" y="201206"/>
                </a:lnTo>
                <a:lnTo>
                  <a:pt x="250050" y="215620"/>
                </a:lnTo>
                <a:lnTo>
                  <a:pt x="207530" y="235153"/>
                </a:lnTo>
                <a:lnTo>
                  <a:pt x="167919" y="259448"/>
                </a:lnTo>
                <a:lnTo>
                  <a:pt x="131584" y="288124"/>
                </a:lnTo>
                <a:lnTo>
                  <a:pt x="98894" y="320814"/>
                </a:lnTo>
                <a:lnTo>
                  <a:pt x="70218" y="357149"/>
                </a:lnTo>
                <a:lnTo>
                  <a:pt x="45923" y="396760"/>
                </a:lnTo>
                <a:lnTo>
                  <a:pt x="26390" y="439280"/>
                </a:lnTo>
                <a:lnTo>
                  <a:pt x="11976" y="484339"/>
                </a:lnTo>
                <a:lnTo>
                  <a:pt x="3060" y="531558"/>
                </a:lnTo>
                <a:lnTo>
                  <a:pt x="0" y="580580"/>
                </a:lnTo>
                <a:lnTo>
                  <a:pt x="3060" y="629602"/>
                </a:lnTo>
                <a:lnTo>
                  <a:pt x="11976" y="676821"/>
                </a:lnTo>
                <a:lnTo>
                  <a:pt x="26390" y="721880"/>
                </a:lnTo>
                <a:lnTo>
                  <a:pt x="45923" y="764400"/>
                </a:lnTo>
                <a:lnTo>
                  <a:pt x="70218" y="804011"/>
                </a:lnTo>
                <a:lnTo>
                  <a:pt x="98894" y="840346"/>
                </a:lnTo>
                <a:lnTo>
                  <a:pt x="131584" y="873036"/>
                </a:lnTo>
                <a:lnTo>
                  <a:pt x="167919" y="901712"/>
                </a:lnTo>
                <a:lnTo>
                  <a:pt x="207530" y="926007"/>
                </a:lnTo>
                <a:lnTo>
                  <a:pt x="250050" y="945540"/>
                </a:lnTo>
                <a:lnTo>
                  <a:pt x="295109" y="959954"/>
                </a:lnTo>
                <a:lnTo>
                  <a:pt x="342328" y="968870"/>
                </a:lnTo>
                <a:lnTo>
                  <a:pt x="391350" y="971931"/>
                </a:lnTo>
                <a:lnTo>
                  <a:pt x="440385" y="968870"/>
                </a:lnTo>
                <a:lnTo>
                  <a:pt x="487616" y="959954"/>
                </a:lnTo>
                <a:lnTo>
                  <a:pt x="532688" y="945540"/>
                </a:lnTo>
                <a:lnTo>
                  <a:pt x="575208" y="926007"/>
                </a:lnTo>
                <a:lnTo>
                  <a:pt x="614819" y="901712"/>
                </a:lnTo>
                <a:lnTo>
                  <a:pt x="651167" y="873036"/>
                </a:lnTo>
                <a:lnTo>
                  <a:pt x="683856" y="840346"/>
                </a:lnTo>
                <a:lnTo>
                  <a:pt x="712533" y="804011"/>
                </a:lnTo>
                <a:lnTo>
                  <a:pt x="736815" y="764400"/>
                </a:lnTo>
                <a:lnTo>
                  <a:pt x="756348" y="721880"/>
                </a:lnTo>
                <a:lnTo>
                  <a:pt x="770750" y="676821"/>
                </a:lnTo>
                <a:lnTo>
                  <a:pt x="779665" y="629602"/>
                </a:lnTo>
                <a:lnTo>
                  <a:pt x="782701" y="580580"/>
                </a:lnTo>
                <a:close/>
              </a:path>
              <a:path w="782955" h="972185">
                <a:moveTo>
                  <a:pt x="782751" y="391350"/>
                </a:moveTo>
                <a:lnTo>
                  <a:pt x="779703" y="342328"/>
                </a:lnTo>
                <a:lnTo>
                  <a:pt x="770775" y="295097"/>
                </a:lnTo>
                <a:lnTo>
                  <a:pt x="756373" y="250050"/>
                </a:lnTo>
                <a:lnTo>
                  <a:pt x="736828" y="207530"/>
                </a:lnTo>
                <a:lnTo>
                  <a:pt x="712546" y="167919"/>
                </a:lnTo>
                <a:lnTo>
                  <a:pt x="683869" y="131584"/>
                </a:lnTo>
                <a:lnTo>
                  <a:pt x="651179" y="98894"/>
                </a:lnTo>
                <a:lnTo>
                  <a:pt x="614832" y="70218"/>
                </a:lnTo>
                <a:lnTo>
                  <a:pt x="575221" y="45923"/>
                </a:lnTo>
                <a:lnTo>
                  <a:pt x="532701" y="26390"/>
                </a:lnTo>
                <a:lnTo>
                  <a:pt x="487654" y="11976"/>
                </a:lnTo>
                <a:lnTo>
                  <a:pt x="440423" y="3060"/>
                </a:lnTo>
                <a:lnTo>
                  <a:pt x="391401" y="0"/>
                </a:lnTo>
                <a:lnTo>
                  <a:pt x="391401" y="188912"/>
                </a:lnTo>
                <a:lnTo>
                  <a:pt x="437769" y="194271"/>
                </a:lnTo>
                <a:lnTo>
                  <a:pt x="480352" y="209524"/>
                </a:lnTo>
                <a:lnTo>
                  <a:pt x="517944" y="233438"/>
                </a:lnTo>
                <a:lnTo>
                  <a:pt x="549313" y="264807"/>
                </a:lnTo>
                <a:lnTo>
                  <a:pt x="573227" y="302399"/>
                </a:lnTo>
                <a:lnTo>
                  <a:pt x="588479" y="344982"/>
                </a:lnTo>
                <a:lnTo>
                  <a:pt x="593839" y="391350"/>
                </a:lnTo>
                <a:lnTo>
                  <a:pt x="782751" y="3913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15"/>
          <p:cNvSpPr/>
          <p:nvPr/>
        </p:nvSpPr>
        <p:spPr>
          <a:xfrm>
            <a:off x="18527039" y="836592"/>
            <a:ext cx="1136015" cy="355600"/>
          </a:xfrm>
          <a:custGeom>
            <a:avLst/>
            <a:gdLst/>
            <a:ahLst/>
            <a:cxnLst/>
            <a:rect l="l" t="t" r="r" b="b"/>
            <a:pathLst>
              <a:path w="1136015" h="355600">
                <a:moveTo>
                  <a:pt x="241134" y="231355"/>
                </a:moveTo>
                <a:lnTo>
                  <a:pt x="197370" y="190157"/>
                </a:lnTo>
                <a:lnTo>
                  <a:pt x="192798" y="195757"/>
                </a:lnTo>
                <a:lnTo>
                  <a:pt x="187528" y="200812"/>
                </a:lnTo>
                <a:lnTo>
                  <a:pt x="151295" y="216141"/>
                </a:lnTo>
                <a:lnTo>
                  <a:pt x="142227" y="216598"/>
                </a:lnTo>
                <a:lnTo>
                  <a:pt x="134277" y="216230"/>
                </a:lnTo>
                <a:lnTo>
                  <a:pt x="94195" y="199351"/>
                </a:lnTo>
                <a:lnTo>
                  <a:pt x="71424" y="161658"/>
                </a:lnTo>
                <a:lnTo>
                  <a:pt x="68326" y="136855"/>
                </a:lnTo>
                <a:lnTo>
                  <a:pt x="68668" y="128384"/>
                </a:lnTo>
                <a:lnTo>
                  <a:pt x="80454" y="91490"/>
                </a:lnTo>
                <a:lnTo>
                  <a:pt x="113004" y="63131"/>
                </a:lnTo>
                <a:lnTo>
                  <a:pt x="143357" y="57048"/>
                </a:lnTo>
                <a:lnTo>
                  <a:pt x="150850" y="57416"/>
                </a:lnTo>
                <a:lnTo>
                  <a:pt x="191211" y="75260"/>
                </a:lnTo>
                <a:lnTo>
                  <a:pt x="195961" y="80937"/>
                </a:lnTo>
                <a:lnTo>
                  <a:pt x="238633" y="38265"/>
                </a:lnTo>
                <a:lnTo>
                  <a:pt x="208102" y="15214"/>
                </a:lnTo>
                <a:lnTo>
                  <a:pt x="168529" y="2438"/>
                </a:lnTo>
                <a:lnTo>
                  <a:pt x="141185" y="0"/>
                </a:lnTo>
                <a:lnTo>
                  <a:pt x="126542" y="596"/>
                </a:lnTo>
                <a:lnTo>
                  <a:pt x="85648" y="9563"/>
                </a:lnTo>
                <a:lnTo>
                  <a:pt x="50787" y="28562"/>
                </a:lnTo>
                <a:lnTo>
                  <a:pt x="23761" y="56680"/>
                </a:lnTo>
                <a:lnTo>
                  <a:pt x="6108" y="93243"/>
                </a:lnTo>
                <a:lnTo>
                  <a:pt x="0" y="136804"/>
                </a:lnTo>
                <a:lnTo>
                  <a:pt x="660" y="151739"/>
                </a:lnTo>
                <a:lnTo>
                  <a:pt x="10642" y="192709"/>
                </a:lnTo>
                <a:lnTo>
                  <a:pt x="31191" y="226745"/>
                </a:lnTo>
                <a:lnTo>
                  <a:pt x="60490" y="252425"/>
                </a:lnTo>
                <a:lnTo>
                  <a:pt x="97421" y="268770"/>
                </a:lnTo>
                <a:lnTo>
                  <a:pt x="140042" y="274358"/>
                </a:lnTo>
                <a:lnTo>
                  <a:pt x="156095" y="273634"/>
                </a:lnTo>
                <a:lnTo>
                  <a:pt x="198513" y="262801"/>
                </a:lnTo>
                <a:lnTo>
                  <a:pt x="232003" y="240779"/>
                </a:lnTo>
                <a:lnTo>
                  <a:pt x="241134" y="231355"/>
                </a:lnTo>
                <a:close/>
              </a:path>
              <a:path w="1136015" h="355600">
                <a:moveTo>
                  <a:pt x="449973" y="84251"/>
                </a:moveTo>
                <a:lnTo>
                  <a:pt x="385965" y="84251"/>
                </a:lnTo>
                <a:lnTo>
                  <a:pt x="349592" y="201891"/>
                </a:lnTo>
                <a:lnTo>
                  <a:pt x="348500" y="201891"/>
                </a:lnTo>
                <a:lnTo>
                  <a:pt x="307682" y="84251"/>
                </a:lnTo>
                <a:lnTo>
                  <a:pt x="240753" y="84251"/>
                </a:lnTo>
                <a:lnTo>
                  <a:pt x="317246" y="264426"/>
                </a:lnTo>
                <a:lnTo>
                  <a:pt x="308444" y="287337"/>
                </a:lnTo>
                <a:lnTo>
                  <a:pt x="304914" y="293408"/>
                </a:lnTo>
                <a:lnTo>
                  <a:pt x="296545" y="301929"/>
                </a:lnTo>
                <a:lnTo>
                  <a:pt x="289763" y="304101"/>
                </a:lnTo>
                <a:lnTo>
                  <a:pt x="277558" y="304101"/>
                </a:lnTo>
                <a:lnTo>
                  <a:pt x="274294" y="303784"/>
                </a:lnTo>
                <a:lnTo>
                  <a:pt x="267195" y="302590"/>
                </a:lnTo>
                <a:lnTo>
                  <a:pt x="263931" y="301764"/>
                </a:lnTo>
                <a:lnTo>
                  <a:pt x="260997" y="300799"/>
                </a:lnTo>
                <a:lnTo>
                  <a:pt x="254368" y="351548"/>
                </a:lnTo>
                <a:lnTo>
                  <a:pt x="258775" y="352742"/>
                </a:lnTo>
                <a:lnTo>
                  <a:pt x="263982" y="353733"/>
                </a:lnTo>
                <a:lnTo>
                  <a:pt x="276034" y="355180"/>
                </a:lnTo>
                <a:lnTo>
                  <a:pt x="281838" y="355574"/>
                </a:lnTo>
                <a:lnTo>
                  <a:pt x="295833" y="355320"/>
                </a:lnTo>
                <a:lnTo>
                  <a:pt x="333248" y="344881"/>
                </a:lnTo>
                <a:lnTo>
                  <a:pt x="359003" y="314693"/>
                </a:lnTo>
                <a:lnTo>
                  <a:pt x="367995" y="294932"/>
                </a:lnTo>
                <a:lnTo>
                  <a:pt x="449973" y="84251"/>
                </a:lnTo>
                <a:close/>
              </a:path>
              <a:path w="1136015" h="355600">
                <a:moveTo>
                  <a:pt x="676821" y="175069"/>
                </a:moveTo>
                <a:lnTo>
                  <a:pt x="667461" y="130022"/>
                </a:lnTo>
                <a:lnTo>
                  <a:pt x="666661" y="128435"/>
                </a:lnTo>
                <a:lnTo>
                  <a:pt x="663473" y="122085"/>
                </a:lnTo>
                <a:lnTo>
                  <a:pt x="658825" y="114681"/>
                </a:lnTo>
                <a:lnTo>
                  <a:pt x="653529" y="107810"/>
                </a:lnTo>
                <a:lnTo>
                  <a:pt x="652500" y="106730"/>
                </a:lnTo>
                <a:lnTo>
                  <a:pt x="647611" y="101549"/>
                </a:lnTo>
                <a:lnTo>
                  <a:pt x="641070" y="95973"/>
                </a:lnTo>
                <a:lnTo>
                  <a:pt x="633907" y="91071"/>
                </a:lnTo>
                <a:lnTo>
                  <a:pt x="626122" y="86855"/>
                </a:lnTo>
                <a:lnTo>
                  <a:pt x="618363" y="83718"/>
                </a:lnTo>
                <a:lnTo>
                  <a:pt x="618363" y="169202"/>
                </a:lnTo>
                <a:lnTo>
                  <a:pt x="618312" y="181317"/>
                </a:lnTo>
                <a:lnTo>
                  <a:pt x="599465" y="215734"/>
                </a:lnTo>
                <a:lnTo>
                  <a:pt x="582472" y="222516"/>
                </a:lnTo>
                <a:lnTo>
                  <a:pt x="568464" y="222516"/>
                </a:lnTo>
                <a:lnTo>
                  <a:pt x="536359" y="198310"/>
                </a:lnTo>
                <a:lnTo>
                  <a:pt x="534327" y="192709"/>
                </a:lnTo>
                <a:lnTo>
                  <a:pt x="532206" y="187071"/>
                </a:lnTo>
                <a:lnTo>
                  <a:pt x="531177" y="181317"/>
                </a:lnTo>
                <a:lnTo>
                  <a:pt x="531253" y="169202"/>
                </a:lnTo>
                <a:lnTo>
                  <a:pt x="532257" y="163830"/>
                </a:lnTo>
                <a:lnTo>
                  <a:pt x="556958" y="132448"/>
                </a:lnTo>
                <a:lnTo>
                  <a:pt x="568464" y="128435"/>
                </a:lnTo>
                <a:lnTo>
                  <a:pt x="582422" y="128435"/>
                </a:lnTo>
                <a:lnTo>
                  <a:pt x="613740" y="152158"/>
                </a:lnTo>
                <a:lnTo>
                  <a:pt x="618363" y="169202"/>
                </a:lnTo>
                <a:lnTo>
                  <a:pt x="618363" y="83718"/>
                </a:lnTo>
                <a:lnTo>
                  <a:pt x="617791" y="83477"/>
                </a:lnTo>
                <a:lnTo>
                  <a:pt x="609015" y="81064"/>
                </a:lnTo>
                <a:lnTo>
                  <a:pt x="599782" y="79629"/>
                </a:lnTo>
                <a:lnTo>
                  <a:pt x="590080" y="79146"/>
                </a:lnTo>
                <a:lnTo>
                  <a:pt x="580288" y="79654"/>
                </a:lnTo>
                <a:lnTo>
                  <a:pt x="541667" y="96393"/>
                </a:lnTo>
                <a:lnTo>
                  <a:pt x="531609" y="106730"/>
                </a:lnTo>
                <a:lnTo>
                  <a:pt x="530529" y="106730"/>
                </a:lnTo>
                <a:lnTo>
                  <a:pt x="530529" y="84251"/>
                </a:lnTo>
                <a:lnTo>
                  <a:pt x="473151" y="84251"/>
                </a:lnTo>
                <a:lnTo>
                  <a:pt x="473151" y="355561"/>
                </a:lnTo>
                <a:lnTo>
                  <a:pt x="533463" y="355561"/>
                </a:lnTo>
                <a:lnTo>
                  <a:pt x="533463" y="247103"/>
                </a:lnTo>
                <a:lnTo>
                  <a:pt x="534212" y="247103"/>
                </a:lnTo>
                <a:lnTo>
                  <a:pt x="573239" y="270751"/>
                </a:lnTo>
                <a:lnTo>
                  <a:pt x="589699" y="272465"/>
                </a:lnTo>
                <a:lnTo>
                  <a:pt x="599719" y="271957"/>
                </a:lnTo>
                <a:lnTo>
                  <a:pt x="641400" y="254965"/>
                </a:lnTo>
                <a:lnTo>
                  <a:pt x="666648" y="222516"/>
                </a:lnTo>
                <a:lnTo>
                  <a:pt x="667689" y="220395"/>
                </a:lnTo>
                <a:lnTo>
                  <a:pt x="670966" y="211823"/>
                </a:lnTo>
                <a:lnTo>
                  <a:pt x="673531" y="202933"/>
                </a:lnTo>
                <a:lnTo>
                  <a:pt x="675360" y="193827"/>
                </a:lnTo>
                <a:lnTo>
                  <a:pt x="676452" y="184543"/>
                </a:lnTo>
                <a:lnTo>
                  <a:pt x="676821" y="175069"/>
                </a:lnTo>
                <a:close/>
              </a:path>
              <a:path w="1136015" h="355600">
                <a:moveTo>
                  <a:pt x="881976" y="7061"/>
                </a:moveTo>
                <a:lnTo>
                  <a:pt x="718032" y="7061"/>
                </a:lnTo>
                <a:lnTo>
                  <a:pt x="718032" y="61671"/>
                </a:lnTo>
                <a:lnTo>
                  <a:pt x="718032" y="267411"/>
                </a:lnTo>
                <a:lnTo>
                  <a:pt x="781278" y="267411"/>
                </a:lnTo>
                <a:lnTo>
                  <a:pt x="781278" y="61671"/>
                </a:lnTo>
                <a:lnTo>
                  <a:pt x="881976" y="61671"/>
                </a:lnTo>
                <a:lnTo>
                  <a:pt x="881976" y="7061"/>
                </a:lnTo>
                <a:close/>
              </a:path>
              <a:path w="1136015" h="355600">
                <a:moveTo>
                  <a:pt x="1135634" y="7061"/>
                </a:moveTo>
                <a:lnTo>
                  <a:pt x="1068387" y="7061"/>
                </a:lnTo>
                <a:lnTo>
                  <a:pt x="1016165" y="136474"/>
                </a:lnTo>
                <a:lnTo>
                  <a:pt x="961771" y="6997"/>
                </a:lnTo>
                <a:lnTo>
                  <a:pt x="891844" y="6997"/>
                </a:lnTo>
                <a:lnTo>
                  <a:pt x="983373" y="209600"/>
                </a:lnTo>
                <a:lnTo>
                  <a:pt x="979944" y="213995"/>
                </a:lnTo>
                <a:lnTo>
                  <a:pt x="976261" y="217093"/>
                </a:lnTo>
                <a:lnTo>
                  <a:pt x="968451" y="220776"/>
                </a:lnTo>
                <a:lnTo>
                  <a:pt x="963993" y="221703"/>
                </a:lnTo>
                <a:lnTo>
                  <a:pt x="952754" y="221703"/>
                </a:lnTo>
                <a:lnTo>
                  <a:pt x="947115" y="219798"/>
                </a:lnTo>
                <a:lnTo>
                  <a:pt x="937336" y="212204"/>
                </a:lnTo>
                <a:lnTo>
                  <a:pt x="933323" y="208572"/>
                </a:lnTo>
                <a:lnTo>
                  <a:pt x="930122" y="205143"/>
                </a:lnTo>
                <a:lnTo>
                  <a:pt x="891146" y="249110"/>
                </a:lnTo>
                <a:lnTo>
                  <a:pt x="928497" y="271919"/>
                </a:lnTo>
                <a:lnTo>
                  <a:pt x="956983" y="274675"/>
                </a:lnTo>
                <a:lnTo>
                  <a:pt x="966406" y="274370"/>
                </a:lnTo>
                <a:lnTo>
                  <a:pt x="1004176" y="263918"/>
                </a:lnTo>
                <a:lnTo>
                  <a:pt x="1033640" y="236080"/>
                </a:lnTo>
                <a:lnTo>
                  <a:pt x="1047051" y="210731"/>
                </a:lnTo>
                <a:lnTo>
                  <a:pt x="1135634" y="706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6" name="object 16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7041" y="1297362"/>
            <a:ext cx="1130606" cy="155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240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0104100" cy="1790064"/>
          </a:xfrm>
          <a:custGeom>
            <a:avLst/>
            <a:gdLst/>
            <a:ahLst/>
            <a:cxnLst/>
            <a:rect l="l" t="t" r="r" b="b"/>
            <a:pathLst>
              <a:path w="20104100" h="1790064">
                <a:moveTo>
                  <a:pt x="20104099" y="0"/>
                </a:moveTo>
                <a:lnTo>
                  <a:pt x="0" y="0"/>
                </a:lnTo>
                <a:lnTo>
                  <a:pt x="0" y="1789715"/>
                </a:lnTo>
                <a:lnTo>
                  <a:pt x="20104099" y="1789715"/>
                </a:lnTo>
                <a:lnTo>
                  <a:pt x="20104099" y="0"/>
                </a:lnTo>
                <a:close/>
              </a:path>
            </a:pathLst>
          </a:custGeom>
          <a:solidFill>
            <a:srgbClr val="001F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1774825" y="4054475"/>
            <a:ext cx="16554450" cy="2479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ru-RU" sz="4400" b="1" dirty="0">
                <a:solidFill>
                  <a:srgbClr val="001F82"/>
                </a:solidFill>
                <a:latin typeface="Montserrat" panose="00000500000000000000" pitchFamily="2" charset="-52"/>
              </a:rPr>
              <a:t>• Документ, удостоверяющий </a:t>
            </a:r>
            <a:r>
              <a:rPr lang="ru-RU" sz="4400" b="1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личность, гражданство</a:t>
            </a:r>
            <a:r>
              <a:rPr lang="ru-RU" sz="4400" b="1" dirty="0">
                <a:solidFill>
                  <a:srgbClr val="001F82"/>
                </a:solidFill>
                <a:latin typeface="Montserrat" panose="00000500000000000000" pitchFamily="2" charset="-52"/>
              </a:rPr>
              <a:t>;</a:t>
            </a:r>
          </a:p>
          <a:p>
            <a:pPr algn="just">
              <a:lnSpc>
                <a:spcPct val="125000"/>
              </a:lnSpc>
            </a:pPr>
            <a:r>
              <a:rPr lang="ru-RU" sz="4400" b="1" dirty="0">
                <a:solidFill>
                  <a:srgbClr val="001F82"/>
                </a:solidFill>
                <a:latin typeface="Montserrat" panose="00000500000000000000" pitchFamily="2" charset="-52"/>
              </a:rPr>
              <a:t>• СНИЛС (при наличии);</a:t>
            </a:r>
          </a:p>
          <a:p>
            <a:pPr algn="just">
              <a:lnSpc>
                <a:spcPct val="125000"/>
              </a:lnSpc>
            </a:pPr>
            <a:r>
              <a:rPr lang="ru-RU" sz="4400" b="1" dirty="0">
                <a:solidFill>
                  <a:srgbClr val="001F82"/>
                </a:solidFill>
                <a:latin typeface="Montserrat" panose="00000500000000000000" pitchFamily="2" charset="-52"/>
              </a:rPr>
              <a:t>• Документ об образовании установленного образца.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title"/>
          </p:nvPr>
        </p:nvSpPr>
        <p:spPr>
          <a:xfrm>
            <a:off x="1063170" y="481694"/>
            <a:ext cx="8685368" cy="725199"/>
          </a:xfrm>
          <a:prstGeom prst="rect">
            <a:avLst/>
          </a:prstGeom>
        </p:spPr>
        <p:txBody>
          <a:bodyPr vert="horz" wrap="square" lIns="0" tIns="1714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ru-RU" b="1" dirty="0" smtClean="0">
                <a:latin typeface="Montserrat" pitchFamily="2" charset="-52"/>
              </a:rPr>
              <a:t>ПЕРЕЧЕНЬ ДОКУМЕНТОВ</a:t>
            </a:r>
            <a:endParaRPr lang="ru-RU" b="1" dirty="0">
              <a:latin typeface="Montserrat" pitchFamily="2" charset="-52"/>
            </a:endParaRPr>
          </a:p>
        </p:txBody>
      </p:sp>
      <p:sp>
        <p:nvSpPr>
          <p:cNvPr id="34" name="object 14"/>
          <p:cNvSpPr/>
          <p:nvPr/>
        </p:nvSpPr>
        <p:spPr>
          <a:xfrm>
            <a:off x="17620831" y="493400"/>
            <a:ext cx="782955" cy="972185"/>
          </a:xfrm>
          <a:custGeom>
            <a:avLst/>
            <a:gdLst/>
            <a:ahLst/>
            <a:cxnLst/>
            <a:rect l="l" t="t" r="r" b="b"/>
            <a:pathLst>
              <a:path w="782955" h="972185">
                <a:moveTo>
                  <a:pt x="782701" y="580580"/>
                </a:moveTo>
                <a:lnTo>
                  <a:pt x="593788" y="580580"/>
                </a:lnTo>
                <a:lnTo>
                  <a:pt x="588429" y="626935"/>
                </a:lnTo>
                <a:lnTo>
                  <a:pt x="573176" y="669518"/>
                </a:lnTo>
                <a:lnTo>
                  <a:pt x="549249" y="707110"/>
                </a:lnTo>
                <a:lnTo>
                  <a:pt x="517880" y="738479"/>
                </a:lnTo>
                <a:lnTo>
                  <a:pt x="480301" y="762406"/>
                </a:lnTo>
                <a:lnTo>
                  <a:pt x="437705" y="777659"/>
                </a:lnTo>
                <a:lnTo>
                  <a:pt x="391350" y="783005"/>
                </a:lnTo>
                <a:lnTo>
                  <a:pt x="344995" y="777659"/>
                </a:lnTo>
                <a:lnTo>
                  <a:pt x="302412" y="762406"/>
                </a:lnTo>
                <a:lnTo>
                  <a:pt x="264820" y="738479"/>
                </a:lnTo>
                <a:lnTo>
                  <a:pt x="233451" y="707110"/>
                </a:lnTo>
                <a:lnTo>
                  <a:pt x="209524" y="669518"/>
                </a:lnTo>
                <a:lnTo>
                  <a:pt x="194271" y="626935"/>
                </a:lnTo>
                <a:lnTo>
                  <a:pt x="188925" y="580580"/>
                </a:lnTo>
                <a:lnTo>
                  <a:pt x="194271" y="534225"/>
                </a:lnTo>
                <a:lnTo>
                  <a:pt x="209524" y="491642"/>
                </a:lnTo>
                <a:lnTo>
                  <a:pt x="233451" y="454050"/>
                </a:lnTo>
                <a:lnTo>
                  <a:pt x="264820" y="422681"/>
                </a:lnTo>
                <a:lnTo>
                  <a:pt x="302412" y="398754"/>
                </a:lnTo>
                <a:lnTo>
                  <a:pt x="344995" y="383514"/>
                </a:lnTo>
                <a:lnTo>
                  <a:pt x="391350" y="378155"/>
                </a:lnTo>
                <a:lnTo>
                  <a:pt x="391350" y="189242"/>
                </a:lnTo>
                <a:lnTo>
                  <a:pt x="342328" y="192290"/>
                </a:lnTo>
                <a:lnTo>
                  <a:pt x="295109" y="201206"/>
                </a:lnTo>
                <a:lnTo>
                  <a:pt x="250050" y="215620"/>
                </a:lnTo>
                <a:lnTo>
                  <a:pt x="207530" y="235153"/>
                </a:lnTo>
                <a:lnTo>
                  <a:pt x="167919" y="259448"/>
                </a:lnTo>
                <a:lnTo>
                  <a:pt x="131584" y="288124"/>
                </a:lnTo>
                <a:lnTo>
                  <a:pt x="98894" y="320814"/>
                </a:lnTo>
                <a:lnTo>
                  <a:pt x="70218" y="357149"/>
                </a:lnTo>
                <a:lnTo>
                  <a:pt x="45923" y="396760"/>
                </a:lnTo>
                <a:lnTo>
                  <a:pt x="26390" y="439280"/>
                </a:lnTo>
                <a:lnTo>
                  <a:pt x="11976" y="484339"/>
                </a:lnTo>
                <a:lnTo>
                  <a:pt x="3060" y="531558"/>
                </a:lnTo>
                <a:lnTo>
                  <a:pt x="0" y="580580"/>
                </a:lnTo>
                <a:lnTo>
                  <a:pt x="3060" y="629602"/>
                </a:lnTo>
                <a:lnTo>
                  <a:pt x="11976" y="676821"/>
                </a:lnTo>
                <a:lnTo>
                  <a:pt x="26390" y="721880"/>
                </a:lnTo>
                <a:lnTo>
                  <a:pt x="45923" y="764400"/>
                </a:lnTo>
                <a:lnTo>
                  <a:pt x="70218" y="804011"/>
                </a:lnTo>
                <a:lnTo>
                  <a:pt x="98894" y="840346"/>
                </a:lnTo>
                <a:lnTo>
                  <a:pt x="131584" y="873036"/>
                </a:lnTo>
                <a:lnTo>
                  <a:pt x="167919" y="901712"/>
                </a:lnTo>
                <a:lnTo>
                  <a:pt x="207530" y="926007"/>
                </a:lnTo>
                <a:lnTo>
                  <a:pt x="250050" y="945540"/>
                </a:lnTo>
                <a:lnTo>
                  <a:pt x="295109" y="959954"/>
                </a:lnTo>
                <a:lnTo>
                  <a:pt x="342328" y="968870"/>
                </a:lnTo>
                <a:lnTo>
                  <a:pt x="391350" y="971931"/>
                </a:lnTo>
                <a:lnTo>
                  <a:pt x="440385" y="968870"/>
                </a:lnTo>
                <a:lnTo>
                  <a:pt x="487616" y="959954"/>
                </a:lnTo>
                <a:lnTo>
                  <a:pt x="532688" y="945540"/>
                </a:lnTo>
                <a:lnTo>
                  <a:pt x="575208" y="926007"/>
                </a:lnTo>
                <a:lnTo>
                  <a:pt x="614819" y="901712"/>
                </a:lnTo>
                <a:lnTo>
                  <a:pt x="651167" y="873036"/>
                </a:lnTo>
                <a:lnTo>
                  <a:pt x="683856" y="840346"/>
                </a:lnTo>
                <a:lnTo>
                  <a:pt x="712533" y="804011"/>
                </a:lnTo>
                <a:lnTo>
                  <a:pt x="736815" y="764400"/>
                </a:lnTo>
                <a:lnTo>
                  <a:pt x="756348" y="721880"/>
                </a:lnTo>
                <a:lnTo>
                  <a:pt x="770750" y="676821"/>
                </a:lnTo>
                <a:lnTo>
                  <a:pt x="779665" y="629602"/>
                </a:lnTo>
                <a:lnTo>
                  <a:pt x="782701" y="580580"/>
                </a:lnTo>
                <a:close/>
              </a:path>
              <a:path w="782955" h="972185">
                <a:moveTo>
                  <a:pt x="782751" y="391350"/>
                </a:moveTo>
                <a:lnTo>
                  <a:pt x="779703" y="342328"/>
                </a:lnTo>
                <a:lnTo>
                  <a:pt x="770775" y="295097"/>
                </a:lnTo>
                <a:lnTo>
                  <a:pt x="756373" y="250050"/>
                </a:lnTo>
                <a:lnTo>
                  <a:pt x="736828" y="207530"/>
                </a:lnTo>
                <a:lnTo>
                  <a:pt x="712546" y="167919"/>
                </a:lnTo>
                <a:lnTo>
                  <a:pt x="683869" y="131584"/>
                </a:lnTo>
                <a:lnTo>
                  <a:pt x="651179" y="98894"/>
                </a:lnTo>
                <a:lnTo>
                  <a:pt x="614832" y="70218"/>
                </a:lnTo>
                <a:lnTo>
                  <a:pt x="575221" y="45923"/>
                </a:lnTo>
                <a:lnTo>
                  <a:pt x="532701" y="26390"/>
                </a:lnTo>
                <a:lnTo>
                  <a:pt x="487654" y="11976"/>
                </a:lnTo>
                <a:lnTo>
                  <a:pt x="440423" y="3060"/>
                </a:lnTo>
                <a:lnTo>
                  <a:pt x="391401" y="0"/>
                </a:lnTo>
                <a:lnTo>
                  <a:pt x="391401" y="188912"/>
                </a:lnTo>
                <a:lnTo>
                  <a:pt x="437769" y="194271"/>
                </a:lnTo>
                <a:lnTo>
                  <a:pt x="480352" y="209524"/>
                </a:lnTo>
                <a:lnTo>
                  <a:pt x="517944" y="233438"/>
                </a:lnTo>
                <a:lnTo>
                  <a:pt x="549313" y="264807"/>
                </a:lnTo>
                <a:lnTo>
                  <a:pt x="573227" y="302399"/>
                </a:lnTo>
                <a:lnTo>
                  <a:pt x="588479" y="344982"/>
                </a:lnTo>
                <a:lnTo>
                  <a:pt x="593839" y="391350"/>
                </a:lnTo>
                <a:lnTo>
                  <a:pt x="782751" y="3913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15"/>
          <p:cNvSpPr/>
          <p:nvPr/>
        </p:nvSpPr>
        <p:spPr>
          <a:xfrm>
            <a:off x="18527039" y="836592"/>
            <a:ext cx="1136015" cy="355600"/>
          </a:xfrm>
          <a:custGeom>
            <a:avLst/>
            <a:gdLst/>
            <a:ahLst/>
            <a:cxnLst/>
            <a:rect l="l" t="t" r="r" b="b"/>
            <a:pathLst>
              <a:path w="1136015" h="355600">
                <a:moveTo>
                  <a:pt x="241134" y="231355"/>
                </a:moveTo>
                <a:lnTo>
                  <a:pt x="197370" y="190157"/>
                </a:lnTo>
                <a:lnTo>
                  <a:pt x="192798" y="195757"/>
                </a:lnTo>
                <a:lnTo>
                  <a:pt x="187528" y="200812"/>
                </a:lnTo>
                <a:lnTo>
                  <a:pt x="151295" y="216141"/>
                </a:lnTo>
                <a:lnTo>
                  <a:pt x="142227" y="216598"/>
                </a:lnTo>
                <a:lnTo>
                  <a:pt x="134277" y="216230"/>
                </a:lnTo>
                <a:lnTo>
                  <a:pt x="94195" y="199351"/>
                </a:lnTo>
                <a:lnTo>
                  <a:pt x="71424" y="161658"/>
                </a:lnTo>
                <a:lnTo>
                  <a:pt x="68326" y="136855"/>
                </a:lnTo>
                <a:lnTo>
                  <a:pt x="68668" y="128384"/>
                </a:lnTo>
                <a:lnTo>
                  <a:pt x="80454" y="91490"/>
                </a:lnTo>
                <a:lnTo>
                  <a:pt x="113004" y="63131"/>
                </a:lnTo>
                <a:lnTo>
                  <a:pt x="143357" y="57048"/>
                </a:lnTo>
                <a:lnTo>
                  <a:pt x="150850" y="57416"/>
                </a:lnTo>
                <a:lnTo>
                  <a:pt x="191211" y="75260"/>
                </a:lnTo>
                <a:lnTo>
                  <a:pt x="195961" y="80937"/>
                </a:lnTo>
                <a:lnTo>
                  <a:pt x="238633" y="38265"/>
                </a:lnTo>
                <a:lnTo>
                  <a:pt x="208102" y="15214"/>
                </a:lnTo>
                <a:lnTo>
                  <a:pt x="168529" y="2438"/>
                </a:lnTo>
                <a:lnTo>
                  <a:pt x="141185" y="0"/>
                </a:lnTo>
                <a:lnTo>
                  <a:pt x="126542" y="596"/>
                </a:lnTo>
                <a:lnTo>
                  <a:pt x="85648" y="9563"/>
                </a:lnTo>
                <a:lnTo>
                  <a:pt x="50787" y="28562"/>
                </a:lnTo>
                <a:lnTo>
                  <a:pt x="23761" y="56680"/>
                </a:lnTo>
                <a:lnTo>
                  <a:pt x="6108" y="93243"/>
                </a:lnTo>
                <a:lnTo>
                  <a:pt x="0" y="136804"/>
                </a:lnTo>
                <a:lnTo>
                  <a:pt x="660" y="151739"/>
                </a:lnTo>
                <a:lnTo>
                  <a:pt x="10642" y="192709"/>
                </a:lnTo>
                <a:lnTo>
                  <a:pt x="31191" y="226745"/>
                </a:lnTo>
                <a:lnTo>
                  <a:pt x="60490" y="252425"/>
                </a:lnTo>
                <a:lnTo>
                  <a:pt x="97421" y="268770"/>
                </a:lnTo>
                <a:lnTo>
                  <a:pt x="140042" y="274358"/>
                </a:lnTo>
                <a:lnTo>
                  <a:pt x="156095" y="273634"/>
                </a:lnTo>
                <a:lnTo>
                  <a:pt x="198513" y="262801"/>
                </a:lnTo>
                <a:lnTo>
                  <a:pt x="232003" y="240779"/>
                </a:lnTo>
                <a:lnTo>
                  <a:pt x="241134" y="231355"/>
                </a:lnTo>
                <a:close/>
              </a:path>
              <a:path w="1136015" h="355600">
                <a:moveTo>
                  <a:pt x="449973" y="84251"/>
                </a:moveTo>
                <a:lnTo>
                  <a:pt x="385965" y="84251"/>
                </a:lnTo>
                <a:lnTo>
                  <a:pt x="349592" y="201891"/>
                </a:lnTo>
                <a:lnTo>
                  <a:pt x="348500" y="201891"/>
                </a:lnTo>
                <a:lnTo>
                  <a:pt x="307682" y="84251"/>
                </a:lnTo>
                <a:lnTo>
                  <a:pt x="240753" y="84251"/>
                </a:lnTo>
                <a:lnTo>
                  <a:pt x="317246" y="264426"/>
                </a:lnTo>
                <a:lnTo>
                  <a:pt x="308444" y="287337"/>
                </a:lnTo>
                <a:lnTo>
                  <a:pt x="304914" y="293408"/>
                </a:lnTo>
                <a:lnTo>
                  <a:pt x="296545" y="301929"/>
                </a:lnTo>
                <a:lnTo>
                  <a:pt x="289763" y="304101"/>
                </a:lnTo>
                <a:lnTo>
                  <a:pt x="277558" y="304101"/>
                </a:lnTo>
                <a:lnTo>
                  <a:pt x="274294" y="303784"/>
                </a:lnTo>
                <a:lnTo>
                  <a:pt x="267195" y="302590"/>
                </a:lnTo>
                <a:lnTo>
                  <a:pt x="263931" y="301764"/>
                </a:lnTo>
                <a:lnTo>
                  <a:pt x="260997" y="300799"/>
                </a:lnTo>
                <a:lnTo>
                  <a:pt x="254368" y="351548"/>
                </a:lnTo>
                <a:lnTo>
                  <a:pt x="258775" y="352742"/>
                </a:lnTo>
                <a:lnTo>
                  <a:pt x="263982" y="353733"/>
                </a:lnTo>
                <a:lnTo>
                  <a:pt x="276034" y="355180"/>
                </a:lnTo>
                <a:lnTo>
                  <a:pt x="281838" y="355574"/>
                </a:lnTo>
                <a:lnTo>
                  <a:pt x="295833" y="355320"/>
                </a:lnTo>
                <a:lnTo>
                  <a:pt x="333248" y="344881"/>
                </a:lnTo>
                <a:lnTo>
                  <a:pt x="359003" y="314693"/>
                </a:lnTo>
                <a:lnTo>
                  <a:pt x="367995" y="294932"/>
                </a:lnTo>
                <a:lnTo>
                  <a:pt x="449973" y="84251"/>
                </a:lnTo>
                <a:close/>
              </a:path>
              <a:path w="1136015" h="355600">
                <a:moveTo>
                  <a:pt x="676821" y="175069"/>
                </a:moveTo>
                <a:lnTo>
                  <a:pt x="667461" y="130022"/>
                </a:lnTo>
                <a:lnTo>
                  <a:pt x="666661" y="128435"/>
                </a:lnTo>
                <a:lnTo>
                  <a:pt x="663473" y="122085"/>
                </a:lnTo>
                <a:lnTo>
                  <a:pt x="658825" y="114681"/>
                </a:lnTo>
                <a:lnTo>
                  <a:pt x="653529" y="107810"/>
                </a:lnTo>
                <a:lnTo>
                  <a:pt x="652500" y="106730"/>
                </a:lnTo>
                <a:lnTo>
                  <a:pt x="647611" y="101549"/>
                </a:lnTo>
                <a:lnTo>
                  <a:pt x="641070" y="95973"/>
                </a:lnTo>
                <a:lnTo>
                  <a:pt x="633907" y="91071"/>
                </a:lnTo>
                <a:lnTo>
                  <a:pt x="626122" y="86855"/>
                </a:lnTo>
                <a:lnTo>
                  <a:pt x="618363" y="83718"/>
                </a:lnTo>
                <a:lnTo>
                  <a:pt x="618363" y="169202"/>
                </a:lnTo>
                <a:lnTo>
                  <a:pt x="618312" y="181317"/>
                </a:lnTo>
                <a:lnTo>
                  <a:pt x="599465" y="215734"/>
                </a:lnTo>
                <a:lnTo>
                  <a:pt x="582472" y="222516"/>
                </a:lnTo>
                <a:lnTo>
                  <a:pt x="568464" y="222516"/>
                </a:lnTo>
                <a:lnTo>
                  <a:pt x="536359" y="198310"/>
                </a:lnTo>
                <a:lnTo>
                  <a:pt x="534327" y="192709"/>
                </a:lnTo>
                <a:lnTo>
                  <a:pt x="532206" y="187071"/>
                </a:lnTo>
                <a:lnTo>
                  <a:pt x="531177" y="181317"/>
                </a:lnTo>
                <a:lnTo>
                  <a:pt x="531253" y="169202"/>
                </a:lnTo>
                <a:lnTo>
                  <a:pt x="532257" y="163830"/>
                </a:lnTo>
                <a:lnTo>
                  <a:pt x="556958" y="132448"/>
                </a:lnTo>
                <a:lnTo>
                  <a:pt x="568464" y="128435"/>
                </a:lnTo>
                <a:lnTo>
                  <a:pt x="582422" y="128435"/>
                </a:lnTo>
                <a:lnTo>
                  <a:pt x="613740" y="152158"/>
                </a:lnTo>
                <a:lnTo>
                  <a:pt x="618363" y="169202"/>
                </a:lnTo>
                <a:lnTo>
                  <a:pt x="618363" y="83718"/>
                </a:lnTo>
                <a:lnTo>
                  <a:pt x="617791" y="83477"/>
                </a:lnTo>
                <a:lnTo>
                  <a:pt x="609015" y="81064"/>
                </a:lnTo>
                <a:lnTo>
                  <a:pt x="599782" y="79629"/>
                </a:lnTo>
                <a:lnTo>
                  <a:pt x="590080" y="79146"/>
                </a:lnTo>
                <a:lnTo>
                  <a:pt x="580288" y="79654"/>
                </a:lnTo>
                <a:lnTo>
                  <a:pt x="541667" y="96393"/>
                </a:lnTo>
                <a:lnTo>
                  <a:pt x="531609" y="106730"/>
                </a:lnTo>
                <a:lnTo>
                  <a:pt x="530529" y="106730"/>
                </a:lnTo>
                <a:lnTo>
                  <a:pt x="530529" y="84251"/>
                </a:lnTo>
                <a:lnTo>
                  <a:pt x="473151" y="84251"/>
                </a:lnTo>
                <a:lnTo>
                  <a:pt x="473151" y="355561"/>
                </a:lnTo>
                <a:lnTo>
                  <a:pt x="533463" y="355561"/>
                </a:lnTo>
                <a:lnTo>
                  <a:pt x="533463" y="247103"/>
                </a:lnTo>
                <a:lnTo>
                  <a:pt x="534212" y="247103"/>
                </a:lnTo>
                <a:lnTo>
                  <a:pt x="573239" y="270751"/>
                </a:lnTo>
                <a:lnTo>
                  <a:pt x="589699" y="272465"/>
                </a:lnTo>
                <a:lnTo>
                  <a:pt x="599719" y="271957"/>
                </a:lnTo>
                <a:lnTo>
                  <a:pt x="641400" y="254965"/>
                </a:lnTo>
                <a:lnTo>
                  <a:pt x="666648" y="222516"/>
                </a:lnTo>
                <a:lnTo>
                  <a:pt x="667689" y="220395"/>
                </a:lnTo>
                <a:lnTo>
                  <a:pt x="670966" y="211823"/>
                </a:lnTo>
                <a:lnTo>
                  <a:pt x="673531" y="202933"/>
                </a:lnTo>
                <a:lnTo>
                  <a:pt x="675360" y="193827"/>
                </a:lnTo>
                <a:lnTo>
                  <a:pt x="676452" y="184543"/>
                </a:lnTo>
                <a:lnTo>
                  <a:pt x="676821" y="175069"/>
                </a:lnTo>
                <a:close/>
              </a:path>
              <a:path w="1136015" h="355600">
                <a:moveTo>
                  <a:pt x="881976" y="7061"/>
                </a:moveTo>
                <a:lnTo>
                  <a:pt x="718032" y="7061"/>
                </a:lnTo>
                <a:lnTo>
                  <a:pt x="718032" y="61671"/>
                </a:lnTo>
                <a:lnTo>
                  <a:pt x="718032" y="267411"/>
                </a:lnTo>
                <a:lnTo>
                  <a:pt x="781278" y="267411"/>
                </a:lnTo>
                <a:lnTo>
                  <a:pt x="781278" y="61671"/>
                </a:lnTo>
                <a:lnTo>
                  <a:pt x="881976" y="61671"/>
                </a:lnTo>
                <a:lnTo>
                  <a:pt x="881976" y="7061"/>
                </a:lnTo>
                <a:close/>
              </a:path>
              <a:path w="1136015" h="355600">
                <a:moveTo>
                  <a:pt x="1135634" y="7061"/>
                </a:moveTo>
                <a:lnTo>
                  <a:pt x="1068387" y="7061"/>
                </a:lnTo>
                <a:lnTo>
                  <a:pt x="1016165" y="136474"/>
                </a:lnTo>
                <a:lnTo>
                  <a:pt x="961771" y="6997"/>
                </a:lnTo>
                <a:lnTo>
                  <a:pt x="891844" y="6997"/>
                </a:lnTo>
                <a:lnTo>
                  <a:pt x="983373" y="209600"/>
                </a:lnTo>
                <a:lnTo>
                  <a:pt x="979944" y="213995"/>
                </a:lnTo>
                <a:lnTo>
                  <a:pt x="976261" y="217093"/>
                </a:lnTo>
                <a:lnTo>
                  <a:pt x="968451" y="220776"/>
                </a:lnTo>
                <a:lnTo>
                  <a:pt x="963993" y="221703"/>
                </a:lnTo>
                <a:lnTo>
                  <a:pt x="952754" y="221703"/>
                </a:lnTo>
                <a:lnTo>
                  <a:pt x="947115" y="219798"/>
                </a:lnTo>
                <a:lnTo>
                  <a:pt x="937336" y="212204"/>
                </a:lnTo>
                <a:lnTo>
                  <a:pt x="933323" y="208572"/>
                </a:lnTo>
                <a:lnTo>
                  <a:pt x="930122" y="205143"/>
                </a:lnTo>
                <a:lnTo>
                  <a:pt x="891146" y="249110"/>
                </a:lnTo>
                <a:lnTo>
                  <a:pt x="928497" y="271919"/>
                </a:lnTo>
                <a:lnTo>
                  <a:pt x="956983" y="274675"/>
                </a:lnTo>
                <a:lnTo>
                  <a:pt x="966406" y="274370"/>
                </a:lnTo>
                <a:lnTo>
                  <a:pt x="1004176" y="263918"/>
                </a:lnTo>
                <a:lnTo>
                  <a:pt x="1033640" y="236080"/>
                </a:lnTo>
                <a:lnTo>
                  <a:pt x="1047051" y="210731"/>
                </a:lnTo>
                <a:lnTo>
                  <a:pt x="1135634" y="706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6" name="object 16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7041" y="1297362"/>
            <a:ext cx="1130606" cy="155146"/>
          </a:xfrm>
          <a:prstGeom prst="rect">
            <a:avLst/>
          </a:prstGeom>
        </p:spPr>
      </p:pic>
      <p:grpSp>
        <p:nvGrpSpPr>
          <p:cNvPr id="25" name="Группа 24"/>
          <p:cNvGrpSpPr/>
          <p:nvPr/>
        </p:nvGrpSpPr>
        <p:grpSpPr>
          <a:xfrm>
            <a:off x="13233767" y="9599728"/>
            <a:ext cx="6770815" cy="1620163"/>
            <a:chOff x="13233767" y="9599728"/>
            <a:chExt cx="6770815" cy="1620163"/>
          </a:xfrm>
        </p:grpSpPr>
        <p:sp>
          <p:nvSpPr>
            <p:cNvPr id="26" name="object 4"/>
            <p:cNvSpPr/>
            <p:nvPr/>
          </p:nvSpPr>
          <p:spPr>
            <a:xfrm>
              <a:off x="15821556" y="10463603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5"/>
                  </a:lnTo>
                  <a:lnTo>
                    <a:pt x="364621" y="141170"/>
                  </a:lnTo>
                  <a:lnTo>
                    <a:pt x="345102" y="183651"/>
                  </a:lnTo>
                  <a:lnTo>
                    <a:pt x="320833" y="223227"/>
                  </a:lnTo>
                  <a:lnTo>
                    <a:pt x="292184" y="259531"/>
                  </a:lnTo>
                  <a:lnTo>
                    <a:pt x="259523" y="292193"/>
                  </a:lnTo>
                  <a:lnTo>
                    <a:pt x="223219" y="320843"/>
                  </a:lnTo>
                  <a:lnTo>
                    <a:pt x="183644" y="345112"/>
                  </a:lnTo>
                  <a:lnTo>
                    <a:pt x="141164" y="364631"/>
                  </a:lnTo>
                  <a:lnTo>
                    <a:pt x="96151" y="379030"/>
                  </a:lnTo>
                  <a:lnTo>
                    <a:pt x="48973" y="387941"/>
                  </a:lnTo>
                  <a:lnTo>
                    <a:pt x="0" y="390993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5"/>
            <p:cNvSpPr/>
            <p:nvPr/>
          </p:nvSpPr>
          <p:spPr>
            <a:xfrm>
              <a:off x="16670669" y="10463606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0" y="0"/>
                  </a:moveTo>
                  <a:lnTo>
                    <a:pt x="0" y="364941"/>
                  </a:lnTo>
                  <a:lnTo>
                    <a:pt x="48973" y="367993"/>
                  </a:lnTo>
                  <a:lnTo>
                    <a:pt x="96151" y="376903"/>
                  </a:lnTo>
                  <a:lnTo>
                    <a:pt x="141164" y="391302"/>
                  </a:lnTo>
                  <a:lnTo>
                    <a:pt x="183644" y="410820"/>
                  </a:lnTo>
                  <a:lnTo>
                    <a:pt x="223219" y="435088"/>
                  </a:lnTo>
                  <a:lnTo>
                    <a:pt x="259523" y="463736"/>
                  </a:lnTo>
                  <a:lnTo>
                    <a:pt x="292184" y="496397"/>
                  </a:lnTo>
                  <a:lnTo>
                    <a:pt x="320833" y="532700"/>
                  </a:lnTo>
                  <a:lnTo>
                    <a:pt x="345102" y="572275"/>
                  </a:lnTo>
                  <a:lnTo>
                    <a:pt x="364621" y="614755"/>
                  </a:lnTo>
                  <a:lnTo>
                    <a:pt x="379020" y="659769"/>
                  </a:lnTo>
                  <a:lnTo>
                    <a:pt x="387930" y="706949"/>
                  </a:lnTo>
                  <a:lnTo>
                    <a:pt x="390982" y="755924"/>
                  </a:lnTo>
                  <a:lnTo>
                    <a:pt x="755924" y="755924"/>
                  </a:lnTo>
                  <a:lnTo>
                    <a:pt x="754434" y="708189"/>
                  </a:lnTo>
                  <a:lnTo>
                    <a:pt x="750023" y="661232"/>
                  </a:lnTo>
                  <a:lnTo>
                    <a:pt x="742781" y="615144"/>
                  </a:lnTo>
                  <a:lnTo>
                    <a:pt x="732797" y="570014"/>
                  </a:lnTo>
                  <a:lnTo>
                    <a:pt x="720160" y="525930"/>
                  </a:lnTo>
                  <a:lnTo>
                    <a:pt x="704959" y="482983"/>
                  </a:lnTo>
                  <a:lnTo>
                    <a:pt x="687284" y="441260"/>
                  </a:lnTo>
                  <a:lnTo>
                    <a:pt x="667224" y="400852"/>
                  </a:lnTo>
                  <a:lnTo>
                    <a:pt x="644867" y="361848"/>
                  </a:lnTo>
                  <a:lnTo>
                    <a:pt x="620304" y="324337"/>
                  </a:lnTo>
                  <a:lnTo>
                    <a:pt x="593624" y="288408"/>
                  </a:lnTo>
                  <a:lnTo>
                    <a:pt x="564915" y="254150"/>
                  </a:lnTo>
                  <a:lnTo>
                    <a:pt x="534267" y="221652"/>
                  </a:lnTo>
                  <a:lnTo>
                    <a:pt x="501770" y="191005"/>
                  </a:lnTo>
                  <a:lnTo>
                    <a:pt x="467512" y="162297"/>
                  </a:lnTo>
                  <a:lnTo>
                    <a:pt x="431582" y="135616"/>
                  </a:lnTo>
                  <a:lnTo>
                    <a:pt x="394071" y="111054"/>
                  </a:lnTo>
                  <a:lnTo>
                    <a:pt x="355067" y="88698"/>
                  </a:lnTo>
                  <a:lnTo>
                    <a:pt x="314659" y="68638"/>
                  </a:lnTo>
                  <a:lnTo>
                    <a:pt x="272937" y="50963"/>
                  </a:lnTo>
                  <a:lnTo>
                    <a:pt x="229989" y="35763"/>
                  </a:lnTo>
                  <a:lnTo>
                    <a:pt x="185906" y="23126"/>
                  </a:lnTo>
                  <a:lnTo>
                    <a:pt x="140776" y="13142"/>
                  </a:lnTo>
                  <a:lnTo>
                    <a:pt x="94689" y="5900"/>
                  </a:lnTo>
                  <a:lnTo>
                    <a:pt x="47734" y="14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6"/>
            <p:cNvSpPr/>
            <p:nvPr/>
          </p:nvSpPr>
          <p:spPr>
            <a:xfrm>
              <a:off x="17519778" y="10463606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708190" y="1490"/>
                  </a:lnTo>
                  <a:lnTo>
                    <a:pt x="661235" y="5900"/>
                  </a:lnTo>
                  <a:lnTo>
                    <a:pt x="615147" y="13142"/>
                  </a:lnTo>
                  <a:lnTo>
                    <a:pt x="570018" y="23126"/>
                  </a:lnTo>
                  <a:lnTo>
                    <a:pt x="525934" y="35763"/>
                  </a:lnTo>
                  <a:lnTo>
                    <a:pt x="482987" y="50963"/>
                  </a:lnTo>
                  <a:lnTo>
                    <a:pt x="441265" y="68638"/>
                  </a:lnTo>
                  <a:lnTo>
                    <a:pt x="400857" y="88698"/>
                  </a:lnTo>
                  <a:lnTo>
                    <a:pt x="361853" y="111054"/>
                  </a:lnTo>
                  <a:lnTo>
                    <a:pt x="324341" y="135616"/>
                  </a:lnTo>
                  <a:lnTo>
                    <a:pt x="288412" y="162297"/>
                  </a:lnTo>
                  <a:lnTo>
                    <a:pt x="254154" y="191005"/>
                  </a:lnTo>
                  <a:lnTo>
                    <a:pt x="221656" y="221652"/>
                  </a:lnTo>
                  <a:lnTo>
                    <a:pt x="191009" y="254150"/>
                  </a:lnTo>
                  <a:lnTo>
                    <a:pt x="162300" y="288408"/>
                  </a:lnTo>
                  <a:lnTo>
                    <a:pt x="135619" y="324337"/>
                  </a:lnTo>
                  <a:lnTo>
                    <a:pt x="111056" y="361848"/>
                  </a:lnTo>
                  <a:lnTo>
                    <a:pt x="88700" y="400852"/>
                  </a:lnTo>
                  <a:lnTo>
                    <a:pt x="68639" y="441260"/>
                  </a:lnTo>
                  <a:lnTo>
                    <a:pt x="50964" y="482983"/>
                  </a:lnTo>
                  <a:lnTo>
                    <a:pt x="35764" y="525930"/>
                  </a:lnTo>
                  <a:lnTo>
                    <a:pt x="23126" y="570014"/>
                  </a:lnTo>
                  <a:lnTo>
                    <a:pt x="13142" y="615144"/>
                  </a:lnTo>
                  <a:lnTo>
                    <a:pt x="5900" y="661232"/>
                  </a:lnTo>
                  <a:lnTo>
                    <a:pt x="1490" y="708189"/>
                  </a:lnTo>
                  <a:lnTo>
                    <a:pt x="0" y="755924"/>
                  </a:lnTo>
                  <a:lnTo>
                    <a:pt x="364941" y="755924"/>
                  </a:lnTo>
                  <a:lnTo>
                    <a:pt x="367993" y="706949"/>
                  </a:lnTo>
                  <a:lnTo>
                    <a:pt x="376904" y="659769"/>
                  </a:lnTo>
                  <a:lnTo>
                    <a:pt x="391303" y="614755"/>
                  </a:lnTo>
                  <a:lnTo>
                    <a:pt x="410822" y="572275"/>
                  </a:lnTo>
                  <a:lnTo>
                    <a:pt x="435090" y="532700"/>
                  </a:lnTo>
                  <a:lnTo>
                    <a:pt x="463740" y="496397"/>
                  </a:lnTo>
                  <a:lnTo>
                    <a:pt x="496401" y="463736"/>
                  </a:lnTo>
                  <a:lnTo>
                    <a:pt x="532704" y="435088"/>
                  </a:lnTo>
                  <a:lnTo>
                    <a:pt x="572280" y="410820"/>
                  </a:lnTo>
                  <a:lnTo>
                    <a:pt x="614759" y="391302"/>
                  </a:lnTo>
                  <a:lnTo>
                    <a:pt x="659773" y="376903"/>
                  </a:lnTo>
                  <a:lnTo>
                    <a:pt x="706951" y="367993"/>
                  </a:lnTo>
                  <a:lnTo>
                    <a:pt x="755924" y="364941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7"/>
            <p:cNvSpPr/>
            <p:nvPr/>
          </p:nvSpPr>
          <p:spPr>
            <a:xfrm>
              <a:off x="19248297" y="10463606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708190" y="1490"/>
                  </a:lnTo>
                  <a:lnTo>
                    <a:pt x="661235" y="5900"/>
                  </a:lnTo>
                  <a:lnTo>
                    <a:pt x="615147" y="13142"/>
                  </a:lnTo>
                  <a:lnTo>
                    <a:pt x="570018" y="23126"/>
                  </a:lnTo>
                  <a:lnTo>
                    <a:pt x="525934" y="35763"/>
                  </a:lnTo>
                  <a:lnTo>
                    <a:pt x="482987" y="50963"/>
                  </a:lnTo>
                  <a:lnTo>
                    <a:pt x="441265" y="68638"/>
                  </a:lnTo>
                  <a:lnTo>
                    <a:pt x="400857" y="88698"/>
                  </a:lnTo>
                  <a:lnTo>
                    <a:pt x="361853" y="111054"/>
                  </a:lnTo>
                  <a:lnTo>
                    <a:pt x="324341" y="135616"/>
                  </a:lnTo>
                  <a:lnTo>
                    <a:pt x="288412" y="162297"/>
                  </a:lnTo>
                  <a:lnTo>
                    <a:pt x="254154" y="191005"/>
                  </a:lnTo>
                  <a:lnTo>
                    <a:pt x="221656" y="221652"/>
                  </a:lnTo>
                  <a:lnTo>
                    <a:pt x="191009" y="254150"/>
                  </a:lnTo>
                  <a:lnTo>
                    <a:pt x="162300" y="288408"/>
                  </a:lnTo>
                  <a:lnTo>
                    <a:pt x="135619" y="324337"/>
                  </a:lnTo>
                  <a:lnTo>
                    <a:pt x="111056" y="361848"/>
                  </a:lnTo>
                  <a:lnTo>
                    <a:pt x="88700" y="400852"/>
                  </a:lnTo>
                  <a:lnTo>
                    <a:pt x="68639" y="441260"/>
                  </a:lnTo>
                  <a:lnTo>
                    <a:pt x="50964" y="482983"/>
                  </a:lnTo>
                  <a:lnTo>
                    <a:pt x="35764" y="525930"/>
                  </a:lnTo>
                  <a:lnTo>
                    <a:pt x="23126" y="570014"/>
                  </a:lnTo>
                  <a:lnTo>
                    <a:pt x="13142" y="615144"/>
                  </a:lnTo>
                  <a:lnTo>
                    <a:pt x="5900" y="661232"/>
                  </a:lnTo>
                  <a:lnTo>
                    <a:pt x="1490" y="708189"/>
                  </a:lnTo>
                  <a:lnTo>
                    <a:pt x="0" y="755924"/>
                  </a:lnTo>
                  <a:lnTo>
                    <a:pt x="364941" y="755924"/>
                  </a:lnTo>
                  <a:lnTo>
                    <a:pt x="367993" y="706949"/>
                  </a:lnTo>
                  <a:lnTo>
                    <a:pt x="376904" y="659769"/>
                  </a:lnTo>
                  <a:lnTo>
                    <a:pt x="391303" y="614755"/>
                  </a:lnTo>
                  <a:lnTo>
                    <a:pt x="410822" y="572275"/>
                  </a:lnTo>
                  <a:lnTo>
                    <a:pt x="435090" y="532700"/>
                  </a:lnTo>
                  <a:lnTo>
                    <a:pt x="463740" y="496397"/>
                  </a:lnTo>
                  <a:lnTo>
                    <a:pt x="496401" y="463736"/>
                  </a:lnTo>
                  <a:lnTo>
                    <a:pt x="532704" y="435088"/>
                  </a:lnTo>
                  <a:lnTo>
                    <a:pt x="572280" y="410820"/>
                  </a:lnTo>
                  <a:lnTo>
                    <a:pt x="614759" y="391302"/>
                  </a:lnTo>
                  <a:lnTo>
                    <a:pt x="659773" y="376903"/>
                  </a:lnTo>
                  <a:lnTo>
                    <a:pt x="706951" y="367993"/>
                  </a:lnTo>
                  <a:lnTo>
                    <a:pt x="755924" y="364941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8"/>
            <p:cNvSpPr/>
            <p:nvPr/>
          </p:nvSpPr>
          <p:spPr>
            <a:xfrm>
              <a:off x="18395339" y="10463606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0" y="0"/>
                  </a:moveTo>
                  <a:lnTo>
                    <a:pt x="0" y="364941"/>
                  </a:lnTo>
                  <a:lnTo>
                    <a:pt x="48973" y="367993"/>
                  </a:lnTo>
                  <a:lnTo>
                    <a:pt x="96151" y="376903"/>
                  </a:lnTo>
                  <a:lnTo>
                    <a:pt x="141164" y="391302"/>
                  </a:lnTo>
                  <a:lnTo>
                    <a:pt x="183644" y="410820"/>
                  </a:lnTo>
                  <a:lnTo>
                    <a:pt x="223219" y="435088"/>
                  </a:lnTo>
                  <a:lnTo>
                    <a:pt x="259523" y="463736"/>
                  </a:lnTo>
                  <a:lnTo>
                    <a:pt x="292184" y="496397"/>
                  </a:lnTo>
                  <a:lnTo>
                    <a:pt x="320833" y="532700"/>
                  </a:lnTo>
                  <a:lnTo>
                    <a:pt x="345102" y="572275"/>
                  </a:lnTo>
                  <a:lnTo>
                    <a:pt x="364621" y="614755"/>
                  </a:lnTo>
                  <a:lnTo>
                    <a:pt x="379020" y="659769"/>
                  </a:lnTo>
                  <a:lnTo>
                    <a:pt x="387930" y="706949"/>
                  </a:lnTo>
                  <a:lnTo>
                    <a:pt x="390982" y="755924"/>
                  </a:lnTo>
                  <a:lnTo>
                    <a:pt x="755924" y="755924"/>
                  </a:lnTo>
                  <a:lnTo>
                    <a:pt x="754434" y="708189"/>
                  </a:lnTo>
                  <a:lnTo>
                    <a:pt x="750023" y="661232"/>
                  </a:lnTo>
                  <a:lnTo>
                    <a:pt x="742781" y="615144"/>
                  </a:lnTo>
                  <a:lnTo>
                    <a:pt x="732797" y="570014"/>
                  </a:lnTo>
                  <a:lnTo>
                    <a:pt x="720160" y="525930"/>
                  </a:lnTo>
                  <a:lnTo>
                    <a:pt x="704959" y="482983"/>
                  </a:lnTo>
                  <a:lnTo>
                    <a:pt x="687284" y="441260"/>
                  </a:lnTo>
                  <a:lnTo>
                    <a:pt x="667224" y="400852"/>
                  </a:lnTo>
                  <a:lnTo>
                    <a:pt x="644867" y="361848"/>
                  </a:lnTo>
                  <a:lnTo>
                    <a:pt x="620304" y="324337"/>
                  </a:lnTo>
                  <a:lnTo>
                    <a:pt x="593624" y="288408"/>
                  </a:lnTo>
                  <a:lnTo>
                    <a:pt x="564915" y="254150"/>
                  </a:lnTo>
                  <a:lnTo>
                    <a:pt x="534267" y="221652"/>
                  </a:lnTo>
                  <a:lnTo>
                    <a:pt x="501770" y="191005"/>
                  </a:lnTo>
                  <a:lnTo>
                    <a:pt x="467512" y="162297"/>
                  </a:lnTo>
                  <a:lnTo>
                    <a:pt x="431582" y="135616"/>
                  </a:lnTo>
                  <a:lnTo>
                    <a:pt x="394071" y="111054"/>
                  </a:lnTo>
                  <a:lnTo>
                    <a:pt x="355067" y="88698"/>
                  </a:lnTo>
                  <a:lnTo>
                    <a:pt x="314659" y="68638"/>
                  </a:lnTo>
                  <a:lnTo>
                    <a:pt x="272937" y="50963"/>
                  </a:lnTo>
                  <a:lnTo>
                    <a:pt x="229989" y="35763"/>
                  </a:lnTo>
                  <a:lnTo>
                    <a:pt x="185906" y="23126"/>
                  </a:lnTo>
                  <a:lnTo>
                    <a:pt x="140776" y="13142"/>
                  </a:lnTo>
                  <a:lnTo>
                    <a:pt x="94689" y="5900"/>
                  </a:lnTo>
                  <a:lnTo>
                    <a:pt x="47734" y="14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9"/>
            <p:cNvSpPr/>
            <p:nvPr/>
          </p:nvSpPr>
          <p:spPr>
            <a:xfrm>
              <a:off x="14945996" y="10463603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93"/>
                  </a:lnTo>
                  <a:lnTo>
                    <a:pt x="706951" y="387941"/>
                  </a:lnTo>
                  <a:lnTo>
                    <a:pt x="659773" y="379030"/>
                  </a:lnTo>
                  <a:lnTo>
                    <a:pt x="614759" y="364631"/>
                  </a:lnTo>
                  <a:lnTo>
                    <a:pt x="572280" y="345112"/>
                  </a:lnTo>
                  <a:lnTo>
                    <a:pt x="532704" y="320843"/>
                  </a:lnTo>
                  <a:lnTo>
                    <a:pt x="496401" y="292193"/>
                  </a:lnTo>
                  <a:lnTo>
                    <a:pt x="463740" y="259531"/>
                  </a:lnTo>
                  <a:lnTo>
                    <a:pt x="435090" y="223227"/>
                  </a:lnTo>
                  <a:lnTo>
                    <a:pt x="410822" y="183651"/>
                  </a:lnTo>
                  <a:lnTo>
                    <a:pt x="391303" y="141170"/>
                  </a:lnTo>
                  <a:lnTo>
                    <a:pt x="376904" y="96155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10"/>
            <p:cNvSpPr/>
            <p:nvPr/>
          </p:nvSpPr>
          <p:spPr>
            <a:xfrm>
              <a:off x="14109326" y="10463603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5"/>
                  </a:lnTo>
                  <a:lnTo>
                    <a:pt x="364621" y="141170"/>
                  </a:lnTo>
                  <a:lnTo>
                    <a:pt x="345102" y="183651"/>
                  </a:lnTo>
                  <a:lnTo>
                    <a:pt x="320833" y="223227"/>
                  </a:lnTo>
                  <a:lnTo>
                    <a:pt x="292184" y="259531"/>
                  </a:lnTo>
                  <a:lnTo>
                    <a:pt x="259523" y="292193"/>
                  </a:lnTo>
                  <a:lnTo>
                    <a:pt x="223219" y="320843"/>
                  </a:lnTo>
                  <a:lnTo>
                    <a:pt x="183644" y="345112"/>
                  </a:lnTo>
                  <a:lnTo>
                    <a:pt x="141164" y="364631"/>
                  </a:lnTo>
                  <a:lnTo>
                    <a:pt x="96151" y="379030"/>
                  </a:lnTo>
                  <a:lnTo>
                    <a:pt x="48973" y="387941"/>
                  </a:lnTo>
                  <a:lnTo>
                    <a:pt x="0" y="390993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11"/>
            <p:cNvSpPr/>
            <p:nvPr/>
          </p:nvSpPr>
          <p:spPr>
            <a:xfrm>
              <a:off x="13233767" y="10463603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93"/>
                  </a:lnTo>
                  <a:lnTo>
                    <a:pt x="706951" y="387941"/>
                  </a:lnTo>
                  <a:lnTo>
                    <a:pt x="659773" y="379030"/>
                  </a:lnTo>
                  <a:lnTo>
                    <a:pt x="614759" y="364631"/>
                  </a:lnTo>
                  <a:lnTo>
                    <a:pt x="572280" y="345112"/>
                  </a:lnTo>
                  <a:lnTo>
                    <a:pt x="532704" y="320843"/>
                  </a:lnTo>
                  <a:lnTo>
                    <a:pt x="496401" y="292193"/>
                  </a:lnTo>
                  <a:lnTo>
                    <a:pt x="463740" y="259531"/>
                  </a:lnTo>
                  <a:lnTo>
                    <a:pt x="435090" y="223227"/>
                  </a:lnTo>
                  <a:lnTo>
                    <a:pt x="410822" y="183651"/>
                  </a:lnTo>
                  <a:lnTo>
                    <a:pt x="391303" y="141170"/>
                  </a:lnTo>
                  <a:lnTo>
                    <a:pt x="376904" y="96155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12"/>
            <p:cNvSpPr/>
            <p:nvPr/>
          </p:nvSpPr>
          <p:spPr>
            <a:xfrm>
              <a:off x="15821556" y="9599732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0" y="0"/>
                  </a:moveTo>
                  <a:lnTo>
                    <a:pt x="0" y="364931"/>
                  </a:lnTo>
                  <a:lnTo>
                    <a:pt x="48973" y="367983"/>
                  </a:lnTo>
                  <a:lnTo>
                    <a:pt x="96151" y="376893"/>
                  </a:lnTo>
                  <a:lnTo>
                    <a:pt x="141164" y="391293"/>
                  </a:lnTo>
                  <a:lnTo>
                    <a:pt x="183644" y="410812"/>
                  </a:lnTo>
                  <a:lnTo>
                    <a:pt x="223219" y="435081"/>
                  </a:lnTo>
                  <a:lnTo>
                    <a:pt x="259523" y="463731"/>
                  </a:lnTo>
                  <a:lnTo>
                    <a:pt x="292184" y="496392"/>
                  </a:lnTo>
                  <a:lnTo>
                    <a:pt x="320833" y="532696"/>
                  </a:lnTo>
                  <a:lnTo>
                    <a:pt x="345102" y="572273"/>
                  </a:lnTo>
                  <a:lnTo>
                    <a:pt x="364621" y="614754"/>
                  </a:lnTo>
                  <a:lnTo>
                    <a:pt x="379020" y="659769"/>
                  </a:lnTo>
                  <a:lnTo>
                    <a:pt x="387930" y="706948"/>
                  </a:lnTo>
                  <a:lnTo>
                    <a:pt x="390982" y="755924"/>
                  </a:lnTo>
                  <a:lnTo>
                    <a:pt x="755924" y="755924"/>
                  </a:lnTo>
                  <a:lnTo>
                    <a:pt x="754434" y="708189"/>
                  </a:lnTo>
                  <a:lnTo>
                    <a:pt x="750023" y="661232"/>
                  </a:lnTo>
                  <a:lnTo>
                    <a:pt x="742781" y="615144"/>
                  </a:lnTo>
                  <a:lnTo>
                    <a:pt x="732797" y="570014"/>
                  </a:lnTo>
                  <a:lnTo>
                    <a:pt x="720160" y="525930"/>
                  </a:lnTo>
                  <a:lnTo>
                    <a:pt x="704959" y="482983"/>
                  </a:lnTo>
                  <a:lnTo>
                    <a:pt x="687284" y="441260"/>
                  </a:lnTo>
                  <a:lnTo>
                    <a:pt x="667224" y="400852"/>
                  </a:lnTo>
                  <a:lnTo>
                    <a:pt x="644867" y="361848"/>
                  </a:lnTo>
                  <a:lnTo>
                    <a:pt x="620304" y="324337"/>
                  </a:lnTo>
                  <a:lnTo>
                    <a:pt x="593624" y="288408"/>
                  </a:lnTo>
                  <a:lnTo>
                    <a:pt x="564915" y="254150"/>
                  </a:lnTo>
                  <a:lnTo>
                    <a:pt x="534267" y="221652"/>
                  </a:lnTo>
                  <a:lnTo>
                    <a:pt x="501770" y="191005"/>
                  </a:lnTo>
                  <a:lnTo>
                    <a:pt x="467512" y="162297"/>
                  </a:lnTo>
                  <a:lnTo>
                    <a:pt x="431582" y="135616"/>
                  </a:lnTo>
                  <a:lnTo>
                    <a:pt x="394071" y="111054"/>
                  </a:lnTo>
                  <a:lnTo>
                    <a:pt x="355067" y="88698"/>
                  </a:lnTo>
                  <a:lnTo>
                    <a:pt x="314659" y="68638"/>
                  </a:lnTo>
                  <a:lnTo>
                    <a:pt x="272937" y="50963"/>
                  </a:lnTo>
                  <a:lnTo>
                    <a:pt x="229989" y="35763"/>
                  </a:lnTo>
                  <a:lnTo>
                    <a:pt x="185906" y="23126"/>
                  </a:lnTo>
                  <a:lnTo>
                    <a:pt x="140776" y="13142"/>
                  </a:lnTo>
                  <a:lnTo>
                    <a:pt x="94689" y="5900"/>
                  </a:lnTo>
                  <a:lnTo>
                    <a:pt x="47734" y="14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13"/>
            <p:cNvSpPr/>
            <p:nvPr/>
          </p:nvSpPr>
          <p:spPr>
            <a:xfrm>
              <a:off x="16670669" y="9599728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4"/>
                  </a:lnTo>
                  <a:lnTo>
                    <a:pt x="364621" y="141169"/>
                  </a:lnTo>
                  <a:lnTo>
                    <a:pt x="345102" y="183648"/>
                  </a:lnTo>
                  <a:lnTo>
                    <a:pt x="320833" y="223224"/>
                  </a:lnTo>
                  <a:lnTo>
                    <a:pt x="292184" y="259527"/>
                  </a:lnTo>
                  <a:lnTo>
                    <a:pt x="259523" y="292187"/>
                  </a:lnTo>
                  <a:lnTo>
                    <a:pt x="223219" y="320836"/>
                  </a:lnTo>
                  <a:lnTo>
                    <a:pt x="183644" y="345104"/>
                  </a:lnTo>
                  <a:lnTo>
                    <a:pt x="141164" y="364622"/>
                  </a:lnTo>
                  <a:lnTo>
                    <a:pt x="96151" y="379020"/>
                  </a:lnTo>
                  <a:lnTo>
                    <a:pt x="48973" y="387930"/>
                  </a:lnTo>
                  <a:lnTo>
                    <a:pt x="0" y="390982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14"/>
            <p:cNvSpPr/>
            <p:nvPr/>
          </p:nvSpPr>
          <p:spPr>
            <a:xfrm>
              <a:off x="17519778" y="9599728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82"/>
                  </a:lnTo>
                  <a:lnTo>
                    <a:pt x="706951" y="387930"/>
                  </a:lnTo>
                  <a:lnTo>
                    <a:pt x="659773" y="379020"/>
                  </a:lnTo>
                  <a:lnTo>
                    <a:pt x="614759" y="364622"/>
                  </a:lnTo>
                  <a:lnTo>
                    <a:pt x="572280" y="345104"/>
                  </a:lnTo>
                  <a:lnTo>
                    <a:pt x="532704" y="320836"/>
                  </a:lnTo>
                  <a:lnTo>
                    <a:pt x="496401" y="292187"/>
                  </a:lnTo>
                  <a:lnTo>
                    <a:pt x="463740" y="259527"/>
                  </a:lnTo>
                  <a:lnTo>
                    <a:pt x="435090" y="223224"/>
                  </a:lnTo>
                  <a:lnTo>
                    <a:pt x="410822" y="183648"/>
                  </a:lnTo>
                  <a:lnTo>
                    <a:pt x="391303" y="141169"/>
                  </a:lnTo>
                  <a:lnTo>
                    <a:pt x="376904" y="96154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15"/>
            <p:cNvSpPr/>
            <p:nvPr/>
          </p:nvSpPr>
          <p:spPr>
            <a:xfrm>
              <a:off x="19248297" y="9599728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82"/>
                  </a:lnTo>
                  <a:lnTo>
                    <a:pt x="706951" y="387930"/>
                  </a:lnTo>
                  <a:lnTo>
                    <a:pt x="659773" y="379020"/>
                  </a:lnTo>
                  <a:lnTo>
                    <a:pt x="614759" y="364622"/>
                  </a:lnTo>
                  <a:lnTo>
                    <a:pt x="572280" y="345104"/>
                  </a:lnTo>
                  <a:lnTo>
                    <a:pt x="532704" y="320836"/>
                  </a:lnTo>
                  <a:lnTo>
                    <a:pt x="496401" y="292187"/>
                  </a:lnTo>
                  <a:lnTo>
                    <a:pt x="463740" y="259527"/>
                  </a:lnTo>
                  <a:lnTo>
                    <a:pt x="435090" y="223224"/>
                  </a:lnTo>
                  <a:lnTo>
                    <a:pt x="410822" y="183648"/>
                  </a:lnTo>
                  <a:lnTo>
                    <a:pt x="391303" y="141169"/>
                  </a:lnTo>
                  <a:lnTo>
                    <a:pt x="376904" y="96154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16"/>
            <p:cNvSpPr/>
            <p:nvPr/>
          </p:nvSpPr>
          <p:spPr>
            <a:xfrm>
              <a:off x="18395339" y="9599728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4"/>
                  </a:lnTo>
                  <a:lnTo>
                    <a:pt x="364621" y="141169"/>
                  </a:lnTo>
                  <a:lnTo>
                    <a:pt x="345102" y="183648"/>
                  </a:lnTo>
                  <a:lnTo>
                    <a:pt x="320833" y="223224"/>
                  </a:lnTo>
                  <a:lnTo>
                    <a:pt x="292184" y="259527"/>
                  </a:lnTo>
                  <a:lnTo>
                    <a:pt x="259523" y="292187"/>
                  </a:lnTo>
                  <a:lnTo>
                    <a:pt x="223219" y="320836"/>
                  </a:lnTo>
                  <a:lnTo>
                    <a:pt x="183644" y="345104"/>
                  </a:lnTo>
                  <a:lnTo>
                    <a:pt x="141164" y="364622"/>
                  </a:lnTo>
                  <a:lnTo>
                    <a:pt x="96151" y="379020"/>
                  </a:lnTo>
                  <a:lnTo>
                    <a:pt x="48973" y="387930"/>
                  </a:lnTo>
                  <a:lnTo>
                    <a:pt x="0" y="390982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17"/>
            <p:cNvSpPr/>
            <p:nvPr/>
          </p:nvSpPr>
          <p:spPr>
            <a:xfrm>
              <a:off x="13233767" y="9599732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708190" y="1490"/>
                  </a:lnTo>
                  <a:lnTo>
                    <a:pt x="661235" y="5900"/>
                  </a:lnTo>
                  <a:lnTo>
                    <a:pt x="615147" y="13142"/>
                  </a:lnTo>
                  <a:lnTo>
                    <a:pt x="570018" y="23126"/>
                  </a:lnTo>
                  <a:lnTo>
                    <a:pt x="525934" y="35763"/>
                  </a:lnTo>
                  <a:lnTo>
                    <a:pt x="482987" y="50963"/>
                  </a:lnTo>
                  <a:lnTo>
                    <a:pt x="441265" y="68638"/>
                  </a:lnTo>
                  <a:lnTo>
                    <a:pt x="400857" y="88698"/>
                  </a:lnTo>
                  <a:lnTo>
                    <a:pt x="361853" y="111054"/>
                  </a:lnTo>
                  <a:lnTo>
                    <a:pt x="324341" y="135616"/>
                  </a:lnTo>
                  <a:lnTo>
                    <a:pt x="288412" y="162297"/>
                  </a:lnTo>
                  <a:lnTo>
                    <a:pt x="254154" y="191005"/>
                  </a:lnTo>
                  <a:lnTo>
                    <a:pt x="221656" y="221652"/>
                  </a:lnTo>
                  <a:lnTo>
                    <a:pt x="191009" y="254150"/>
                  </a:lnTo>
                  <a:lnTo>
                    <a:pt x="162300" y="288408"/>
                  </a:lnTo>
                  <a:lnTo>
                    <a:pt x="135619" y="324337"/>
                  </a:lnTo>
                  <a:lnTo>
                    <a:pt x="111056" y="361848"/>
                  </a:lnTo>
                  <a:lnTo>
                    <a:pt x="88700" y="400852"/>
                  </a:lnTo>
                  <a:lnTo>
                    <a:pt x="68639" y="441260"/>
                  </a:lnTo>
                  <a:lnTo>
                    <a:pt x="50964" y="482983"/>
                  </a:lnTo>
                  <a:lnTo>
                    <a:pt x="35764" y="525930"/>
                  </a:lnTo>
                  <a:lnTo>
                    <a:pt x="23126" y="570014"/>
                  </a:lnTo>
                  <a:lnTo>
                    <a:pt x="13142" y="615144"/>
                  </a:lnTo>
                  <a:lnTo>
                    <a:pt x="5900" y="661232"/>
                  </a:lnTo>
                  <a:lnTo>
                    <a:pt x="1490" y="708189"/>
                  </a:lnTo>
                  <a:lnTo>
                    <a:pt x="0" y="755924"/>
                  </a:lnTo>
                  <a:lnTo>
                    <a:pt x="364941" y="755924"/>
                  </a:lnTo>
                  <a:lnTo>
                    <a:pt x="367993" y="706948"/>
                  </a:lnTo>
                  <a:lnTo>
                    <a:pt x="376904" y="659769"/>
                  </a:lnTo>
                  <a:lnTo>
                    <a:pt x="391303" y="614754"/>
                  </a:lnTo>
                  <a:lnTo>
                    <a:pt x="410822" y="572273"/>
                  </a:lnTo>
                  <a:lnTo>
                    <a:pt x="435090" y="532696"/>
                  </a:lnTo>
                  <a:lnTo>
                    <a:pt x="463740" y="496392"/>
                  </a:lnTo>
                  <a:lnTo>
                    <a:pt x="496401" y="463731"/>
                  </a:lnTo>
                  <a:lnTo>
                    <a:pt x="532704" y="435081"/>
                  </a:lnTo>
                  <a:lnTo>
                    <a:pt x="572280" y="410812"/>
                  </a:lnTo>
                  <a:lnTo>
                    <a:pt x="614759" y="391293"/>
                  </a:lnTo>
                  <a:lnTo>
                    <a:pt x="659773" y="376893"/>
                  </a:lnTo>
                  <a:lnTo>
                    <a:pt x="706951" y="367983"/>
                  </a:lnTo>
                  <a:lnTo>
                    <a:pt x="755924" y="364931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18"/>
            <p:cNvSpPr/>
            <p:nvPr/>
          </p:nvSpPr>
          <p:spPr>
            <a:xfrm>
              <a:off x="14945996" y="9599728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82"/>
                  </a:lnTo>
                  <a:lnTo>
                    <a:pt x="706951" y="387930"/>
                  </a:lnTo>
                  <a:lnTo>
                    <a:pt x="659773" y="379020"/>
                  </a:lnTo>
                  <a:lnTo>
                    <a:pt x="614759" y="364622"/>
                  </a:lnTo>
                  <a:lnTo>
                    <a:pt x="572280" y="345104"/>
                  </a:lnTo>
                  <a:lnTo>
                    <a:pt x="532704" y="320836"/>
                  </a:lnTo>
                  <a:lnTo>
                    <a:pt x="496401" y="292187"/>
                  </a:lnTo>
                  <a:lnTo>
                    <a:pt x="463740" y="259527"/>
                  </a:lnTo>
                  <a:lnTo>
                    <a:pt x="435090" y="223224"/>
                  </a:lnTo>
                  <a:lnTo>
                    <a:pt x="410822" y="183648"/>
                  </a:lnTo>
                  <a:lnTo>
                    <a:pt x="391303" y="141169"/>
                  </a:lnTo>
                  <a:lnTo>
                    <a:pt x="376904" y="96154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19"/>
            <p:cNvSpPr/>
            <p:nvPr/>
          </p:nvSpPr>
          <p:spPr>
            <a:xfrm>
              <a:off x="14109326" y="9599728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4"/>
                  </a:lnTo>
                  <a:lnTo>
                    <a:pt x="364621" y="141169"/>
                  </a:lnTo>
                  <a:lnTo>
                    <a:pt x="345102" y="183648"/>
                  </a:lnTo>
                  <a:lnTo>
                    <a:pt x="320833" y="223224"/>
                  </a:lnTo>
                  <a:lnTo>
                    <a:pt x="292184" y="259527"/>
                  </a:lnTo>
                  <a:lnTo>
                    <a:pt x="259523" y="292187"/>
                  </a:lnTo>
                  <a:lnTo>
                    <a:pt x="223219" y="320836"/>
                  </a:lnTo>
                  <a:lnTo>
                    <a:pt x="183644" y="345104"/>
                  </a:lnTo>
                  <a:lnTo>
                    <a:pt x="141164" y="364622"/>
                  </a:lnTo>
                  <a:lnTo>
                    <a:pt x="96151" y="379020"/>
                  </a:lnTo>
                  <a:lnTo>
                    <a:pt x="48973" y="387930"/>
                  </a:lnTo>
                  <a:lnTo>
                    <a:pt x="0" y="390982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7" name="Группа 46"/>
          <p:cNvGrpSpPr/>
          <p:nvPr/>
        </p:nvGrpSpPr>
        <p:grpSpPr>
          <a:xfrm>
            <a:off x="6210063" y="9599728"/>
            <a:ext cx="6770815" cy="1620163"/>
            <a:chOff x="13233767" y="9599728"/>
            <a:chExt cx="6770815" cy="1620163"/>
          </a:xfrm>
        </p:grpSpPr>
        <p:sp>
          <p:nvSpPr>
            <p:cNvPr id="48" name="object 4"/>
            <p:cNvSpPr/>
            <p:nvPr/>
          </p:nvSpPr>
          <p:spPr>
            <a:xfrm>
              <a:off x="15821556" y="10463603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5"/>
                  </a:lnTo>
                  <a:lnTo>
                    <a:pt x="364621" y="141170"/>
                  </a:lnTo>
                  <a:lnTo>
                    <a:pt x="345102" y="183651"/>
                  </a:lnTo>
                  <a:lnTo>
                    <a:pt x="320833" y="223227"/>
                  </a:lnTo>
                  <a:lnTo>
                    <a:pt x="292184" y="259531"/>
                  </a:lnTo>
                  <a:lnTo>
                    <a:pt x="259523" y="292193"/>
                  </a:lnTo>
                  <a:lnTo>
                    <a:pt x="223219" y="320843"/>
                  </a:lnTo>
                  <a:lnTo>
                    <a:pt x="183644" y="345112"/>
                  </a:lnTo>
                  <a:lnTo>
                    <a:pt x="141164" y="364631"/>
                  </a:lnTo>
                  <a:lnTo>
                    <a:pt x="96151" y="379030"/>
                  </a:lnTo>
                  <a:lnTo>
                    <a:pt x="48973" y="387941"/>
                  </a:lnTo>
                  <a:lnTo>
                    <a:pt x="0" y="390993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5"/>
            <p:cNvSpPr/>
            <p:nvPr/>
          </p:nvSpPr>
          <p:spPr>
            <a:xfrm>
              <a:off x="16670669" y="10463606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0" y="0"/>
                  </a:moveTo>
                  <a:lnTo>
                    <a:pt x="0" y="364941"/>
                  </a:lnTo>
                  <a:lnTo>
                    <a:pt x="48973" y="367993"/>
                  </a:lnTo>
                  <a:lnTo>
                    <a:pt x="96151" y="376903"/>
                  </a:lnTo>
                  <a:lnTo>
                    <a:pt x="141164" y="391302"/>
                  </a:lnTo>
                  <a:lnTo>
                    <a:pt x="183644" y="410820"/>
                  </a:lnTo>
                  <a:lnTo>
                    <a:pt x="223219" y="435088"/>
                  </a:lnTo>
                  <a:lnTo>
                    <a:pt x="259523" y="463736"/>
                  </a:lnTo>
                  <a:lnTo>
                    <a:pt x="292184" y="496397"/>
                  </a:lnTo>
                  <a:lnTo>
                    <a:pt x="320833" y="532700"/>
                  </a:lnTo>
                  <a:lnTo>
                    <a:pt x="345102" y="572275"/>
                  </a:lnTo>
                  <a:lnTo>
                    <a:pt x="364621" y="614755"/>
                  </a:lnTo>
                  <a:lnTo>
                    <a:pt x="379020" y="659769"/>
                  </a:lnTo>
                  <a:lnTo>
                    <a:pt x="387930" y="706949"/>
                  </a:lnTo>
                  <a:lnTo>
                    <a:pt x="390982" y="755924"/>
                  </a:lnTo>
                  <a:lnTo>
                    <a:pt x="755924" y="755924"/>
                  </a:lnTo>
                  <a:lnTo>
                    <a:pt x="754434" y="708189"/>
                  </a:lnTo>
                  <a:lnTo>
                    <a:pt x="750023" y="661232"/>
                  </a:lnTo>
                  <a:lnTo>
                    <a:pt x="742781" y="615144"/>
                  </a:lnTo>
                  <a:lnTo>
                    <a:pt x="732797" y="570014"/>
                  </a:lnTo>
                  <a:lnTo>
                    <a:pt x="720160" y="525930"/>
                  </a:lnTo>
                  <a:lnTo>
                    <a:pt x="704959" y="482983"/>
                  </a:lnTo>
                  <a:lnTo>
                    <a:pt x="687284" y="441260"/>
                  </a:lnTo>
                  <a:lnTo>
                    <a:pt x="667224" y="400852"/>
                  </a:lnTo>
                  <a:lnTo>
                    <a:pt x="644867" y="361848"/>
                  </a:lnTo>
                  <a:lnTo>
                    <a:pt x="620304" y="324337"/>
                  </a:lnTo>
                  <a:lnTo>
                    <a:pt x="593624" y="288408"/>
                  </a:lnTo>
                  <a:lnTo>
                    <a:pt x="564915" y="254150"/>
                  </a:lnTo>
                  <a:lnTo>
                    <a:pt x="534267" y="221652"/>
                  </a:lnTo>
                  <a:lnTo>
                    <a:pt x="501770" y="191005"/>
                  </a:lnTo>
                  <a:lnTo>
                    <a:pt x="467512" y="162297"/>
                  </a:lnTo>
                  <a:lnTo>
                    <a:pt x="431582" y="135616"/>
                  </a:lnTo>
                  <a:lnTo>
                    <a:pt x="394071" y="111054"/>
                  </a:lnTo>
                  <a:lnTo>
                    <a:pt x="355067" y="88698"/>
                  </a:lnTo>
                  <a:lnTo>
                    <a:pt x="314659" y="68638"/>
                  </a:lnTo>
                  <a:lnTo>
                    <a:pt x="272937" y="50963"/>
                  </a:lnTo>
                  <a:lnTo>
                    <a:pt x="229989" y="35763"/>
                  </a:lnTo>
                  <a:lnTo>
                    <a:pt x="185906" y="23126"/>
                  </a:lnTo>
                  <a:lnTo>
                    <a:pt x="140776" y="13142"/>
                  </a:lnTo>
                  <a:lnTo>
                    <a:pt x="94689" y="5900"/>
                  </a:lnTo>
                  <a:lnTo>
                    <a:pt x="47734" y="14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6"/>
            <p:cNvSpPr/>
            <p:nvPr/>
          </p:nvSpPr>
          <p:spPr>
            <a:xfrm>
              <a:off x="17519778" y="10463606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708190" y="1490"/>
                  </a:lnTo>
                  <a:lnTo>
                    <a:pt x="661235" y="5900"/>
                  </a:lnTo>
                  <a:lnTo>
                    <a:pt x="615147" y="13142"/>
                  </a:lnTo>
                  <a:lnTo>
                    <a:pt x="570018" y="23126"/>
                  </a:lnTo>
                  <a:lnTo>
                    <a:pt x="525934" y="35763"/>
                  </a:lnTo>
                  <a:lnTo>
                    <a:pt x="482987" y="50963"/>
                  </a:lnTo>
                  <a:lnTo>
                    <a:pt x="441265" y="68638"/>
                  </a:lnTo>
                  <a:lnTo>
                    <a:pt x="400857" y="88698"/>
                  </a:lnTo>
                  <a:lnTo>
                    <a:pt x="361853" y="111054"/>
                  </a:lnTo>
                  <a:lnTo>
                    <a:pt x="324341" y="135616"/>
                  </a:lnTo>
                  <a:lnTo>
                    <a:pt x="288412" y="162297"/>
                  </a:lnTo>
                  <a:lnTo>
                    <a:pt x="254154" y="191005"/>
                  </a:lnTo>
                  <a:lnTo>
                    <a:pt x="221656" y="221652"/>
                  </a:lnTo>
                  <a:lnTo>
                    <a:pt x="191009" y="254150"/>
                  </a:lnTo>
                  <a:lnTo>
                    <a:pt x="162300" y="288408"/>
                  </a:lnTo>
                  <a:lnTo>
                    <a:pt x="135619" y="324337"/>
                  </a:lnTo>
                  <a:lnTo>
                    <a:pt x="111056" y="361848"/>
                  </a:lnTo>
                  <a:lnTo>
                    <a:pt x="88700" y="400852"/>
                  </a:lnTo>
                  <a:lnTo>
                    <a:pt x="68639" y="441260"/>
                  </a:lnTo>
                  <a:lnTo>
                    <a:pt x="50964" y="482983"/>
                  </a:lnTo>
                  <a:lnTo>
                    <a:pt x="35764" y="525930"/>
                  </a:lnTo>
                  <a:lnTo>
                    <a:pt x="23126" y="570014"/>
                  </a:lnTo>
                  <a:lnTo>
                    <a:pt x="13142" y="615144"/>
                  </a:lnTo>
                  <a:lnTo>
                    <a:pt x="5900" y="661232"/>
                  </a:lnTo>
                  <a:lnTo>
                    <a:pt x="1490" y="708189"/>
                  </a:lnTo>
                  <a:lnTo>
                    <a:pt x="0" y="755924"/>
                  </a:lnTo>
                  <a:lnTo>
                    <a:pt x="364941" y="755924"/>
                  </a:lnTo>
                  <a:lnTo>
                    <a:pt x="367993" y="706949"/>
                  </a:lnTo>
                  <a:lnTo>
                    <a:pt x="376904" y="659769"/>
                  </a:lnTo>
                  <a:lnTo>
                    <a:pt x="391303" y="614755"/>
                  </a:lnTo>
                  <a:lnTo>
                    <a:pt x="410822" y="572275"/>
                  </a:lnTo>
                  <a:lnTo>
                    <a:pt x="435090" y="532700"/>
                  </a:lnTo>
                  <a:lnTo>
                    <a:pt x="463740" y="496397"/>
                  </a:lnTo>
                  <a:lnTo>
                    <a:pt x="496401" y="463736"/>
                  </a:lnTo>
                  <a:lnTo>
                    <a:pt x="532704" y="435088"/>
                  </a:lnTo>
                  <a:lnTo>
                    <a:pt x="572280" y="410820"/>
                  </a:lnTo>
                  <a:lnTo>
                    <a:pt x="614759" y="391302"/>
                  </a:lnTo>
                  <a:lnTo>
                    <a:pt x="659773" y="376903"/>
                  </a:lnTo>
                  <a:lnTo>
                    <a:pt x="706951" y="367993"/>
                  </a:lnTo>
                  <a:lnTo>
                    <a:pt x="755924" y="364941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7"/>
            <p:cNvSpPr/>
            <p:nvPr/>
          </p:nvSpPr>
          <p:spPr>
            <a:xfrm>
              <a:off x="19248297" y="10463606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708190" y="1490"/>
                  </a:lnTo>
                  <a:lnTo>
                    <a:pt x="661235" y="5900"/>
                  </a:lnTo>
                  <a:lnTo>
                    <a:pt x="615147" y="13142"/>
                  </a:lnTo>
                  <a:lnTo>
                    <a:pt x="570018" y="23126"/>
                  </a:lnTo>
                  <a:lnTo>
                    <a:pt x="525934" y="35763"/>
                  </a:lnTo>
                  <a:lnTo>
                    <a:pt x="482987" y="50963"/>
                  </a:lnTo>
                  <a:lnTo>
                    <a:pt x="441265" y="68638"/>
                  </a:lnTo>
                  <a:lnTo>
                    <a:pt x="400857" y="88698"/>
                  </a:lnTo>
                  <a:lnTo>
                    <a:pt x="361853" y="111054"/>
                  </a:lnTo>
                  <a:lnTo>
                    <a:pt x="324341" y="135616"/>
                  </a:lnTo>
                  <a:lnTo>
                    <a:pt x="288412" y="162297"/>
                  </a:lnTo>
                  <a:lnTo>
                    <a:pt x="254154" y="191005"/>
                  </a:lnTo>
                  <a:lnTo>
                    <a:pt x="221656" y="221652"/>
                  </a:lnTo>
                  <a:lnTo>
                    <a:pt x="191009" y="254150"/>
                  </a:lnTo>
                  <a:lnTo>
                    <a:pt x="162300" y="288408"/>
                  </a:lnTo>
                  <a:lnTo>
                    <a:pt x="135619" y="324337"/>
                  </a:lnTo>
                  <a:lnTo>
                    <a:pt x="111056" y="361848"/>
                  </a:lnTo>
                  <a:lnTo>
                    <a:pt x="88700" y="400852"/>
                  </a:lnTo>
                  <a:lnTo>
                    <a:pt x="68639" y="441260"/>
                  </a:lnTo>
                  <a:lnTo>
                    <a:pt x="50964" y="482983"/>
                  </a:lnTo>
                  <a:lnTo>
                    <a:pt x="35764" y="525930"/>
                  </a:lnTo>
                  <a:lnTo>
                    <a:pt x="23126" y="570014"/>
                  </a:lnTo>
                  <a:lnTo>
                    <a:pt x="13142" y="615144"/>
                  </a:lnTo>
                  <a:lnTo>
                    <a:pt x="5900" y="661232"/>
                  </a:lnTo>
                  <a:lnTo>
                    <a:pt x="1490" y="708189"/>
                  </a:lnTo>
                  <a:lnTo>
                    <a:pt x="0" y="755924"/>
                  </a:lnTo>
                  <a:lnTo>
                    <a:pt x="364941" y="755924"/>
                  </a:lnTo>
                  <a:lnTo>
                    <a:pt x="367993" y="706949"/>
                  </a:lnTo>
                  <a:lnTo>
                    <a:pt x="376904" y="659769"/>
                  </a:lnTo>
                  <a:lnTo>
                    <a:pt x="391303" y="614755"/>
                  </a:lnTo>
                  <a:lnTo>
                    <a:pt x="410822" y="572275"/>
                  </a:lnTo>
                  <a:lnTo>
                    <a:pt x="435090" y="532700"/>
                  </a:lnTo>
                  <a:lnTo>
                    <a:pt x="463740" y="496397"/>
                  </a:lnTo>
                  <a:lnTo>
                    <a:pt x="496401" y="463736"/>
                  </a:lnTo>
                  <a:lnTo>
                    <a:pt x="532704" y="435088"/>
                  </a:lnTo>
                  <a:lnTo>
                    <a:pt x="572280" y="410820"/>
                  </a:lnTo>
                  <a:lnTo>
                    <a:pt x="614759" y="391302"/>
                  </a:lnTo>
                  <a:lnTo>
                    <a:pt x="659773" y="376903"/>
                  </a:lnTo>
                  <a:lnTo>
                    <a:pt x="706951" y="367993"/>
                  </a:lnTo>
                  <a:lnTo>
                    <a:pt x="755924" y="364941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8"/>
            <p:cNvSpPr/>
            <p:nvPr/>
          </p:nvSpPr>
          <p:spPr>
            <a:xfrm>
              <a:off x="18395339" y="10463606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0" y="0"/>
                  </a:moveTo>
                  <a:lnTo>
                    <a:pt x="0" y="364941"/>
                  </a:lnTo>
                  <a:lnTo>
                    <a:pt x="48973" y="367993"/>
                  </a:lnTo>
                  <a:lnTo>
                    <a:pt x="96151" y="376903"/>
                  </a:lnTo>
                  <a:lnTo>
                    <a:pt x="141164" y="391302"/>
                  </a:lnTo>
                  <a:lnTo>
                    <a:pt x="183644" y="410820"/>
                  </a:lnTo>
                  <a:lnTo>
                    <a:pt x="223219" y="435088"/>
                  </a:lnTo>
                  <a:lnTo>
                    <a:pt x="259523" y="463736"/>
                  </a:lnTo>
                  <a:lnTo>
                    <a:pt x="292184" y="496397"/>
                  </a:lnTo>
                  <a:lnTo>
                    <a:pt x="320833" y="532700"/>
                  </a:lnTo>
                  <a:lnTo>
                    <a:pt x="345102" y="572275"/>
                  </a:lnTo>
                  <a:lnTo>
                    <a:pt x="364621" y="614755"/>
                  </a:lnTo>
                  <a:lnTo>
                    <a:pt x="379020" y="659769"/>
                  </a:lnTo>
                  <a:lnTo>
                    <a:pt x="387930" y="706949"/>
                  </a:lnTo>
                  <a:lnTo>
                    <a:pt x="390982" y="755924"/>
                  </a:lnTo>
                  <a:lnTo>
                    <a:pt x="755924" y="755924"/>
                  </a:lnTo>
                  <a:lnTo>
                    <a:pt x="754434" y="708189"/>
                  </a:lnTo>
                  <a:lnTo>
                    <a:pt x="750023" y="661232"/>
                  </a:lnTo>
                  <a:lnTo>
                    <a:pt x="742781" y="615144"/>
                  </a:lnTo>
                  <a:lnTo>
                    <a:pt x="732797" y="570014"/>
                  </a:lnTo>
                  <a:lnTo>
                    <a:pt x="720160" y="525930"/>
                  </a:lnTo>
                  <a:lnTo>
                    <a:pt x="704959" y="482983"/>
                  </a:lnTo>
                  <a:lnTo>
                    <a:pt x="687284" y="441260"/>
                  </a:lnTo>
                  <a:lnTo>
                    <a:pt x="667224" y="400852"/>
                  </a:lnTo>
                  <a:lnTo>
                    <a:pt x="644867" y="361848"/>
                  </a:lnTo>
                  <a:lnTo>
                    <a:pt x="620304" y="324337"/>
                  </a:lnTo>
                  <a:lnTo>
                    <a:pt x="593624" y="288408"/>
                  </a:lnTo>
                  <a:lnTo>
                    <a:pt x="564915" y="254150"/>
                  </a:lnTo>
                  <a:lnTo>
                    <a:pt x="534267" y="221652"/>
                  </a:lnTo>
                  <a:lnTo>
                    <a:pt x="501770" y="191005"/>
                  </a:lnTo>
                  <a:lnTo>
                    <a:pt x="467512" y="162297"/>
                  </a:lnTo>
                  <a:lnTo>
                    <a:pt x="431582" y="135616"/>
                  </a:lnTo>
                  <a:lnTo>
                    <a:pt x="394071" y="111054"/>
                  </a:lnTo>
                  <a:lnTo>
                    <a:pt x="355067" y="88698"/>
                  </a:lnTo>
                  <a:lnTo>
                    <a:pt x="314659" y="68638"/>
                  </a:lnTo>
                  <a:lnTo>
                    <a:pt x="272937" y="50963"/>
                  </a:lnTo>
                  <a:lnTo>
                    <a:pt x="229989" y="35763"/>
                  </a:lnTo>
                  <a:lnTo>
                    <a:pt x="185906" y="23126"/>
                  </a:lnTo>
                  <a:lnTo>
                    <a:pt x="140776" y="13142"/>
                  </a:lnTo>
                  <a:lnTo>
                    <a:pt x="94689" y="5900"/>
                  </a:lnTo>
                  <a:lnTo>
                    <a:pt x="47734" y="14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9"/>
            <p:cNvSpPr/>
            <p:nvPr/>
          </p:nvSpPr>
          <p:spPr>
            <a:xfrm>
              <a:off x="14945996" y="10463603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93"/>
                  </a:lnTo>
                  <a:lnTo>
                    <a:pt x="706951" y="387941"/>
                  </a:lnTo>
                  <a:lnTo>
                    <a:pt x="659773" y="379030"/>
                  </a:lnTo>
                  <a:lnTo>
                    <a:pt x="614759" y="364631"/>
                  </a:lnTo>
                  <a:lnTo>
                    <a:pt x="572280" y="345112"/>
                  </a:lnTo>
                  <a:lnTo>
                    <a:pt x="532704" y="320843"/>
                  </a:lnTo>
                  <a:lnTo>
                    <a:pt x="496401" y="292193"/>
                  </a:lnTo>
                  <a:lnTo>
                    <a:pt x="463740" y="259531"/>
                  </a:lnTo>
                  <a:lnTo>
                    <a:pt x="435090" y="223227"/>
                  </a:lnTo>
                  <a:lnTo>
                    <a:pt x="410822" y="183651"/>
                  </a:lnTo>
                  <a:lnTo>
                    <a:pt x="391303" y="141170"/>
                  </a:lnTo>
                  <a:lnTo>
                    <a:pt x="376904" y="96155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10"/>
            <p:cNvSpPr/>
            <p:nvPr/>
          </p:nvSpPr>
          <p:spPr>
            <a:xfrm>
              <a:off x="14109326" y="10463603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5"/>
                  </a:lnTo>
                  <a:lnTo>
                    <a:pt x="364621" y="141170"/>
                  </a:lnTo>
                  <a:lnTo>
                    <a:pt x="345102" y="183651"/>
                  </a:lnTo>
                  <a:lnTo>
                    <a:pt x="320833" y="223227"/>
                  </a:lnTo>
                  <a:lnTo>
                    <a:pt x="292184" y="259531"/>
                  </a:lnTo>
                  <a:lnTo>
                    <a:pt x="259523" y="292193"/>
                  </a:lnTo>
                  <a:lnTo>
                    <a:pt x="223219" y="320843"/>
                  </a:lnTo>
                  <a:lnTo>
                    <a:pt x="183644" y="345112"/>
                  </a:lnTo>
                  <a:lnTo>
                    <a:pt x="141164" y="364631"/>
                  </a:lnTo>
                  <a:lnTo>
                    <a:pt x="96151" y="379030"/>
                  </a:lnTo>
                  <a:lnTo>
                    <a:pt x="48973" y="387941"/>
                  </a:lnTo>
                  <a:lnTo>
                    <a:pt x="0" y="390993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11"/>
            <p:cNvSpPr/>
            <p:nvPr/>
          </p:nvSpPr>
          <p:spPr>
            <a:xfrm>
              <a:off x="13233767" y="10463603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93"/>
                  </a:lnTo>
                  <a:lnTo>
                    <a:pt x="706951" y="387941"/>
                  </a:lnTo>
                  <a:lnTo>
                    <a:pt x="659773" y="379030"/>
                  </a:lnTo>
                  <a:lnTo>
                    <a:pt x="614759" y="364631"/>
                  </a:lnTo>
                  <a:lnTo>
                    <a:pt x="572280" y="345112"/>
                  </a:lnTo>
                  <a:lnTo>
                    <a:pt x="532704" y="320843"/>
                  </a:lnTo>
                  <a:lnTo>
                    <a:pt x="496401" y="292193"/>
                  </a:lnTo>
                  <a:lnTo>
                    <a:pt x="463740" y="259531"/>
                  </a:lnTo>
                  <a:lnTo>
                    <a:pt x="435090" y="223227"/>
                  </a:lnTo>
                  <a:lnTo>
                    <a:pt x="410822" y="183651"/>
                  </a:lnTo>
                  <a:lnTo>
                    <a:pt x="391303" y="141170"/>
                  </a:lnTo>
                  <a:lnTo>
                    <a:pt x="376904" y="96155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12"/>
            <p:cNvSpPr/>
            <p:nvPr/>
          </p:nvSpPr>
          <p:spPr>
            <a:xfrm>
              <a:off x="15821556" y="9599732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0" y="0"/>
                  </a:moveTo>
                  <a:lnTo>
                    <a:pt x="0" y="364931"/>
                  </a:lnTo>
                  <a:lnTo>
                    <a:pt x="48973" y="367983"/>
                  </a:lnTo>
                  <a:lnTo>
                    <a:pt x="96151" y="376893"/>
                  </a:lnTo>
                  <a:lnTo>
                    <a:pt x="141164" y="391293"/>
                  </a:lnTo>
                  <a:lnTo>
                    <a:pt x="183644" y="410812"/>
                  </a:lnTo>
                  <a:lnTo>
                    <a:pt x="223219" y="435081"/>
                  </a:lnTo>
                  <a:lnTo>
                    <a:pt x="259523" y="463731"/>
                  </a:lnTo>
                  <a:lnTo>
                    <a:pt x="292184" y="496392"/>
                  </a:lnTo>
                  <a:lnTo>
                    <a:pt x="320833" y="532696"/>
                  </a:lnTo>
                  <a:lnTo>
                    <a:pt x="345102" y="572273"/>
                  </a:lnTo>
                  <a:lnTo>
                    <a:pt x="364621" y="614754"/>
                  </a:lnTo>
                  <a:lnTo>
                    <a:pt x="379020" y="659769"/>
                  </a:lnTo>
                  <a:lnTo>
                    <a:pt x="387930" y="706948"/>
                  </a:lnTo>
                  <a:lnTo>
                    <a:pt x="390982" y="755924"/>
                  </a:lnTo>
                  <a:lnTo>
                    <a:pt x="755924" y="755924"/>
                  </a:lnTo>
                  <a:lnTo>
                    <a:pt x="754434" y="708189"/>
                  </a:lnTo>
                  <a:lnTo>
                    <a:pt x="750023" y="661232"/>
                  </a:lnTo>
                  <a:lnTo>
                    <a:pt x="742781" y="615144"/>
                  </a:lnTo>
                  <a:lnTo>
                    <a:pt x="732797" y="570014"/>
                  </a:lnTo>
                  <a:lnTo>
                    <a:pt x="720160" y="525930"/>
                  </a:lnTo>
                  <a:lnTo>
                    <a:pt x="704959" y="482983"/>
                  </a:lnTo>
                  <a:lnTo>
                    <a:pt x="687284" y="441260"/>
                  </a:lnTo>
                  <a:lnTo>
                    <a:pt x="667224" y="400852"/>
                  </a:lnTo>
                  <a:lnTo>
                    <a:pt x="644867" y="361848"/>
                  </a:lnTo>
                  <a:lnTo>
                    <a:pt x="620304" y="324337"/>
                  </a:lnTo>
                  <a:lnTo>
                    <a:pt x="593624" y="288408"/>
                  </a:lnTo>
                  <a:lnTo>
                    <a:pt x="564915" y="254150"/>
                  </a:lnTo>
                  <a:lnTo>
                    <a:pt x="534267" y="221652"/>
                  </a:lnTo>
                  <a:lnTo>
                    <a:pt x="501770" y="191005"/>
                  </a:lnTo>
                  <a:lnTo>
                    <a:pt x="467512" y="162297"/>
                  </a:lnTo>
                  <a:lnTo>
                    <a:pt x="431582" y="135616"/>
                  </a:lnTo>
                  <a:lnTo>
                    <a:pt x="394071" y="111054"/>
                  </a:lnTo>
                  <a:lnTo>
                    <a:pt x="355067" y="88698"/>
                  </a:lnTo>
                  <a:lnTo>
                    <a:pt x="314659" y="68638"/>
                  </a:lnTo>
                  <a:lnTo>
                    <a:pt x="272937" y="50963"/>
                  </a:lnTo>
                  <a:lnTo>
                    <a:pt x="229989" y="35763"/>
                  </a:lnTo>
                  <a:lnTo>
                    <a:pt x="185906" y="23126"/>
                  </a:lnTo>
                  <a:lnTo>
                    <a:pt x="140776" y="13142"/>
                  </a:lnTo>
                  <a:lnTo>
                    <a:pt x="94689" y="5900"/>
                  </a:lnTo>
                  <a:lnTo>
                    <a:pt x="47734" y="14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13"/>
            <p:cNvSpPr/>
            <p:nvPr/>
          </p:nvSpPr>
          <p:spPr>
            <a:xfrm>
              <a:off x="16670669" y="9599728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4"/>
                  </a:lnTo>
                  <a:lnTo>
                    <a:pt x="364621" y="141169"/>
                  </a:lnTo>
                  <a:lnTo>
                    <a:pt x="345102" y="183648"/>
                  </a:lnTo>
                  <a:lnTo>
                    <a:pt x="320833" y="223224"/>
                  </a:lnTo>
                  <a:lnTo>
                    <a:pt x="292184" y="259527"/>
                  </a:lnTo>
                  <a:lnTo>
                    <a:pt x="259523" y="292187"/>
                  </a:lnTo>
                  <a:lnTo>
                    <a:pt x="223219" y="320836"/>
                  </a:lnTo>
                  <a:lnTo>
                    <a:pt x="183644" y="345104"/>
                  </a:lnTo>
                  <a:lnTo>
                    <a:pt x="141164" y="364622"/>
                  </a:lnTo>
                  <a:lnTo>
                    <a:pt x="96151" y="379020"/>
                  </a:lnTo>
                  <a:lnTo>
                    <a:pt x="48973" y="387930"/>
                  </a:lnTo>
                  <a:lnTo>
                    <a:pt x="0" y="390982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14"/>
            <p:cNvSpPr/>
            <p:nvPr/>
          </p:nvSpPr>
          <p:spPr>
            <a:xfrm>
              <a:off x="17519778" y="9599728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82"/>
                  </a:lnTo>
                  <a:lnTo>
                    <a:pt x="706951" y="387930"/>
                  </a:lnTo>
                  <a:lnTo>
                    <a:pt x="659773" y="379020"/>
                  </a:lnTo>
                  <a:lnTo>
                    <a:pt x="614759" y="364622"/>
                  </a:lnTo>
                  <a:lnTo>
                    <a:pt x="572280" y="345104"/>
                  </a:lnTo>
                  <a:lnTo>
                    <a:pt x="532704" y="320836"/>
                  </a:lnTo>
                  <a:lnTo>
                    <a:pt x="496401" y="292187"/>
                  </a:lnTo>
                  <a:lnTo>
                    <a:pt x="463740" y="259527"/>
                  </a:lnTo>
                  <a:lnTo>
                    <a:pt x="435090" y="223224"/>
                  </a:lnTo>
                  <a:lnTo>
                    <a:pt x="410822" y="183648"/>
                  </a:lnTo>
                  <a:lnTo>
                    <a:pt x="391303" y="141169"/>
                  </a:lnTo>
                  <a:lnTo>
                    <a:pt x="376904" y="96154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15"/>
            <p:cNvSpPr/>
            <p:nvPr/>
          </p:nvSpPr>
          <p:spPr>
            <a:xfrm>
              <a:off x="19248297" y="9599728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82"/>
                  </a:lnTo>
                  <a:lnTo>
                    <a:pt x="706951" y="387930"/>
                  </a:lnTo>
                  <a:lnTo>
                    <a:pt x="659773" y="379020"/>
                  </a:lnTo>
                  <a:lnTo>
                    <a:pt x="614759" y="364622"/>
                  </a:lnTo>
                  <a:lnTo>
                    <a:pt x="572280" y="345104"/>
                  </a:lnTo>
                  <a:lnTo>
                    <a:pt x="532704" y="320836"/>
                  </a:lnTo>
                  <a:lnTo>
                    <a:pt x="496401" y="292187"/>
                  </a:lnTo>
                  <a:lnTo>
                    <a:pt x="463740" y="259527"/>
                  </a:lnTo>
                  <a:lnTo>
                    <a:pt x="435090" y="223224"/>
                  </a:lnTo>
                  <a:lnTo>
                    <a:pt x="410822" y="183648"/>
                  </a:lnTo>
                  <a:lnTo>
                    <a:pt x="391303" y="141169"/>
                  </a:lnTo>
                  <a:lnTo>
                    <a:pt x="376904" y="96154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16"/>
            <p:cNvSpPr/>
            <p:nvPr/>
          </p:nvSpPr>
          <p:spPr>
            <a:xfrm>
              <a:off x="18395339" y="9599728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4"/>
                  </a:lnTo>
                  <a:lnTo>
                    <a:pt x="364621" y="141169"/>
                  </a:lnTo>
                  <a:lnTo>
                    <a:pt x="345102" y="183648"/>
                  </a:lnTo>
                  <a:lnTo>
                    <a:pt x="320833" y="223224"/>
                  </a:lnTo>
                  <a:lnTo>
                    <a:pt x="292184" y="259527"/>
                  </a:lnTo>
                  <a:lnTo>
                    <a:pt x="259523" y="292187"/>
                  </a:lnTo>
                  <a:lnTo>
                    <a:pt x="223219" y="320836"/>
                  </a:lnTo>
                  <a:lnTo>
                    <a:pt x="183644" y="345104"/>
                  </a:lnTo>
                  <a:lnTo>
                    <a:pt x="141164" y="364622"/>
                  </a:lnTo>
                  <a:lnTo>
                    <a:pt x="96151" y="379020"/>
                  </a:lnTo>
                  <a:lnTo>
                    <a:pt x="48973" y="387930"/>
                  </a:lnTo>
                  <a:lnTo>
                    <a:pt x="0" y="390982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17"/>
            <p:cNvSpPr/>
            <p:nvPr/>
          </p:nvSpPr>
          <p:spPr>
            <a:xfrm>
              <a:off x="13233767" y="9599732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708190" y="1490"/>
                  </a:lnTo>
                  <a:lnTo>
                    <a:pt x="661235" y="5900"/>
                  </a:lnTo>
                  <a:lnTo>
                    <a:pt x="615147" y="13142"/>
                  </a:lnTo>
                  <a:lnTo>
                    <a:pt x="570018" y="23126"/>
                  </a:lnTo>
                  <a:lnTo>
                    <a:pt x="525934" y="35763"/>
                  </a:lnTo>
                  <a:lnTo>
                    <a:pt x="482987" y="50963"/>
                  </a:lnTo>
                  <a:lnTo>
                    <a:pt x="441265" y="68638"/>
                  </a:lnTo>
                  <a:lnTo>
                    <a:pt x="400857" y="88698"/>
                  </a:lnTo>
                  <a:lnTo>
                    <a:pt x="361853" y="111054"/>
                  </a:lnTo>
                  <a:lnTo>
                    <a:pt x="324341" y="135616"/>
                  </a:lnTo>
                  <a:lnTo>
                    <a:pt x="288412" y="162297"/>
                  </a:lnTo>
                  <a:lnTo>
                    <a:pt x="254154" y="191005"/>
                  </a:lnTo>
                  <a:lnTo>
                    <a:pt x="221656" y="221652"/>
                  </a:lnTo>
                  <a:lnTo>
                    <a:pt x="191009" y="254150"/>
                  </a:lnTo>
                  <a:lnTo>
                    <a:pt x="162300" y="288408"/>
                  </a:lnTo>
                  <a:lnTo>
                    <a:pt x="135619" y="324337"/>
                  </a:lnTo>
                  <a:lnTo>
                    <a:pt x="111056" y="361848"/>
                  </a:lnTo>
                  <a:lnTo>
                    <a:pt x="88700" y="400852"/>
                  </a:lnTo>
                  <a:lnTo>
                    <a:pt x="68639" y="441260"/>
                  </a:lnTo>
                  <a:lnTo>
                    <a:pt x="50964" y="482983"/>
                  </a:lnTo>
                  <a:lnTo>
                    <a:pt x="35764" y="525930"/>
                  </a:lnTo>
                  <a:lnTo>
                    <a:pt x="23126" y="570014"/>
                  </a:lnTo>
                  <a:lnTo>
                    <a:pt x="13142" y="615144"/>
                  </a:lnTo>
                  <a:lnTo>
                    <a:pt x="5900" y="661232"/>
                  </a:lnTo>
                  <a:lnTo>
                    <a:pt x="1490" y="708189"/>
                  </a:lnTo>
                  <a:lnTo>
                    <a:pt x="0" y="755924"/>
                  </a:lnTo>
                  <a:lnTo>
                    <a:pt x="364941" y="755924"/>
                  </a:lnTo>
                  <a:lnTo>
                    <a:pt x="367993" y="706948"/>
                  </a:lnTo>
                  <a:lnTo>
                    <a:pt x="376904" y="659769"/>
                  </a:lnTo>
                  <a:lnTo>
                    <a:pt x="391303" y="614754"/>
                  </a:lnTo>
                  <a:lnTo>
                    <a:pt x="410822" y="572273"/>
                  </a:lnTo>
                  <a:lnTo>
                    <a:pt x="435090" y="532696"/>
                  </a:lnTo>
                  <a:lnTo>
                    <a:pt x="463740" y="496392"/>
                  </a:lnTo>
                  <a:lnTo>
                    <a:pt x="496401" y="463731"/>
                  </a:lnTo>
                  <a:lnTo>
                    <a:pt x="532704" y="435081"/>
                  </a:lnTo>
                  <a:lnTo>
                    <a:pt x="572280" y="410812"/>
                  </a:lnTo>
                  <a:lnTo>
                    <a:pt x="614759" y="391293"/>
                  </a:lnTo>
                  <a:lnTo>
                    <a:pt x="659773" y="376893"/>
                  </a:lnTo>
                  <a:lnTo>
                    <a:pt x="706951" y="367983"/>
                  </a:lnTo>
                  <a:lnTo>
                    <a:pt x="755924" y="364931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18"/>
            <p:cNvSpPr/>
            <p:nvPr/>
          </p:nvSpPr>
          <p:spPr>
            <a:xfrm>
              <a:off x="14945996" y="9599728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82"/>
                  </a:lnTo>
                  <a:lnTo>
                    <a:pt x="706951" y="387930"/>
                  </a:lnTo>
                  <a:lnTo>
                    <a:pt x="659773" y="379020"/>
                  </a:lnTo>
                  <a:lnTo>
                    <a:pt x="614759" y="364622"/>
                  </a:lnTo>
                  <a:lnTo>
                    <a:pt x="572280" y="345104"/>
                  </a:lnTo>
                  <a:lnTo>
                    <a:pt x="532704" y="320836"/>
                  </a:lnTo>
                  <a:lnTo>
                    <a:pt x="496401" y="292187"/>
                  </a:lnTo>
                  <a:lnTo>
                    <a:pt x="463740" y="259527"/>
                  </a:lnTo>
                  <a:lnTo>
                    <a:pt x="435090" y="223224"/>
                  </a:lnTo>
                  <a:lnTo>
                    <a:pt x="410822" y="183648"/>
                  </a:lnTo>
                  <a:lnTo>
                    <a:pt x="391303" y="141169"/>
                  </a:lnTo>
                  <a:lnTo>
                    <a:pt x="376904" y="96154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19"/>
            <p:cNvSpPr/>
            <p:nvPr/>
          </p:nvSpPr>
          <p:spPr>
            <a:xfrm>
              <a:off x="14109326" y="9599728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4"/>
                  </a:lnTo>
                  <a:lnTo>
                    <a:pt x="364621" y="141169"/>
                  </a:lnTo>
                  <a:lnTo>
                    <a:pt x="345102" y="183648"/>
                  </a:lnTo>
                  <a:lnTo>
                    <a:pt x="320833" y="223224"/>
                  </a:lnTo>
                  <a:lnTo>
                    <a:pt x="292184" y="259527"/>
                  </a:lnTo>
                  <a:lnTo>
                    <a:pt x="259523" y="292187"/>
                  </a:lnTo>
                  <a:lnTo>
                    <a:pt x="223219" y="320836"/>
                  </a:lnTo>
                  <a:lnTo>
                    <a:pt x="183644" y="345104"/>
                  </a:lnTo>
                  <a:lnTo>
                    <a:pt x="141164" y="364622"/>
                  </a:lnTo>
                  <a:lnTo>
                    <a:pt x="96151" y="379020"/>
                  </a:lnTo>
                  <a:lnTo>
                    <a:pt x="48973" y="387930"/>
                  </a:lnTo>
                  <a:lnTo>
                    <a:pt x="0" y="390982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4" name="Группа 63"/>
          <p:cNvGrpSpPr/>
          <p:nvPr/>
        </p:nvGrpSpPr>
        <p:grpSpPr>
          <a:xfrm>
            <a:off x="39317" y="9605429"/>
            <a:ext cx="5895256" cy="1620163"/>
            <a:chOff x="39317" y="9605429"/>
            <a:chExt cx="5895256" cy="1620163"/>
          </a:xfrm>
        </p:grpSpPr>
        <p:sp>
          <p:nvSpPr>
            <p:cNvPr id="65" name="object 4"/>
            <p:cNvSpPr/>
            <p:nvPr/>
          </p:nvSpPr>
          <p:spPr>
            <a:xfrm>
              <a:off x="1751547" y="10469304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5"/>
                  </a:lnTo>
                  <a:lnTo>
                    <a:pt x="364621" y="141170"/>
                  </a:lnTo>
                  <a:lnTo>
                    <a:pt x="345102" y="183651"/>
                  </a:lnTo>
                  <a:lnTo>
                    <a:pt x="320833" y="223227"/>
                  </a:lnTo>
                  <a:lnTo>
                    <a:pt x="292184" y="259531"/>
                  </a:lnTo>
                  <a:lnTo>
                    <a:pt x="259523" y="292193"/>
                  </a:lnTo>
                  <a:lnTo>
                    <a:pt x="223219" y="320843"/>
                  </a:lnTo>
                  <a:lnTo>
                    <a:pt x="183644" y="345112"/>
                  </a:lnTo>
                  <a:lnTo>
                    <a:pt x="141164" y="364631"/>
                  </a:lnTo>
                  <a:lnTo>
                    <a:pt x="96151" y="379030"/>
                  </a:lnTo>
                  <a:lnTo>
                    <a:pt x="48973" y="387941"/>
                  </a:lnTo>
                  <a:lnTo>
                    <a:pt x="0" y="390993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5"/>
            <p:cNvSpPr/>
            <p:nvPr/>
          </p:nvSpPr>
          <p:spPr>
            <a:xfrm>
              <a:off x="2600660" y="10469307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0" y="0"/>
                  </a:moveTo>
                  <a:lnTo>
                    <a:pt x="0" y="364941"/>
                  </a:lnTo>
                  <a:lnTo>
                    <a:pt x="48973" y="367993"/>
                  </a:lnTo>
                  <a:lnTo>
                    <a:pt x="96151" y="376903"/>
                  </a:lnTo>
                  <a:lnTo>
                    <a:pt x="141164" y="391302"/>
                  </a:lnTo>
                  <a:lnTo>
                    <a:pt x="183644" y="410820"/>
                  </a:lnTo>
                  <a:lnTo>
                    <a:pt x="223219" y="435088"/>
                  </a:lnTo>
                  <a:lnTo>
                    <a:pt x="259523" y="463736"/>
                  </a:lnTo>
                  <a:lnTo>
                    <a:pt x="292184" y="496397"/>
                  </a:lnTo>
                  <a:lnTo>
                    <a:pt x="320833" y="532700"/>
                  </a:lnTo>
                  <a:lnTo>
                    <a:pt x="345102" y="572275"/>
                  </a:lnTo>
                  <a:lnTo>
                    <a:pt x="364621" y="614755"/>
                  </a:lnTo>
                  <a:lnTo>
                    <a:pt x="379020" y="659769"/>
                  </a:lnTo>
                  <a:lnTo>
                    <a:pt x="387930" y="706949"/>
                  </a:lnTo>
                  <a:lnTo>
                    <a:pt x="390982" y="755924"/>
                  </a:lnTo>
                  <a:lnTo>
                    <a:pt x="755924" y="755924"/>
                  </a:lnTo>
                  <a:lnTo>
                    <a:pt x="754434" y="708189"/>
                  </a:lnTo>
                  <a:lnTo>
                    <a:pt x="750023" y="661232"/>
                  </a:lnTo>
                  <a:lnTo>
                    <a:pt x="742781" y="615144"/>
                  </a:lnTo>
                  <a:lnTo>
                    <a:pt x="732797" y="570014"/>
                  </a:lnTo>
                  <a:lnTo>
                    <a:pt x="720160" y="525930"/>
                  </a:lnTo>
                  <a:lnTo>
                    <a:pt x="704959" y="482983"/>
                  </a:lnTo>
                  <a:lnTo>
                    <a:pt x="687284" y="441260"/>
                  </a:lnTo>
                  <a:lnTo>
                    <a:pt x="667224" y="400852"/>
                  </a:lnTo>
                  <a:lnTo>
                    <a:pt x="644867" y="361848"/>
                  </a:lnTo>
                  <a:lnTo>
                    <a:pt x="620304" y="324337"/>
                  </a:lnTo>
                  <a:lnTo>
                    <a:pt x="593624" y="288408"/>
                  </a:lnTo>
                  <a:lnTo>
                    <a:pt x="564915" y="254150"/>
                  </a:lnTo>
                  <a:lnTo>
                    <a:pt x="534267" y="221652"/>
                  </a:lnTo>
                  <a:lnTo>
                    <a:pt x="501770" y="191005"/>
                  </a:lnTo>
                  <a:lnTo>
                    <a:pt x="467512" y="162297"/>
                  </a:lnTo>
                  <a:lnTo>
                    <a:pt x="431582" y="135616"/>
                  </a:lnTo>
                  <a:lnTo>
                    <a:pt x="394071" y="111054"/>
                  </a:lnTo>
                  <a:lnTo>
                    <a:pt x="355067" y="88698"/>
                  </a:lnTo>
                  <a:lnTo>
                    <a:pt x="314659" y="68638"/>
                  </a:lnTo>
                  <a:lnTo>
                    <a:pt x="272937" y="50963"/>
                  </a:lnTo>
                  <a:lnTo>
                    <a:pt x="229989" y="35763"/>
                  </a:lnTo>
                  <a:lnTo>
                    <a:pt x="185906" y="23126"/>
                  </a:lnTo>
                  <a:lnTo>
                    <a:pt x="140776" y="13142"/>
                  </a:lnTo>
                  <a:lnTo>
                    <a:pt x="94689" y="5900"/>
                  </a:lnTo>
                  <a:lnTo>
                    <a:pt x="47734" y="14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"/>
            <p:cNvSpPr/>
            <p:nvPr/>
          </p:nvSpPr>
          <p:spPr>
            <a:xfrm>
              <a:off x="3449769" y="10469307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708190" y="1490"/>
                  </a:lnTo>
                  <a:lnTo>
                    <a:pt x="661235" y="5900"/>
                  </a:lnTo>
                  <a:lnTo>
                    <a:pt x="615147" y="13142"/>
                  </a:lnTo>
                  <a:lnTo>
                    <a:pt x="570018" y="23126"/>
                  </a:lnTo>
                  <a:lnTo>
                    <a:pt x="525934" y="35763"/>
                  </a:lnTo>
                  <a:lnTo>
                    <a:pt x="482987" y="50963"/>
                  </a:lnTo>
                  <a:lnTo>
                    <a:pt x="441265" y="68638"/>
                  </a:lnTo>
                  <a:lnTo>
                    <a:pt x="400857" y="88698"/>
                  </a:lnTo>
                  <a:lnTo>
                    <a:pt x="361853" y="111054"/>
                  </a:lnTo>
                  <a:lnTo>
                    <a:pt x="324341" y="135616"/>
                  </a:lnTo>
                  <a:lnTo>
                    <a:pt x="288412" y="162297"/>
                  </a:lnTo>
                  <a:lnTo>
                    <a:pt x="254154" y="191005"/>
                  </a:lnTo>
                  <a:lnTo>
                    <a:pt x="221656" y="221652"/>
                  </a:lnTo>
                  <a:lnTo>
                    <a:pt x="191009" y="254150"/>
                  </a:lnTo>
                  <a:lnTo>
                    <a:pt x="162300" y="288408"/>
                  </a:lnTo>
                  <a:lnTo>
                    <a:pt x="135619" y="324337"/>
                  </a:lnTo>
                  <a:lnTo>
                    <a:pt x="111056" y="361848"/>
                  </a:lnTo>
                  <a:lnTo>
                    <a:pt x="88700" y="400852"/>
                  </a:lnTo>
                  <a:lnTo>
                    <a:pt x="68639" y="441260"/>
                  </a:lnTo>
                  <a:lnTo>
                    <a:pt x="50964" y="482983"/>
                  </a:lnTo>
                  <a:lnTo>
                    <a:pt x="35764" y="525930"/>
                  </a:lnTo>
                  <a:lnTo>
                    <a:pt x="23126" y="570014"/>
                  </a:lnTo>
                  <a:lnTo>
                    <a:pt x="13142" y="615144"/>
                  </a:lnTo>
                  <a:lnTo>
                    <a:pt x="5900" y="661232"/>
                  </a:lnTo>
                  <a:lnTo>
                    <a:pt x="1490" y="708189"/>
                  </a:lnTo>
                  <a:lnTo>
                    <a:pt x="0" y="755924"/>
                  </a:lnTo>
                  <a:lnTo>
                    <a:pt x="364941" y="755924"/>
                  </a:lnTo>
                  <a:lnTo>
                    <a:pt x="367993" y="706949"/>
                  </a:lnTo>
                  <a:lnTo>
                    <a:pt x="376904" y="659769"/>
                  </a:lnTo>
                  <a:lnTo>
                    <a:pt x="391303" y="614755"/>
                  </a:lnTo>
                  <a:lnTo>
                    <a:pt x="410822" y="572275"/>
                  </a:lnTo>
                  <a:lnTo>
                    <a:pt x="435090" y="532700"/>
                  </a:lnTo>
                  <a:lnTo>
                    <a:pt x="463740" y="496397"/>
                  </a:lnTo>
                  <a:lnTo>
                    <a:pt x="496401" y="463736"/>
                  </a:lnTo>
                  <a:lnTo>
                    <a:pt x="532704" y="435088"/>
                  </a:lnTo>
                  <a:lnTo>
                    <a:pt x="572280" y="410820"/>
                  </a:lnTo>
                  <a:lnTo>
                    <a:pt x="614759" y="391302"/>
                  </a:lnTo>
                  <a:lnTo>
                    <a:pt x="659773" y="376903"/>
                  </a:lnTo>
                  <a:lnTo>
                    <a:pt x="706951" y="367993"/>
                  </a:lnTo>
                  <a:lnTo>
                    <a:pt x="755924" y="364941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7"/>
            <p:cNvSpPr/>
            <p:nvPr/>
          </p:nvSpPr>
          <p:spPr>
            <a:xfrm>
              <a:off x="5178288" y="10469307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708190" y="1490"/>
                  </a:lnTo>
                  <a:lnTo>
                    <a:pt x="661235" y="5900"/>
                  </a:lnTo>
                  <a:lnTo>
                    <a:pt x="615147" y="13142"/>
                  </a:lnTo>
                  <a:lnTo>
                    <a:pt x="570018" y="23126"/>
                  </a:lnTo>
                  <a:lnTo>
                    <a:pt x="525934" y="35763"/>
                  </a:lnTo>
                  <a:lnTo>
                    <a:pt x="482987" y="50963"/>
                  </a:lnTo>
                  <a:lnTo>
                    <a:pt x="441265" y="68638"/>
                  </a:lnTo>
                  <a:lnTo>
                    <a:pt x="400857" y="88698"/>
                  </a:lnTo>
                  <a:lnTo>
                    <a:pt x="361853" y="111054"/>
                  </a:lnTo>
                  <a:lnTo>
                    <a:pt x="324341" y="135616"/>
                  </a:lnTo>
                  <a:lnTo>
                    <a:pt x="288412" y="162297"/>
                  </a:lnTo>
                  <a:lnTo>
                    <a:pt x="254154" y="191005"/>
                  </a:lnTo>
                  <a:lnTo>
                    <a:pt x="221656" y="221652"/>
                  </a:lnTo>
                  <a:lnTo>
                    <a:pt x="191009" y="254150"/>
                  </a:lnTo>
                  <a:lnTo>
                    <a:pt x="162300" y="288408"/>
                  </a:lnTo>
                  <a:lnTo>
                    <a:pt x="135619" y="324337"/>
                  </a:lnTo>
                  <a:lnTo>
                    <a:pt x="111056" y="361848"/>
                  </a:lnTo>
                  <a:lnTo>
                    <a:pt x="88700" y="400852"/>
                  </a:lnTo>
                  <a:lnTo>
                    <a:pt x="68639" y="441260"/>
                  </a:lnTo>
                  <a:lnTo>
                    <a:pt x="50964" y="482983"/>
                  </a:lnTo>
                  <a:lnTo>
                    <a:pt x="35764" y="525930"/>
                  </a:lnTo>
                  <a:lnTo>
                    <a:pt x="23126" y="570014"/>
                  </a:lnTo>
                  <a:lnTo>
                    <a:pt x="13142" y="615144"/>
                  </a:lnTo>
                  <a:lnTo>
                    <a:pt x="5900" y="661232"/>
                  </a:lnTo>
                  <a:lnTo>
                    <a:pt x="1490" y="708189"/>
                  </a:lnTo>
                  <a:lnTo>
                    <a:pt x="0" y="755924"/>
                  </a:lnTo>
                  <a:lnTo>
                    <a:pt x="364941" y="755924"/>
                  </a:lnTo>
                  <a:lnTo>
                    <a:pt x="367993" y="706949"/>
                  </a:lnTo>
                  <a:lnTo>
                    <a:pt x="376904" y="659769"/>
                  </a:lnTo>
                  <a:lnTo>
                    <a:pt x="391303" y="614755"/>
                  </a:lnTo>
                  <a:lnTo>
                    <a:pt x="410822" y="572275"/>
                  </a:lnTo>
                  <a:lnTo>
                    <a:pt x="435090" y="532700"/>
                  </a:lnTo>
                  <a:lnTo>
                    <a:pt x="463740" y="496397"/>
                  </a:lnTo>
                  <a:lnTo>
                    <a:pt x="496401" y="463736"/>
                  </a:lnTo>
                  <a:lnTo>
                    <a:pt x="532704" y="435088"/>
                  </a:lnTo>
                  <a:lnTo>
                    <a:pt x="572280" y="410820"/>
                  </a:lnTo>
                  <a:lnTo>
                    <a:pt x="614759" y="391302"/>
                  </a:lnTo>
                  <a:lnTo>
                    <a:pt x="659773" y="376903"/>
                  </a:lnTo>
                  <a:lnTo>
                    <a:pt x="706951" y="367993"/>
                  </a:lnTo>
                  <a:lnTo>
                    <a:pt x="755924" y="364941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8"/>
            <p:cNvSpPr/>
            <p:nvPr/>
          </p:nvSpPr>
          <p:spPr>
            <a:xfrm>
              <a:off x="4325330" y="10469307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0" y="0"/>
                  </a:moveTo>
                  <a:lnTo>
                    <a:pt x="0" y="364941"/>
                  </a:lnTo>
                  <a:lnTo>
                    <a:pt x="48973" y="367993"/>
                  </a:lnTo>
                  <a:lnTo>
                    <a:pt x="96151" y="376903"/>
                  </a:lnTo>
                  <a:lnTo>
                    <a:pt x="141164" y="391302"/>
                  </a:lnTo>
                  <a:lnTo>
                    <a:pt x="183644" y="410820"/>
                  </a:lnTo>
                  <a:lnTo>
                    <a:pt x="223219" y="435088"/>
                  </a:lnTo>
                  <a:lnTo>
                    <a:pt x="259523" y="463736"/>
                  </a:lnTo>
                  <a:lnTo>
                    <a:pt x="292184" y="496397"/>
                  </a:lnTo>
                  <a:lnTo>
                    <a:pt x="320833" y="532700"/>
                  </a:lnTo>
                  <a:lnTo>
                    <a:pt x="345102" y="572275"/>
                  </a:lnTo>
                  <a:lnTo>
                    <a:pt x="364621" y="614755"/>
                  </a:lnTo>
                  <a:lnTo>
                    <a:pt x="379020" y="659769"/>
                  </a:lnTo>
                  <a:lnTo>
                    <a:pt x="387930" y="706949"/>
                  </a:lnTo>
                  <a:lnTo>
                    <a:pt x="390982" y="755924"/>
                  </a:lnTo>
                  <a:lnTo>
                    <a:pt x="755924" y="755924"/>
                  </a:lnTo>
                  <a:lnTo>
                    <a:pt x="754434" y="708189"/>
                  </a:lnTo>
                  <a:lnTo>
                    <a:pt x="750023" y="661232"/>
                  </a:lnTo>
                  <a:lnTo>
                    <a:pt x="742781" y="615144"/>
                  </a:lnTo>
                  <a:lnTo>
                    <a:pt x="732797" y="570014"/>
                  </a:lnTo>
                  <a:lnTo>
                    <a:pt x="720160" y="525930"/>
                  </a:lnTo>
                  <a:lnTo>
                    <a:pt x="704959" y="482983"/>
                  </a:lnTo>
                  <a:lnTo>
                    <a:pt x="687284" y="441260"/>
                  </a:lnTo>
                  <a:lnTo>
                    <a:pt x="667224" y="400852"/>
                  </a:lnTo>
                  <a:lnTo>
                    <a:pt x="644867" y="361848"/>
                  </a:lnTo>
                  <a:lnTo>
                    <a:pt x="620304" y="324337"/>
                  </a:lnTo>
                  <a:lnTo>
                    <a:pt x="593624" y="288408"/>
                  </a:lnTo>
                  <a:lnTo>
                    <a:pt x="564915" y="254150"/>
                  </a:lnTo>
                  <a:lnTo>
                    <a:pt x="534267" y="221652"/>
                  </a:lnTo>
                  <a:lnTo>
                    <a:pt x="501770" y="191005"/>
                  </a:lnTo>
                  <a:lnTo>
                    <a:pt x="467512" y="162297"/>
                  </a:lnTo>
                  <a:lnTo>
                    <a:pt x="431582" y="135616"/>
                  </a:lnTo>
                  <a:lnTo>
                    <a:pt x="394071" y="111054"/>
                  </a:lnTo>
                  <a:lnTo>
                    <a:pt x="355067" y="88698"/>
                  </a:lnTo>
                  <a:lnTo>
                    <a:pt x="314659" y="68638"/>
                  </a:lnTo>
                  <a:lnTo>
                    <a:pt x="272937" y="50963"/>
                  </a:lnTo>
                  <a:lnTo>
                    <a:pt x="229989" y="35763"/>
                  </a:lnTo>
                  <a:lnTo>
                    <a:pt x="185906" y="23126"/>
                  </a:lnTo>
                  <a:lnTo>
                    <a:pt x="140776" y="13142"/>
                  </a:lnTo>
                  <a:lnTo>
                    <a:pt x="94689" y="5900"/>
                  </a:lnTo>
                  <a:lnTo>
                    <a:pt x="47734" y="14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9"/>
            <p:cNvSpPr/>
            <p:nvPr/>
          </p:nvSpPr>
          <p:spPr>
            <a:xfrm>
              <a:off x="875987" y="10469304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93"/>
                  </a:lnTo>
                  <a:lnTo>
                    <a:pt x="706951" y="387941"/>
                  </a:lnTo>
                  <a:lnTo>
                    <a:pt x="659773" y="379030"/>
                  </a:lnTo>
                  <a:lnTo>
                    <a:pt x="614759" y="364631"/>
                  </a:lnTo>
                  <a:lnTo>
                    <a:pt x="572280" y="345112"/>
                  </a:lnTo>
                  <a:lnTo>
                    <a:pt x="532704" y="320843"/>
                  </a:lnTo>
                  <a:lnTo>
                    <a:pt x="496401" y="292193"/>
                  </a:lnTo>
                  <a:lnTo>
                    <a:pt x="463740" y="259531"/>
                  </a:lnTo>
                  <a:lnTo>
                    <a:pt x="435090" y="223227"/>
                  </a:lnTo>
                  <a:lnTo>
                    <a:pt x="410822" y="183651"/>
                  </a:lnTo>
                  <a:lnTo>
                    <a:pt x="391303" y="141170"/>
                  </a:lnTo>
                  <a:lnTo>
                    <a:pt x="376904" y="96155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10"/>
            <p:cNvSpPr/>
            <p:nvPr/>
          </p:nvSpPr>
          <p:spPr>
            <a:xfrm>
              <a:off x="39317" y="10469304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5"/>
                  </a:lnTo>
                  <a:lnTo>
                    <a:pt x="364621" y="141170"/>
                  </a:lnTo>
                  <a:lnTo>
                    <a:pt x="345102" y="183651"/>
                  </a:lnTo>
                  <a:lnTo>
                    <a:pt x="320833" y="223227"/>
                  </a:lnTo>
                  <a:lnTo>
                    <a:pt x="292184" y="259531"/>
                  </a:lnTo>
                  <a:lnTo>
                    <a:pt x="259523" y="292193"/>
                  </a:lnTo>
                  <a:lnTo>
                    <a:pt x="223219" y="320843"/>
                  </a:lnTo>
                  <a:lnTo>
                    <a:pt x="183644" y="345112"/>
                  </a:lnTo>
                  <a:lnTo>
                    <a:pt x="141164" y="364631"/>
                  </a:lnTo>
                  <a:lnTo>
                    <a:pt x="96151" y="379030"/>
                  </a:lnTo>
                  <a:lnTo>
                    <a:pt x="48973" y="387941"/>
                  </a:lnTo>
                  <a:lnTo>
                    <a:pt x="0" y="390993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12"/>
            <p:cNvSpPr/>
            <p:nvPr/>
          </p:nvSpPr>
          <p:spPr>
            <a:xfrm>
              <a:off x="1751547" y="9605433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0" y="0"/>
                  </a:moveTo>
                  <a:lnTo>
                    <a:pt x="0" y="364931"/>
                  </a:lnTo>
                  <a:lnTo>
                    <a:pt x="48973" y="367983"/>
                  </a:lnTo>
                  <a:lnTo>
                    <a:pt x="96151" y="376893"/>
                  </a:lnTo>
                  <a:lnTo>
                    <a:pt x="141164" y="391293"/>
                  </a:lnTo>
                  <a:lnTo>
                    <a:pt x="183644" y="410812"/>
                  </a:lnTo>
                  <a:lnTo>
                    <a:pt x="223219" y="435081"/>
                  </a:lnTo>
                  <a:lnTo>
                    <a:pt x="259523" y="463731"/>
                  </a:lnTo>
                  <a:lnTo>
                    <a:pt x="292184" y="496392"/>
                  </a:lnTo>
                  <a:lnTo>
                    <a:pt x="320833" y="532696"/>
                  </a:lnTo>
                  <a:lnTo>
                    <a:pt x="345102" y="572273"/>
                  </a:lnTo>
                  <a:lnTo>
                    <a:pt x="364621" y="614754"/>
                  </a:lnTo>
                  <a:lnTo>
                    <a:pt x="379020" y="659769"/>
                  </a:lnTo>
                  <a:lnTo>
                    <a:pt x="387930" y="706948"/>
                  </a:lnTo>
                  <a:lnTo>
                    <a:pt x="390982" y="755924"/>
                  </a:lnTo>
                  <a:lnTo>
                    <a:pt x="755924" y="755924"/>
                  </a:lnTo>
                  <a:lnTo>
                    <a:pt x="754434" y="708189"/>
                  </a:lnTo>
                  <a:lnTo>
                    <a:pt x="750023" y="661232"/>
                  </a:lnTo>
                  <a:lnTo>
                    <a:pt x="742781" y="615144"/>
                  </a:lnTo>
                  <a:lnTo>
                    <a:pt x="732797" y="570014"/>
                  </a:lnTo>
                  <a:lnTo>
                    <a:pt x="720160" y="525930"/>
                  </a:lnTo>
                  <a:lnTo>
                    <a:pt x="704959" y="482983"/>
                  </a:lnTo>
                  <a:lnTo>
                    <a:pt x="687284" y="441260"/>
                  </a:lnTo>
                  <a:lnTo>
                    <a:pt x="667224" y="400852"/>
                  </a:lnTo>
                  <a:lnTo>
                    <a:pt x="644867" y="361848"/>
                  </a:lnTo>
                  <a:lnTo>
                    <a:pt x="620304" y="324337"/>
                  </a:lnTo>
                  <a:lnTo>
                    <a:pt x="593624" y="288408"/>
                  </a:lnTo>
                  <a:lnTo>
                    <a:pt x="564915" y="254150"/>
                  </a:lnTo>
                  <a:lnTo>
                    <a:pt x="534267" y="221652"/>
                  </a:lnTo>
                  <a:lnTo>
                    <a:pt x="501770" y="191005"/>
                  </a:lnTo>
                  <a:lnTo>
                    <a:pt x="467512" y="162297"/>
                  </a:lnTo>
                  <a:lnTo>
                    <a:pt x="431582" y="135616"/>
                  </a:lnTo>
                  <a:lnTo>
                    <a:pt x="394071" y="111054"/>
                  </a:lnTo>
                  <a:lnTo>
                    <a:pt x="355067" y="88698"/>
                  </a:lnTo>
                  <a:lnTo>
                    <a:pt x="314659" y="68638"/>
                  </a:lnTo>
                  <a:lnTo>
                    <a:pt x="272937" y="50963"/>
                  </a:lnTo>
                  <a:lnTo>
                    <a:pt x="229989" y="35763"/>
                  </a:lnTo>
                  <a:lnTo>
                    <a:pt x="185906" y="23126"/>
                  </a:lnTo>
                  <a:lnTo>
                    <a:pt x="140776" y="13142"/>
                  </a:lnTo>
                  <a:lnTo>
                    <a:pt x="94689" y="5900"/>
                  </a:lnTo>
                  <a:lnTo>
                    <a:pt x="47734" y="14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13"/>
            <p:cNvSpPr/>
            <p:nvPr/>
          </p:nvSpPr>
          <p:spPr>
            <a:xfrm>
              <a:off x="2600660" y="9605429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4"/>
                  </a:lnTo>
                  <a:lnTo>
                    <a:pt x="364621" y="141169"/>
                  </a:lnTo>
                  <a:lnTo>
                    <a:pt x="345102" y="183648"/>
                  </a:lnTo>
                  <a:lnTo>
                    <a:pt x="320833" y="223224"/>
                  </a:lnTo>
                  <a:lnTo>
                    <a:pt x="292184" y="259527"/>
                  </a:lnTo>
                  <a:lnTo>
                    <a:pt x="259523" y="292187"/>
                  </a:lnTo>
                  <a:lnTo>
                    <a:pt x="223219" y="320836"/>
                  </a:lnTo>
                  <a:lnTo>
                    <a:pt x="183644" y="345104"/>
                  </a:lnTo>
                  <a:lnTo>
                    <a:pt x="141164" y="364622"/>
                  </a:lnTo>
                  <a:lnTo>
                    <a:pt x="96151" y="379020"/>
                  </a:lnTo>
                  <a:lnTo>
                    <a:pt x="48973" y="387930"/>
                  </a:lnTo>
                  <a:lnTo>
                    <a:pt x="0" y="390982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14"/>
            <p:cNvSpPr/>
            <p:nvPr/>
          </p:nvSpPr>
          <p:spPr>
            <a:xfrm>
              <a:off x="3449769" y="9605429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82"/>
                  </a:lnTo>
                  <a:lnTo>
                    <a:pt x="706951" y="387930"/>
                  </a:lnTo>
                  <a:lnTo>
                    <a:pt x="659773" y="379020"/>
                  </a:lnTo>
                  <a:lnTo>
                    <a:pt x="614759" y="364622"/>
                  </a:lnTo>
                  <a:lnTo>
                    <a:pt x="572280" y="345104"/>
                  </a:lnTo>
                  <a:lnTo>
                    <a:pt x="532704" y="320836"/>
                  </a:lnTo>
                  <a:lnTo>
                    <a:pt x="496401" y="292187"/>
                  </a:lnTo>
                  <a:lnTo>
                    <a:pt x="463740" y="259527"/>
                  </a:lnTo>
                  <a:lnTo>
                    <a:pt x="435090" y="223224"/>
                  </a:lnTo>
                  <a:lnTo>
                    <a:pt x="410822" y="183648"/>
                  </a:lnTo>
                  <a:lnTo>
                    <a:pt x="391303" y="141169"/>
                  </a:lnTo>
                  <a:lnTo>
                    <a:pt x="376904" y="96154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15"/>
            <p:cNvSpPr/>
            <p:nvPr/>
          </p:nvSpPr>
          <p:spPr>
            <a:xfrm>
              <a:off x="5178288" y="9605429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82"/>
                  </a:lnTo>
                  <a:lnTo>
                    <a:pt x="706951" y="387930"/>
                  </a:lnTo>
                  <a:lnTo>
                    <a:pt x="659773" y="379020"/>
                  </a:lnTo>
                  <a:lnTo>
                    <a:pt x="614759" y="364622"/>
                  </a:lnTo>
                  <a:lnTo>
                    <a:pt x="572280" y="345104"/>
                  </a:lnTo>
                  <a:lnTo>
                    <a:pt x="532704" y="320836"/>
                  </a:lnTo>
                  <a:lnTo>
                    <a:pt x="496401" y="292187"/>
                  </a:lnTo>
                  <a:lnTo>
                    <a:pt x="463740" y="259527"/>
                  </a:lnTo>
                  <a:lnTo>
                    <a:pt x="435090" y="223224"/>
                  </a:lnTo>
                  <a:lnTo>
                    <a:pt x="410822" y="183648"/>
                  </a:lnTo>
                  <a:lnTo>
                    <a:pt x="391303" y="141169"/>
                  </a:lnTo>
                  <a:lnTo>
                    <a:pt x="376904" y="96154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16"/>
            <p:cNvSpPr/>
            <p:nvPr/>
          </p:nvSpPr>
          <p:spPr>
            <a:xfrm>
              <a:off x="4325330" y="9605429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4"/>
                  </a:lnTo>
                  <a:lnTo>
                    <a:pt x="364621" y="141169"/>
                  </a:lnTo>
                  <a:lnTo>
                    <a:pt x="345102" y="183648"/>
                  </a:lnTo>
                  <a:lnTo>
                    <a:pt x="320833" y="223224"/>
                  </a:lnTo>
                  <a:lnTo>
                    <a:pt x="292184" y="259527"/>
                  </a:lnTo>
                  <a:lnTo>
                    <a:pt x="259523" y="292187"/>
                  </a:lnTo>
                  <a:lnTo>
                    <a:pt x="223219" y="320836"/>
                  </a:lnTo>
                  <a:lnTo>
                    <a:pt x="183644" y="345104"/>
                  </a:lnTo>
                  <a:lnTo>
                    <a:pt x="141164" y="364622"/>
                  </a:lnTo>
                  <a:lnTo>
                    <a:pt x="96151" y="379020"/>
                  </a:lnTo>
                  <a:lnTo>
                    <a:pt x="48973" y="387930"/>
                  </a:lnTo>
                  <a:lnTo>
                    <a:pt x="0" y="390982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18"/>
            <p:cNvSpPr/>
            <p:nvPr/>
          </p:nvSpPr>
          <p:spPr>
            <a:xfrm>
              <a:off x="875987" y="9605429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82"/>
                  </a:lnTo>
                  <a:lnTo>
                    <a:pt x="706951" y="387930"/>
                  </a:lnTo>
                  <a:lnTo>
                    <a:pt x="659773" y="379020"/>
                  </a:lnTo>
                  <a:lnTo>
                    <a:pt x="614759" y="364622"/>
                  </a:lnTo>
                  <a:lnTo>
                    <a:pt x="572280" y="345104"/>
                  </a:lnTo>
                  <a:lnTo>
                    <a:pt x="532704" y="320836"/>
                  </a:lnTo>
                  <a:lnTo>
                    <a:pt x="496401" y="292187"/>
                  </a:lnTo>
                  <a:lnTo>
                    <a:pt x="463740" y="259527"/>
                  </a:lnTo>
                  <a:lnTo>
                    <a:pt x="435090" y="223224"/>
                  </a:lnTo>
                  <a:lnTo>
                    <a:pt x="410822" y="183648"/>
                  </a:lnTo>
                  <a:lnTo>
                    <a:pt x="391303" y="141169"/>
                  </a:lnTo>
                  <a:lnTo>
                    <a:pt x="376904" y="96154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19"/>
            <p:cNvSpPr/>
            <p:nvPr/>
          </p:nvSpPr>
          <p:spPr>
            <a:xfrm>
              <a:off x="39317" y="9605429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4"/>
                  </a:lnTo>
                  <a:lnTo>
                    <a:pt x="364621" y="141169"/>
                  </a:lnTo>
                  <a:lnTo>
                    <a:pt x="345102" y="183648"/>
                  </a:lnTo>
                  <a:lnTo>
                    <a:pt x="320833" y="223224"/>
                  </a:lnTo>
                  <a:lnTo>
                    <a:pt x="292184" y="259527"/>
                  </a:lnTo>
                  <a:lnTo>
                    <a:pt x="259523" y="292187"/>
                  </a:lnTo>
                  <a:lnTo>
                    <a:pt x="223219" y="320836"/>
                  </a:lnTo>
                  <a:lnTo>
                    <a:pt x="183644" y="345104"/>
                  </a:lnTo>
                  <a:lnTo>
                    <a:pt x="141164" y="364622"/>
                  </a:lnTo>
                  <a:lnTo>
                    <a:pt x="96151" y="379020"/>
                  </a:lnTo>
                  <a:lnTo>
                    <a:pt x="48973" y="387930"/>
                  </a:lnTo>
                  <a:lnTo>
                    <a:pt x="0" y="390982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820142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0104100" cy="1790064"/>
          </a:xfrm>
          <a:custGeom>
            <a:avLst/>
            <a:gdLst/>
            <a:ahLst/>
            <a:cxnLst/>
            <a:rect l="l" t="t" r="r" b="b"/>
            <a:pathLst>
              <a:path w="20104100" h="1790064">
                <a:moveTo>
                  <a:pt x="20104099" y="0"/>
                </a:moveTo>
                <a:lnTo>
                  <a:pt x="0" y="0"/>
                </a:lnTo>
                <a:lnTo>
                  <a:pt x="0" y="1789715"/>
                </a:lnTo>
                <a:lnTo>
                  <a:pt x="20104099" y="1789715"/>
                </a:lnTo>
                <a:lnTo>
                  <a:pt x="20104099" y="0"/>
                </a:lnTo>
                <a:close/>
              </a:path>
            </a:pathLst>
          </a:custGeom>
          <a:solidFill>
            <a:srgbClr val="001F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1746250" y="2911475"/>
            <a:ext cx="16535400" cy="65862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indent="630238" algn="just">
              <a:lnSpc>
                <a:spcPct val="125000"/>
              </a:lnSpc>
              <a:buFont typeface="+mj-lt"/>
              <a:buAutoNum type="arabicPeriod"/>
            </a:pPr>
            <a:r>
              <a:rPr lang="ru-RU" sz="3200" dirty="0">
                <a:solidFill>
                  <a:srgbClr val="001F82"/>
                </a:solidFill>
                <a:latin typeface="Montserrat" panose="00000500000000000000" pitchFamily="2" charset="-52"/>
              </a:rPr>
              <a:t>Документы направляются посредством федеральной государственной информационной системы «Единый портал государственных и муниципальных услуг (функций)» при поступлении на обучение через </a:t>
            </a:r>
            <a:r>
              <a:rPr lang="ru-RU" sz="3200" b="1" dirty="0">
                <a:solidFill>
                  <a:srgbClr val="001F82"/>
                </a:solidFill>
                <a:latin typeface="Montserrat" panose="00000500000000000000" pitchFamily="2" charset="-52"/>
              </a:rPr>
              <a:t>суперсервис «Поступление в вуз онлайн</a:t>
            </a:r>
            <a:r>
              <a:rPr lang="ru-RU" sz="3200" b="1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».</a:t>
            </a:r>
            <a:endParaRPr lang="ru-RU" sz="3200" b="1" dirty="0">
              <a:solidFill>
                <a:srgbClr val="001F82"/>
              </a:solidFill>
              <a:latin typeface="Montserrat" panose="00000500000000000000" pitchFamily="2" charset="-52"/>
            </a:endParaRPr>
          </a:p>
          <a:p>
            <a:pPr indent="630238" algn="just">
              <a:lnSpc>
                <a:spcPct val="125000"/>
              </a:lnSpc>
              <a:buFont typeface="+mj-lt"/>
              <a:buAutoNum type="arabicPeriod"/>
            </a:pPr>
            <a:r>
              <a:rPr lang="ru-RU" sz="3200" dirty="0">
                <a:solidFill>
                  <a:srgbClr val="001F82"/>
                </a:solidFill>
                <a:latin typeface="Montserrat" panose="00000500000000000000" pitchFamily="2" charset="-52"/>
              </a:rPr>
              <a:t>Документы направляются в электронной форме посредством электронной информационной системы (</a:t>
            </a:r>
            <a:r>
              <a:rPr lang="ru-RU" sz="3200" b="1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Личный кабинет</a:t>
            </a:r>
            <a:r>
              <a:rPr lang="ru-RU" sz="3200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).</a:t>
            </a:r>
            <a:endParaRPr lang="ru-RU" sz="3200" dirty="0">
              <a:solidFill>
                <a:srgbClr val="001F82"/>
              </a:solidFill>
              <a:latin typeface="Montserrat" panose="00000500000000000000" pitchFamily="2" charset="-52"/>
            </a:endParaRPr>
          </a:p>
          <a:p>
            <a:pPr indent="630238" algn="just">
              <a:lnSpc>
                <a:spcPct val="125000"/>
              </a:lnSpc>
              <a:buFont typeface="+mj-lt"/>
              <a:buAutoNum type="arabicPeriod"/>
            </a:pPr>
            <a:r>
              <a:rPr lang="ru-RU" sz="3200" dirty="0">
                <a:solidFill>
                  <a:srgbClr val="001F82"/>
                </a:solidFill>
                <a:latin typeface="Montserrat" panose="00000500000000000000" pitchFamily="2" charset="-52"/>
              </a:rPr>
              <a:t>Документы представляются </a:t>
            </a:r>
            <a:r>
              <a:rPr lang="ru-RU" sz="3200" b="1" dirty="0">
                <a:solidFill>
                  <a:srgbClr val="001F82"/>
                </a:solidFill>
                <a:latin typeface="Montserrat" panose="00000500000000000000" pitchFamily="2" charset="-52"/>
              </a:rPr>
              <a:t>лично поступающим</a:t>
            </a:r>
            <a:r>
              <a:rPr lang="ru-RU" sz="3200" b="1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.</a:t>
            </a:r>
            <a:endParaRPr lang="ru-RU" sz="3200" b="1" dirty="0">
              <a:solidFill>
                <a:srgbClr val="001F82"/>
              </a:solidFill>
              <a:latin typeface="Montserrat" panose="00000500000000000000" pitchFamily="2" charset="-52"/>
            </a:endParaRPr>
          </a:p>
          <a:p>
            <a:pPr indent="630238" algn="just">
              <a:lnSpc>
                <a:spcPct val="125000"/>
              </a:lnSpc>
              <a:buFont typeface="+mj-lt"/>
              <a:buAutoNum type="arabicPeriod"/>
            </a:pPr>
            <a:r>
              <a:rPr lang="ru-RU" sz="3200" dirty="0">
                <a:solidFill>
                  <a:srgbClr val="001F82"/>
                </a:solidFill>
                <a:latin typeface="Montserrat" panose="00000500000000000000" pitchFamily="2" charset="-52"/>
              </a:rPr>
              <a:t>Документы направляются посредством </a:t>
            </a:r>
            <a:r>
              <a:rPr lang="ru-RU" sz="3200" b="1" dirty="0">
                <a:solidFill>
                  <a:srgbClr val="001F82"/>
                </a:solidFill>
                <a:latin typeface="Montserrat" panose="00000500000000000000" pitchFamily="2" charset="-52"/>
              </a:rPr>
              <a:t>почтовой связи </a:t>
            </a:r>
            <a:r>
              <a:rPr lang="ru-RU" sz="3200" b="1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общего </a:t>
            </a:r>
            <a:r>
              <a:rPr lang="ru-RU" sz="3200" b="1" dirty="0">
                <a:solidFill>
                  <a:srgbClr val="001F82"/>
                </a:solidFill>
                <a:latin typeface="Montserrat" panose="00000500000000000000" pitchFamily="2" charset="-52"/>
              </a:rPr>
              <a:t>пользования с уведомлением (Почта России и др.).</a:t>
            </a:r>
          </a:p>
          <a:p>
            <a:pPr algn="just">
              <a:lnSpc>
                <a:spcPct val="120000"/>
              </a:lnSpc>
            </a:pPr>
            <a:endParaRPr lang="ru-RU" sz="3200" b="1" dirty="0">
              <a:solidFill>
                <a:srgbClr val="001F82"/>
              </a:solidFill>
              <a:latin typeface="Montserrat" panose="00000500000000000000" pitchFamily="2" charset="-52"/>
            </a:endParaRPr>
          </a:p>
          <a:p>
            <a:pPr algn="just">
              <a:lnSpc>
                <a:spcPct val="120000"/>
              </a:lnSpc>
            </a:pPr>
            <a:r>
              <a:rPr lang="ru-RU" sz="2400" b="1" dirty="0">
                <a:solidFill>
                  <a:srgbClr val="001F82"/>
                </a:solidFill>
                <a:latin typeface="Montserrat" panose="00000500000000000000" pitchFamily="2" charset="-52"/>
              </a:rPr>
              <a:t>Приоритет дистанционного взаимодействия с поступающими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title"/>
          </p:nvPr>
        </p:nvSpPr>
        <p:spPr>
          <a:xfrm>
            <a:off x="1063170" y="481694"/>
            <a:ext cx="13789480" cy="725199"/>
          </a:xfrm>
          <a:prstGeom prst="rect">
            <a:avLst/>
          </a:prstGeom>
        </p:spPr>
        <p:txBody>
          <a:bodyPr vert="horz" wrap="square" lIns="0" tIns="1714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ru-RU" b="1" dirty="0">
                <a:latin typeface="Montserrat" pitchFamily="2" charset="-52"/>
              </a:rPr>
              <a:t>ВЗАИМОДЕЙСТВИЕ С ПОСТУПАЮЩИМИ</a:t>
            </a:r>
          </a:p>
        </p:txBody>
      </p:sp>
      <p:sp>
        <p:nvSpPr>
          <p:cNvPr id="34" name="object 14"/>
          <p:cNvSpPr/>
          <p:nvPr/>
        </p:nvSpPr>
        <p:spPr>
          <a:xfrm>
            <a:off x="17620831" y="493400"/>
            <a:ext cx="782955" cy="972185"/>
          </a:xfrm>
          <a:custGeom>
            <a:avLst/>
            <a:gdLst/>
            <a:ahLst/>
            <a:cxnLst/>
            <a:rect l="l" t="t" r="r" b="b"/>
            <a:pathLst>
              <a:path w="782955" h="972185">
                <a:moveTo>
                  <a:pt x="782701" y="580580"/>
                </a:moveTo>
                <a:lnTo>
                  <a:pt x="593788" y="580580"/>
                </a:lnTo>
                <a:lnTo>
                  <a:pt x="588429" y="626935"/>
                </a:lnTo>
                <a:lnTo>
                  <a:pt x="573176" y="669518"/>
                </a:lnTo>
                <a:lnTo>
                  <a:pt x="549249" y="707110"/>
                </a:lnTo>
                <a:lnTo>
                  <a:pt x="517880" y="738479"/>
                </a:lnTo>
                <a:lnTo>
                  <a:pt x="480301" y="762406"/>
                </a:lnTo>
                <a:lnTo>
                  <a:pt x="437705" y="777659"/>
                </a:lnTo>
                <a:lnTo>
                  <a:pt x="391350" y="783005"/>
                </a:lnTo>
                <a:lnTo>
                  <a:pt x="344995" y="777659"/>
                </a:lnTo>
                <a:lnTo>
                  <a:pt x="302412" y="762406"/>
                </a:lnTo>
                <a:lnTo>
                  <a:pt x="264820" y="738479"/>
                </a:lnTo>
                <a:lnTo>
                  <a:pt x="233451" y="707110"/>
                </a:lnTo>
                <a:lnTo>
                  <a:pt x="209524" y="669518"/>
                </a:lnTo>
                <a:lnTo>
                  <a:pt x="194271" y="626935"/>
                </a:lnTo>
                <a:lnTo>
                  <a:pt x="188925" y="580580"/>
                </a:lnTo>
                <a:lnTo>
                  <a:pt x="194271" y="534225"/>
                </a:lnTo>
                <a:lnTo>
                  <a:pt x="209524" y="491642"/>
                </a:lnTo>
                <a:lnTo>
                  <a:pt x="233451" y="454050"/>
                </a:lnTo>
                <a:lnTo>
                  <a:pt x="264820" y="422681"/>
                </a:lnTo>
                <a:lnTo>
                  <a:pt x="302412" y="398754"/>
                </a:lnTo>
                <a:lnTo>
                  <a:pt x="344995" y="383514"/>
                </a:lnTo>
                <a:lnTo>
                  <a:pt x="391350" y="378155"/>
                </a:lnTo>
                <a:lnTo>
                  <a:pt x="391350" y="189242"/>
                </a:lnTo>
                <a:lnTo>
                  <a:pt x="342328" y="192290"/>
                </a:lnTo>
                <a:lnTo>
                  <a:pt x="295109" y="201206"/>
                </a:lnTo>
                <a:lnTo>
                  <a:pt x="250050" y="215620"/>
                </a:lnTo>
                <a:lnTo>
                  <a:pt x="207530" y="235153"/>
                </a:lnTo>
                <a:lnTo>
                  <a:pt x="167919" y="259448"/>
                </a:lnTo>
                <a:lnTo>
                  <a:pt x="131584" y="288124"/>
                </a:lnTo>
                <a:lnTo>
                  <a:pt x="98894" y="320814"/>
                </a:lnTo>
                <a:lnTo>
                  <a:pt x="70218" y="357149"/>
                </a:lnTo>
                <a:lnTo>
                  <a:pt x="45923" y="396760"/>
                </a:lnTo>
                <a:lnTo>
                  <a:pt x="26390" y="439280"/>
                </a:lnTo>
                <a:lnTo>
                  <a:pt x="11976" y="484339"/>
                </a:lnTo>
                <a:lnTo>
                  <a:pt x="3060" y="531558"/>
                </a:lnTo>
                <a:lnTo>
                  <a:pt x="0" y="580580"/>
                </a:lnTo>
                <a:lnTo>
                  <a:pt x="3060" y="629602"/>
                </a:lnTo>
                <a:lnTo>
                  <a:pt x="11976" y="676821"/>
                </a:lnTo>
                <a:lnTo>
                  <a:pt x="26390" y="721880"/>
                </a:lnTo>
                <a:lnTo>
                  <a:pt x="45923" y="764400"/>
                </a:lnTo>
                <a:lnTo>
                  <a:pt x="70218" y="804011"/>
                </a:lnTo>
                <a:lnTo>
                  <a:pt x="98894" y="840346"/>
                </a:lnTo>
                <a:lnTo>
                  <a:pt x="131584" y="873036"/>
                </a:lnTo>
                <a:lnTo>
                  <a:pt x="167919" y="901712"/>
                </a:lnTo>
                <a:lnTo>
                  <a:pt x="207530" y="926007"/>
                </a:lnTo>
                <a:lnTo>
                  <a:pt x="250050" y="945540"/>
                </a:lnTo>
                <a:lnTo>
                  <a:pt x="295109" y="959954"/>
                </a:lnTo>
                <a:lnTo>
                  <a:pt x="342328" y="968870"/>
                </a:lnTo>
                <a:lnTo>
                  <a:pt x="391350" y="971931"/>
                </a:lnTo>
                <a:lnTo>
                  <a:pt x="440385" y="968870"/>
                </a:lnTo>
                <a:lnTo>
                  <a:pt x="487616" y="959954"/>
                </a:lnTo>
                <a:lnTo>
                  <a:pt x="532688" y="945540"/>
                </a:lnTo>
                <a:lnTo>
                  <a:pt x="575208" y="926007"/>
                </a:lnTo>
                <a:lnTo>
                  <a:pt x="614819" y="901712"/>
                </a:lnTo>
                <a:lnTo>
                  <a:pt x="651167" y="873036"/>
                </a:lnTo>
                <a:lnTo>
                  <a:pt x="683856" y="840346"/>
                </a:lnTo>
                <a:lnTo>
                  <a:pt x="712533" y="804011"/>
                </a:lnTo>
                <a:lnTo>
                  <a:pt x="736815" y="764400"/>
                </a:lnTo>
                <a:lnTo>
                  <a:pt x="756348" y="721880"/>
                </a:lnTo>
                <a:lnTo>
                  <a:pt x="770750" y="676821"/>
                </a:lnTo>
                <a:lnTo>
                  <a:pt x="779665" y="629602"/>
                </a:lnTo>
                <a:lnTo>
                  <a:pt x="782701" y="580580"/>
                </a:lnTo>
                <a:close/>
              </a:path>
              <a:path w="782955" h="972185">
                <a:moveTo>
                  <a:pt x="782751" y="391350"/>
                </a:moveTo>
                <a:lnTo>
                  <a:pt x="779703" y="342328"/>
                </a:lnTo>
                <a:lnTo>
                  <a:pt x="770775" y="295097"/>
                </a:lnTo>
                <a:lnTo>
                  <a:pt x="756373" y="250050"/>
                </a:lnTo>
                <a:lnTo>
                  <a:pt x="736828" y="207530"/>
                </a:lnTo>
                <a:lnTo>
                  <a:pt x="712546" y="167919"/>
                </a:lnTo>
                <a:lnTo>
                  <a:pt x="683869" y="131584"/>
                </a:lnTo>
                <a:lnTo>
                  <a:pt x="651179" y="98894"/>
                </a:lnTo>
                <a:lnTo>
                  <a:pt x="614832" y="70218"/>
                </a:lnTo>
                <a:lnTo>
                  <a:pt x="575221" y="45923"/>
                </a:lnTo>
                <a:lnTo>
                  <a:pt x="532701" y="26390"/>
                </a:lnTo>
                <a:lnTo>
                  <a:pt x="487654" y="11976"/>
                </a:lnTo>
                <a:lnTo>
                  <a:pt x="440423" y="3060"/>
                </a:lnTo>
                <a:lnTo>
                  <a:pt x="391401" y="0"/>
                </a:lnTo>
                <a:lnTo>
                  <a:pt x="391401" y="188912"/>
                </a:lnTo>
                <a:lnTo>
                  <a:pt x="437769" y="194271"/>
                </a:lnTo>
                <a:lnTo>
                  <a:pt x="480352" y="209524"/>
                </a:lnTo>
                <a:lnTo>
                  <a:pt x="517944" y="233438"/>
                </a:lnTo>
                <a:lnTo>
                  <a:pt x="549313" y="264807"/>
                </a:lnTo>
                <a:lnTo>
                  <a:pt x="573227" y="302399"/>
                </a:lnTo>
                <a:lnTo>
                  <a:pt x="588479" y="344982"/>
                </a:lnTo>
                <a:lnTo>
                  <a:pt x="593839" y="391350"/>
                </a:lnTo>
                <a:lnTo>
                  <a:pt x="782751" y="3913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15"/>
          <p:cNvSpPr/>
          <p:nvPr/>
        </p:nvSpPr>
        <p:spPr>
          <a:xfrm>
            <a:off x="18527039" y="836592"/>
            <a:ext cx="1136015" cy="355600"/>
          </a:xfrm>
          <a:custGeom>
            <a:avLst/>
            <a:gdLst/>
            <a:ahLst/>
            <a:cxnLst/>
            <a:rect l="l" t="t" r="r" b="b"/>
            <a:pathLst>
              <a:path w="1136015" h="355600">
                <a:moveTo>
                  <a:pt x="241134" y="231355"/>
                </a:moveTo>
                <a:lnTo>
                  <a:pt x="197370" y="190157"/>
                </a:lnTo>
                <a:lnTo>
                  <a:pt x="192798" y="195757"/>
                </a:lnTo>
                <a:lnTo>
                  <a:pt x="187528" y="200812"/>
                </a:lnTo>
                <a:lnTo>
                  <a:pt x="151295" y="216141"/>
                </a:lnTo>
                <a:lnTo>
                  <a:pt x="142227" y="216598"/>
                </a:lnTo>
                <a:lnTo>
                  <a:pt x="134277" y="216230"/>
                </a:lnTo>
                <a:lnTo>
                  <a:pt x="94195" y="199351"/>
                </a:lnTo>
                <a:lnTo>
                  <a:pt x="71424" y="161658"/>
                </a:lnTo>
                <a:lnTo>
                  <a:pt x="68326" y="136855"/>
                </a:lnTo>
                <a:lnTo>
                  <a:pt x="68668" y="128384"/>
                </a:lnTo>
                <a:lnTo>
                  <a:pt x="80454" y="91490"/>
                </a:lnTo>
                <a:lnTo>
                  <a:pt x="113004" y="63131"/>
                </a:lnTo>
                <a:lnTo>
                  <a:pt x="143357" y="57048"/>
                </a:lnTo>
                <a:lnTo>
                  <a:pt x="150850" y="57416"/>
                </a:lnTo>
                <a:lnTo>
                  <a:pt x="191211" y="75260"/>
                </a:lnTo>
                <a:lnTo>
                  <a:pt x="195961" y="80937"/>
                </a:lnTo>
                <a:lnTo>
                  <a:pt x="238633" y="38265"/>
                </a:lnTo>
                <a:lnTo>
                  <a:pt x="208102" y="15214"/>
                </a:lnTo>
                <a:lnTo>
                  <a:pt x="168529" y="2438"/>
                </a:lnTo>
                <a:lnTo>
                  <a:pt x="141185" y="0"/>
                </a:lnTo>
                <a:lnTo>
                  <a:pt x="126542" y="596"/>
                </a:lnTo>
                <a:lnTo>
                  <a:pt x="85648" y="9563"/>
                </a:lnTo>
                <a:lnTo>
                  <a:pt x="50787" y="28562"/>
                </a:lnTo>
                <a:lnTo>
                  <a:pt x="23761" y="56680"/>
                </a:lnTo>
                <a:lnTo>
                  <a:pt x="6108" y="93243"/>
                </a:lnTo>
                <a:lnTo>
                  <a:pt x="0" y="136804"/>
                </a:lnTo>
                <a:lnTo>
                  <a:pt x="660" y="151739"/>
                </a:lnTo>
                <a:lnTo>
                  <a:pt x="10642" y="192709"/>
                </a:lnTo>
                <a:lnTo>
                  <a:pt x="31191" y="226745"/>
                </a:lnTo>
                <a:lnTo>
                  <a:pt x="60490" y="252425"/>
                </a:lnTo>
                <a:lnTo>
                  <a:pt x="97421" y="268770"/>
                </a:lnTo>
                <a:lnTo>
                  <a:pt x="140042" y="274358"/>
                </a:lnTo>
                <a:lnTo>
                  <a:pt x="156095" y="273634"/>
                </a:lnTo>
                <a:lnTo>
                  <a:pt x="198513" y="262801"/>
                </a:lnTo>
                <a:lnTo>
                  <a:pt x="232003" y="240779"/>
                </a:lnTo>
                <a:lnTo>
                  <a:pt x="241134" y="231355"/>
                </a:lnTo>
                <a:close/>
              </a:path>
              <a:path w="1136015" h="355600">
                <a:moveTo>
                  <a:pt x="449973" y="84251"/>
                </a:moveTo>
                <a:lnTo>
                  <a:pt x="385965" y="84251"/>
                </a:lnTo>
                <a:lnTo>
                  <a:pt x="349592" y="201891"/>
                </a:lnTo>
                <a:lnTo>
                  <a:pt x="348500" y="201891"/>
                </a:lnTo>
                <a:lnTo>
                  <a:pt x="307682" y="84251"/>
                </a:lnTo>
                <a:lnTo>
                  <a:pt x="240753" y="84251"/>
                </a:lnTo>
                <a:lnTo>
                  <a:pt x="317246" y="264426"/>
                </a:lnTo>
                <a:lnTo>
                  <a:pt x="308444" y="287337"/>
                </a:lnTo>
                <a:lnTo>
                  <a:pt x="304914" y="293408"/>
                </a:lnTo>
                <a:lnTo>
                  <a:pt x="296545" y="301929"/>
                </a:lnTo>
                <a:lnTo>
                  <a:pt x="289763" y="304101"/>
                </a:lnTo>
                <a:lnTo>
                  <a:pt x="277558" y="304101"/>
                </a:lnTo>
                <a:lnTo>
                  <a:pt x="274294" y="303784"/>
                </a:lnTo>
                <a:lnTo>
                  <a:pt x="267195" y="302590"/>
                </a:lnTo>
                <a:lnTo>
                  <a:pt x="263931" y="301764"/>
                </a:lnTo>
                <a:lnTo>
                  <a:pt x="260997" y="300799"/>
                </a:lnTo>
                <a:lnTo>
                  <a:pt x="254368" y="351548"/>
                </a:lnTo>
                <a:lnTo>
                  <a:pt x="258775" y="352742"/>
                </a:lnTo>
                <a:lnTo>
                  <a:pt x="263982" y="353733"/>
                </a:lnTo>
                <a:lnTo>
                  <a:pt x="276034" y="355180"/>
                </a:lnTo>
                <a:lnTo>
                  <a:pt x="281838" y="355574"/>
                </a:lnTo>
                <a:lnTo>
                  <a:pt x="295833" y="355320"/>
                </a:lnTo>
                <a:lnTo>
                  <a:pt x="333248" y="344881"/>
                </a:lnTo>
                <a:lnTo>
                  <a:pt x="359003" y="314693"/>
                </a:lnTo>
                <a:lnTo>
                  <a:pt x="367995" y="294932"/>
                </a:lnTo>
                <a:lnTo>
                  <a:pt x="449973" y="84251"/>
                </a:lnTo>
                <a:close/>
              </a:path>
              <a:path w="1136015" h="355600">
                <a:moveTo>
                  <a:pt x="676821" y="175069"/>
                </a:moveTo>
                <a:lnTo>
                  <a:pt x="667461" y="130022"/>
                </a:lnTo>
                <a:lnTo>
                  <a:pt x="666661" y="128435"/>
                </a:lnTo>
                <a:lnTo>
                  <a:pt x="663473" y="122085"/>
                </a:lnTo>
                <a:lnTo>
                  <a:pt x="658825" y="114681"/>
                </a:lnTo>
                <a:lnTo>
                  <a:pt x="653529" y="107810"/>
                </a:lnTo>
                <a:lnTo>
                  <a:pt x="652500" y="106730"/>
                </a:lnTo>
                <a:lnTo>
                  <a:pt x="647611" y="101549"/>
                </a:lnTo>
                <a:lnTo>
                  <a:pt x="641070" y="95973"/>
                </a:lnTo>
                <a:lnTo>
                  <a:pt x="633907" y="91071"/>
                </a:lnTo>
                <a:lnTo>
                  <a:pt x="626122" y="86855"/>
                </a:lnTo>
                <a:lnTo>
                  <a:pt x="618363" y="83718"/>
                </a:lnTo>
                <a:lnTo>
                  <a:pt x="618363" y="169202"/>
                </a:lnTo>
                <a:lnTo>
                  <a:pt x="618312" y="181317"/>
                </a:lnTo>
                <a:lnTo>
                  <a:pt x="599465" y="215734"/>
                </a:lnTo>
                <a:lnTo>
                  <a:pt x="582472" y="222516"/>
                </a:lnTo>
                <a:lnTo>
                  <a:pt x="568464" y="222516"/>
                </a:lnTo>
                <a:lnTo>
                  <a:pt x="536359" y="198310"/>
                </a:lnTo>
                <a:lnTo>
                  <a:pt x="534327" y="192709"/>
                </a:lnTo>
                <a:lnTo>
                  <a:pt x="532206" y="187071"/>
                </a:lnTo>
                <a:lnTo>
                  <a:pt x="531177" y="181317"/>
                </a:lnTo>
                <a:lnTo>
                  <a:pt x="531253" y="169202"/>
                </a:lnTo>
                <a:lnTo>
                  <a:pt x="532257" y="163830"/>
                </a:lnTo>
                <a:lnTo>
                  <a:pt x="556958" y="132448"/>
                </a:lnTo>
                <a:lnTo>
                  <a:pt x="568464" y="128435"/>
                </a:lnTo>
                <a:lnTo>
                  <a:pt x="582422" y="128435"/>
                </a:lnTo>
                <a:lnTo>
                  <a:pt x="613740" y="152158"/>
                </a:lnTo>
                <a:lnTo>
                  <a:pt x="618363" y="169202"/>
                </a:lnTo>
                <a:lnTo>
                  <a:pt x="618363" y="83718"/>
                </a:lnTo>
                <a:lnTo>
                  <a:pt x="617791" y="83477"/>
                </a:lnTo>
                <a:lnTo>
                  <a:pt x="609015" y="81064"/>
                </a:lnTo>
                <a:lnTo>
                  <a:pt x="599782" y="79629"/>
                </a:lnTo>
                <a:lnTo>
                  <a:pt x="590080" y="79146"/>
                </a:lnTo>
                <a:lnTo>
                  <a:pt x="580288" y="79654"/>
                </a:lnTo>
                <a:lnTo>
                  <a:pt x="541667" y="96393"/>
                </a:lnTo>
                <a:lnTo>
                  <a:pt x="531609" y="106730"/>
                </a:lnTo>
                <a:lnTo>
                  <a:pt x="530529" y="106730"/>
                </a:lnTo>
                <a:lnTo>
                  <a:pt x="530529" y="84251"/>
                </a:lnTo>
                <a:lnTo>
                  <a:pt x="473151" y="84251"/>
                </a:lnTo>
                <a:lnTo>
                  <a:pt x="473151" y="355561"/>
                </a:lnTo>
                <a:lnTo>
                  <a:pt x="533463" y="355561"/>
                </a:lnTo>
                <a:lnTo>
                  <a:pt x="533463" y="247103"/>
                </a:lnTo>
                <a:lnTo>
                  <a:pt x="534212" y="247103"/>
                </a:lnTo>
                <a:lnTo>
                  <a:pt x="573239" y="270751"/>
                </a:lnTo>
                <a:lnTo>
                  <a:pt x="589699" y="272465"/>
                </a:lnTo>
                <a:lnTo>
                  <a:pt x="599719" y="271957"/>
                </a:lnTo>
                <a:lnTo>
                  <a:pt x="641400" y="254965"/>
                </a:lnTo>
                <a:lnTo>
                  <a:pt x="666648" y="222516"/>
                </a:lnTo>
                <a:lnTo>
                  <a:pt x="667689" y="220395"/>
                </a:lnTo>
                <a:lnTo>
                  <a:pt x="670966" y="211823"/>
                </a:lnTo>
                <a:lnTo>
                  <a:pt x="673531" y="202933"/>
                </a:lnTo>
                <a:lnTo>
                  <a:pt x="675360" y="193827"/>
                </a:lnTo>
                <a:lnTo>
                  <a:pt x="676452" y="184543"/>
                </a:lnTo>
                <a:lnTo>
                  <a:pt x="676821" y="175069"/>
                </a:lnTo>
                <a:close/>
              </a:path>
              <a:path w="1136015" h="355600">
                <a:moveTo>
                  <a:pt x="881976" y="7061"/>
                </a:moveTo>
                <a:lnTo>
                  <a:pt x="718032" y="7061"/>
                </a:lnTo>
                <a:lnTo>
                  <a:pt x="718032" y="61671"/>
                </a:lnTo>
                <a:lnTo>
                  <a:pt x="718032" y="267411"/>
                </a:lnTo>
                <a:lnTo>
                  <a:pt x="781278" y="267411"/>
                </a:lnTo>
                <a:lnTo>
                  <a:pt x="781278" y="61671"/>
                </a:lnTo>
                <a:lnTo>
                  <a:pt x="881976" y="61671"/>
                </a:lnTo>
                <a:lnTo>
                  <a:pt x="881976" y="7061"/>
                </a:lnTo>
                <a:close/>
              </a:path>
              <a:path w="1136015" h="355600">
                <a:moveTo>
                  <a:pt x="1135634" y="7061"/>
                </a:moveTo>
                <a:lnTo>
                  <a:pt x="1068387" y="7061"/>
                </a:lnTo>
                <a:lnTo>
                  <a:pt x="1016165" y="136474"/>
                </a:lnTo>
                <a:lnTo>
                  <a:pt x="961771" y="6997"/>
                </a:lnTo>
                <a:lnTo>
                  <a:pt x="891844" y="6997"/>
                </a:lnTo>
                <a:lnTo>
                  <a:pt x="983373" y="209600"/>
                </a:lnTo>
                <a:lnTo>
                  <a:pt x="979944" y="213995"/>
                </a:lnTo>
                <a:lnTo>
                  <a:pt x="976261" y="217093"/>
                </a:lnTo>
                <a:lnTo>
                  <a:pt x="968451" y="220776"/>
                </a:lnTo>
                <a:lnTo>
                  <a:pt x="963993" y="221703"/>
                </a:lnTo>
                <a:lnTo>
                  <a:pt x="952754" y="221703"/>
                </a:lnTo>
                <a:lnTo>
                  <a:pt x="947115" y="219798"/>
                </a:lnTo>
                <a:lnTo>
                  <a:pt x="937336" y="212204"/>
                </a:lnTo>
                <a:lnTo>
                  <a:pt x="933323" y="208572"/>
                </a:lnTo>
                <a:lnTo>
                  <a:pt x="930122" y="205143"/>
                </a:lnTo>
                <a:lnTo>
                  <a:pt x="891146" y="249110"/>
                </a:lnTo>
                <a:lnTo>
                  <a:pt x="928497" y="271919"/>
                </a:lnTo>
                <a:lnTo>
                  <a:pt x="956983" y="274675"/>
                </a:lnTo>
                <a:lnTo>
                  <a:pt x="966406" y="274370"/>
                </a:lnTo>
                <a:lnTo>
                  <a:pt x="1004176" y="263918"/>
                </a:lnTo>
                <a:lnTo>
                  <a:pt x="1033640" y="236080"/>
                </a:lnTo>
                <a:lnTo>
                  <a:pt x="1047051" y="210731"/>
                </a:lnTo>
                <a:lnTo>
                  <a:pt x="1135634" y="706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6" name="object 16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7041" y="1297362"/>
            <a:ext cx="1130606" cy="155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26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0104100" cy="1790064"/>
          </a:xfrm>
          <a:custGeom>
            <a:avLst/>
            <a:gdLst/>
            <a:ahLst/>
            <a:cxnLst/>
            <a:rect l="l" t="t" r="r" b="b"/>
            <a:pathLst>
              <a:path w="20104100" h="1790064">
                <a:moveTo>
                  <a:pt x="20104099" y="0"/>
                </a:moveTo>
                <a:lnTo>
                  <a:pt x="0" y="0"/>
                </a:lnTo>
                <a:lnTo>
                  <a:pt x="0" y="1789715"/>
                </a:lnTo>
                <a:lnTo>
                  <a:pt x="20104099" y="1789715"/>
                </a:lnTo>
                <a:lnTo>
                  <a:pt x="20104099" y="0"/>
                </a:lnTo>
                <a:close/>
              </a:path>
            </a:pathLst>
          </a:custGeom>
          <a:solidFill>
            <a:srgbClr val="001F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549957" y="2605855"/>
            <a:ext cx="7763701" cy="778354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ru-RU" sz="3200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Действительны результаты </a:t>
            </a:r>
          </a:p>
          <a:p>
            <a:pPr algn="just">
              <a:lnSpc>
                <a:spcPct val="125000"/>
              </a:lnSpc>
            </a:pPr>
            <a:r>
              <a:rPr lang="ru-RU" sz="3200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ЕГЭ 2020, 2021, 2022, 2023, 2024 г.</a:t>
            </a:r>
          </a:p>
          <a:p>
            <a:pPr algn="just">
              <a:lnSpc>
                <a:spcPct val="125000"/>
              </a:lnSpc>
            </a:pPr>
            <a:endParaRPr lang="ru-RU" sz="3600" b="1" dirty="0" smtClean="0">
              <a:solidFill>
                <a:srgbClr val="001F82"/>
              </a:solidFill>
              <a:latin typeface="Montserrat" panose="00000500000000000000" pitchFamily="2" charset="-52"/>
            </a:endParaRPr>
          </a:p>
          <a:p>
            <a:pPr algn="just">
              <a:lnSpc>
                <a:spcPct val="125000"/>
              </a:lnSpc>
            </a:pPr>
            <a:r>
              <a:rPr lang="ru-RU" sz="4000" b="1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* </a:t>
            </a:r>
            <a:r>
              <a:rPr lang="ru-RU" sz="2800" b="1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Исключение составляют: </a:t>
            </a:r>
          </a:p>
          <a:p>
            <a:pPr algn="just">
              <a:lnSpc>
                <a:spcPct val="125000"/>
              </a:lnSpc>
            </a:pPr>
            <a:r>
              <a:rPr lang="ru-RU" sz="2400" b="1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31.05.01 Лечебное дело</a:t>
            </a:r>
          </a:p>
          <a:p>
            <a:pPr algn="just">
              <a:lnSpc>
                <a:spcPct val="125000"/>
              </a:lnSpc>
            </a:pPr>
            <a:r>
              <a:rPr lang="ru-RU" sz="2400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Бюджет: Химия - </a:t>
            </a:r>
            <a:r>
              <a:rPr lang="ru-RU" sz="2400" b="1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50</a:t>
            </a:r>
            <a:r>
              <a:rPr lang="ru-RU" sz="2400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, Биология – </a:t>
            </a:r>
            <a:r>
              <a:rPr lang="ru-RU" sz="2400" b="1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50</a:t>
            </a:r>
          </a:p>
          <a:p>
            <a:pPr algn="just">
              <a:lnSpc>
                <a:spcPct val="125000"/>
              </a:lnSpc>
            </a:pPr>
            <a:r>
              <a:rPr lang="ru-RU" sz="2400" dirty="0" err="1" smtClean="0">
                <a:solidFill>
                  <a:srgbClr val="001F82"/>
                </a:solidFill>
                <a:latin typeface="Montserrat" panose="00000500000000000000" pitchFamily="2" charset="-52"/>
              </a:rPr>
              <a:t>Внебюджет</a:t>
            </a:r>
            <a:r>
              <a:rPr lang="ru-RU" sz="2400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: </a:t>
            </a:r>
            <a:r>
              <a:rPr lang="ru-RU" sz="2400" dirty="0">
                <a:solidFill>
                  <a:srgbClr val="001F82"/>
                </a:solidFill>
                <a:latin typeface="Montserrat" panose="00000500000000000000" pitchFamily="2" charset="-52"/>
              </a:rPr>
              <a:t>Химия - </a:t>
            </a:r>
            <a:r>
              <a:rPr lang="ru-RU" sz="2400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39, </a:t>
            </a:r>
            <a:r>
              <a:rPr lang="ru-RU" sz="2400" dirty="0">
                <a:solidFill>
                  <a:srgbClr val="001F82"/>
                </a:solidFill>
                <a:latin typeface="Montserrat" panose="00000500000000000000" pitchFamily="2" charset="-52"/>
              </a:rPr>
              <a:t>Биология – </a:t>
            </a:r>
            <a:r>
              <a:rPr lang="ru-RU" sz="2400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39</a:t>
            </a:r>
          </a:p>
          <a:p>
            <a:pPr marL="285750" indent="-285750" algn="just">
              <a:lnSpc>
                <a:spcPct val="125000"/>
              </a:lnSpc>
              <a:buFont typeface="Arial" panose="020B0604020202020204" pitchFamily="34" charset="0"/>
              <a:buChar char="•"/>
            </a:pPr>
            <a:endParaRPr lang="ru-RU" sz="2400" dirty="0">
              <a:solidFill>
                <a:srgbClr val="001F82"/>
              </a:solidFill>
              <a:latin typeface="Montserrat" panose="00000500000000000000" pitchFamily="2" charset="-52"/>
            </a:endParaRPr>
          </a:p>
          <a:p>
            <a:pPr algn="just">
              <a:lnSpc>
                <a:spcPct val="125000"/>
              </a:lnSpc>
            </a:pPr>
            <a:r>
              <a:rPr lang="ru-RU" sz="2400" b="1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38.03.01 Экономика</a:t>
            </a:r>
          </a:p>
          <a:p>
            <a:pPr algn="just">
              <a:lnSpc>
                <a:spcPct val="125000"/>
              </a:lnSpc>
            </a:pPr>
            <a:r>
              <a:rPr lang="ru-RU" sz="2400" b="1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38.03.02 Менеджмент</a:t>
            </a:r>
          </a:p>
          <a:p>
            <a:pPr algn="just">
              <a:lnSpc>
                <a:spcPct val="125000"/>
              </a:lnSpc>
            </a:pPr>
            <a:r>
              <a:rPr lang="ru-RU" sz="2400" b="1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38.03.03 Управление персоналом</a:t>
            </a:r>
          </a:p>
          <a:p>
            <a:pPr algn="just">
              <a:lnSpc>
                <a:spcPct val="125000"/>
              </a:lnSpc>
            </a:pPr>
            <a:r>
              <a:rPr lang="ru-RU" sz="2400" b="1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38.03.04 ГМУ</a:t>
            </a:r>
          </a:p>
          <a:p>
            <a:pPr algn="just">
              <a:lnSpc>
                <a:spcPct val="125000"/>
              </a:lnSpc>
            </a:pPr>
            <a:r>
              <a:rPr lang="ru-RU" sz="2400" b="1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38.05.01 Экономическая безопасность</a:t>
            </a:r>
          </a:p>
          <a:p>
            <a:pPr algn="just">
              <a:lnSpc>
                <a:spcPct val="125000"/>
              </a:lnSpc>
            </a:pPr>
            <a:r>
              <a:rPr lang="ru-RU" sz="2400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Бюджет: Обществознание – </a:t>
            </a:r>
            <a:r>
              <a:rPr lang="ru-RU" sz="2400" b="1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48</a:t>
            </a:r>
          </a:p>
          <a:p>
            <a:pPr algn="just">
              <a:lnSpc>
                <a:spcPct val="125000"/>
              </a:lnSpc>
            </a:pPr>
            <a:r>
              <a:rPr lang="ru-RU" sz="2400" dirty="0" err="1" smtClean="0">
                <a:solidFill>
                  <a:srgbClr val="001F82"/>
                </a:solidFill>
                <a:latin typeface="Montserrat" panose="00000500000000000000" pitchFamily="2" charset="-52"/>
              </a:rPr>
              <a:t>Внебюджет</a:t>
            </a:r>
            <a:r>
              <a:rPr lang="ru-RU" sz="2400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: Обществознание – 45 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title"/>
          </p:nvPr>
        </p:nvSpPr>
        <p:spPr>
          <a:xfrm>
            <a:off x="1063170" y="481694"/>
            <a:ext cx="8685368" cy="725199"/>
          </a:xfrm>
          <a:prstGeom prst="rect">
            <a:avLst/>
          </a:prstGeom>
        </p:spPr>
        <p:txBody>
          <a:bodyPr vert="horz" wrap="square" lIns="0" tIns="1714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ru-RU" b="1" dirty="0" smtClean="0">
                <a:latin typeface="Montserrat" pitchFamily="2" charset="-52"/>
              </a:rPr>
              <a:t>МИНИМАЛЬНЫЕ БАЛЛЫ</a:t>
            </a:r>
            <a:endParaRPr lang="ru-RU" b="1" dirty="0">
              <a:latin typeface="Montserrat" pitchFamily="2" charset="-52"/>
            </a:endParaRPr>
          </a:p>
        </p:txBody>
      </p:sp>
      <p:sp>
        <p:nvSpPr>
          <p:cNvPr id="34" name="object 14"/>
          <p:cNvSpPr/>
          <p:nvPr/>
        </p:nvSpPr>
        <p:spPr>
          <a:xfrm>
            <a:off x="17620831" y="493400"/>
            <a:ext cx="782955" cy="972185"/>
          </a:xfrm>
          <a:custGeom>
            <a:avLst/>
            <a:gdLst/>
            <a:ahLst/>
            <a:cxnLst/>
            <a:rect l="l" t="t" r="r" b="b"/>
            <a:pathLst>
              <a:path w="782955" h="972185">
                <a:moveTo>
                  <a:pt x="782701" y="580580"/>
                </a:moveTo>
                <a:lnTo>
                  <a:pt x="593788" y="580580"/>
                </a:lnTo>
                <a:lnTo>
                  <a:pt x="588429" y="626935"/>
                </a:lnTo>
                <a:lnTo>
                  <a:pt x="573176" y="669518"/>
                </a:lnTo>
                <a:lnTo>
                  <a:pt x="549249" y="707110"/>
                </a:lnTo>
                <a:lnTo>
                  <a:pt x="517880" y="738479"/>
                </a:lnTo>
                <a:lnTo>
                  <a:pt x="480301" y="762406"/>
                </a:lnTo>
                <a:lnTo>
                  <a:pt x="437705" y="777659"/>
                </a:lnTo>
                <a:lnTo>
                  <a:pt x="391350" y="783005"/>
                </a:lnTo>
                <a:lnTo>
                  <a:pt x="344995" y="777659"/>
                </a:lnTo>
                <a:lnTo>
                  <a:pt x="302412" y="762406"/>
                </a:lnTo>
                <a:lnTo>
                  <a:pt x="264820" y="738479"/>
                </a:lnTo>
                <a:lnTo>
                  <a:pt x="233451" y="707110"/>
                </a:lnTo>
                <a:lnTo>
                  <a:pt x="209524" y="669518"/>
                </a:lnTo>
                <a:lnTo>
                  <a:pt x="194271" y="626935"/>
                </a:lnTo>
                <a:lnTo>
                  <a:pt x="188925" y="580580"/>
                </a:lnTo>
                <a:lnTo>
                  <a:pt x="194271" y="534225"/>
                </a:lnTo>
                <a:lnTo>
                  <a:pt x="209524" y="491642"/>
                </a:lnTo>
                <a:lnTo>
                  <a:pt x="233451" y="454050"/>
                </a:lnTo>
                <a:lnTo>
                  <a:pt x="264820" y="422681"/>
                </a:lnTo>
                <a:lnTo>
                  <a:pt x="302412" y="398754"/>
                </a:lnTo>
                <a:lnTo>
                  <a:pt x="344995" y="383514"/>
                </a:lnTo>
                <a:lnTo>
                  <a:pt x="391350" y="378155"/>
                </a:lnTo>
                <a:lnTo>
                  <a:pt x="391350" y="189242"/>
                </a:lnTo>
                <a:lnTo>
                  <a:pt x="342328" y="192290"/>
                </a:lnTo>
                <a:lnTo>
                  <a:pt x="295109" y="201206"/>
                </a:lnTo>
                <a:lnTo>
                  <a:pt x="250050" y="215620"/>
                </a:lnTo>
                <a:lnTo>
                  <a:pt x="207530" y="235153"/>
                </a:lnTo>
                <a:lnTo>
                  <a:pt x="167919" y="259448"/>
                </a:lnTo>
                <a:lnTo>
                  <a:pt x="131584" y="288124"/>
                </a:lnTo>
                <a:lnTo>
                  <a:pt x="98894" y="320814"/>
                </a:lnTo>
                <a:lnTo>
                  <a:pt x="70218" y="357149"/>
                </a:lnTo>
                <a:lnTo>
                  <a:pt x="45923" y="396760"/>
                </a:lnTo>
                <a:lnTo>
                  <a:pt x="26390" y="439280"/>
                </a:lnTo>
                <a:lnTo>
                  <a:pt x="11976" y="484339"/>
                </a:lnTo>
                <a:lnTo>
                  <a:pt x="3060" y="531558"/>
                </a:lnTo>
                <a:lnTo>
                  <a:pt x="0" y="580580"/>
                </a:lnTo>
                <a:lnTo>
                  <a:pt x="3060" y="629602"/>
                </a:lnTo>
                <a:lnTo>
                  <a:pt x="11976" y="676821"/>
                </a:lnTo>
                <a:lnTo>
                  <a:pt x="26390" y="721880"/>
                </a:lnTo>
                <a:lnTo>
                  <a:pt x="45923" y="764400"/>
                </a:lnTo>
                <a:lnTo>
                  <a:pt x="70218" y="804011"/>
                </a:lnTo>
                <a:lnTo>
                  <a:pt x="98894" y="840346"/>
                </a:lnTo>
                <a:lnTo>
                  <a:pt x="131584" y="873036"/>
                </a:lnTo>
                <a:lnTo>
                  <a:pt x="167919" y="901712"/>
                </a:lnTo>
                <a:lnTo>
                  <a:pt x="207530" y="926007"/>
                </a:lnTo>
                <a:lnTo>
                  <a:pt x="250050" y="945540"/>
                </a:lnTo>
                <a:lnTo>
                  <a:pt x="295109" y="959954"/>
                </a:lnTo>
                <a:lnTo>
                  <a:pt x="342328" y="968870"/>
                </a:lnTo>
                <a:lnTo>
                  <a:pt x="391350" y="971931"/>
                </a:lnTo>
                <a:lnTo>
                  <a:pt x="440385" y="968870"/>
                </a:lnTo>
                <a:lnTo>
                  <a:pt x="487616" y="959954"/>
                </a:lnTo>
                <a:lnTo>
                  <a:pt x="532688" y="945540"/>
                </a:lnTo>
                <a:lnTo>
                  <a:pt x="575208" y="926007"/>
                </a:lnTo>
                <a:lnTo>
                  <a:pt x="614819" y="901712"/>
                </a:lnTo>
                <a:lnTo>
                  <a:pt x="651167" y="873036"/>
                </a:lnTo>
                <a:lnTo>
                  <a:pt x="683856" y="840346"/>
                </a:lnTo>
                <a:lnTo>
                  <a:pt x="712533" y="804011"/>
                </a:lnTo>
                <a:lnTo>
                  <a:pt x="736815" y="764400"/>
                </a:lnTo>
                <a:lnTo>
                  <a:pt x="756348" y="721880"/>
                </a:lnTo>
                <a:lnTo>
                  <a:pt x="770750" y="676821"/>
                </a:lnTo>
                <a:lnTo>
                  <a:pt x="779665" y="629602"/>
                </a:lnTo>
                <a:lnTo>
                  <a:pt x="782701" y="580580"/>
                </a:lnTo>
                <a:close/>
              </a:path>
              <a:path w="782955" h="972185">
                <a:moveTo>
                  <a:pt x="782751" y="391350"/>
                </a:moveTo>
                <a:lnTo>
                  <a:pt x="779703" y="342328"/>
                </a:lnTo>
                <a:lnTo>
                  <a:pt x="770775" y="295097"/>
                </a:lnTo>
                <a:lnTo>
                  <a:pt x="756373" y="250050"/>
                </a:lnTo>
                <a:lnTo>
                  <a:pt x="736828" y="207530"/>
                </a:lnTo>
                <a:lnTo>
                  <a:pt x="712546" y="167919"/>
                </a:lnTo>
                <a:lnTo>
                  <a:pt x="683869" y="131584"/>
                </a:lnTo>
                <a:lnTo>
                  <a:pt x="651179" y="98894"/>
                </a:lnTo>
                <a:lnTo>
                  <a:pt x="614832" y="70218"/>
                </a:lnTo>
                <a:lnTo>
                  <a:pt x="575221" y="45923"/>
                </a:lnTo>
                <a:lnTo>
                  <a:pt x="532701" y="26390"/>
                </a:lnTo>
                <a:lnTo>
                  <a:pt x="487654" y="11976"/>
                </a:lnTo>
                <a:lnTo>
                  <a:pt x="440423" y="3060"/>
                </a:lnTo>
                <a:lnTo>
                  <a:pt x="391401" y="0"/>
                </a:lnTo>
                <a:lnTo>
                  <a:pt x="391401" y="188912"/>
                </a:lnTo>
                <a:lnTo>
                  <a:pt x="437769" y="194271"/>
                </a:lnTo>
                <a:lnTo>
                  <a:pt x="480352" y="209524"/>
                </a:lnTo>
                <a:lnTo>
                  <a:pt x="517944" y="233438"/>
                </a:lnTo>
                <a:lnTo>
                  <a:pt x="549313" y="264807"/>
                </a:lnTo>
                <a:lnTo>
                  <a:pt x="573227" y="302399"/>
                </a:lnTo>
                <a:lnTo>
                  <a:pt x="588479" y="344982"/>
                </a:lnTo>
                <a:lnTo>
                  <a:pt x="593839" y="391350"/>
                </a:lnTo>
                <a:lnTo>
                  <a:pt x="782751" y="3913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15"/>
          <p:cNvSpPr/>
          <p:nvPr/>
        </p:nvSpPr>
        <p:spPr>
          <a:xfrm>
            <a:off x="18527039" y="836592"/>
            <a:ext cx="1136015" cy="355600"/>
          </a:xfrm>
          <a:custGeom>
            <a:avLst/>
            <a:gdLst/>
            <a:ahLst/>
            <a:cxnLst/>
            <a:rect l="l" t="t" r="r" b="b"/>
            <a:pathLst>
              <a:path w="1136015" h="355600">
                <a:moveTo>
                  <a:pt x="241134" y="231355"/>
                </a:moveTo>
                <a:lnTo>
                  <a:pt x="197370" y="190157"/>
                </a:lnTo>
                <a:lnTo>
                  <a:pt x="192798" y="195757"/>
                </a:lnTo>
                <a:lnTo>
                  <a:pt x="187528" y="200812"/>
                </a:lnTo>
                <a:lnTo>
                  <a:pt x="151295" y="216141"/>
                </a:lnTo>
                <a:lnTo>
                  <a:pt x="142227" y="216598"/>
                </a:lnTo>
                <a:lnTo>
                  <a:pt x="134277" y="216230"/>
                </a:lnTo>
                <a:lnTo>
                  <a:pt x="94195" y="199351"/>
                </a:lnTo>
                <a:lnTo>
                  <a:pt x="71424" y="161658"/>
                </a:lnTo>
                <a:lnTo>
                  <a:pt x="68326" y="136855"/>
                </a:lnTo>
                <a:lnTo>
                  <a:pt x="68668" y="128384"/>
                </a:lnTo>
                <a:lnTo>
                  <a:pt x="80454" y="91490"/>
                </a:lnTo>
                <a:lnTo>
                  <a:pt x="113004" y="63131"/>
                </a:lnTo>
                <a:lnTo>
                  <a:pt x="143357" y="57048"/>
                </a:lnTo>
                <a:lnTo>
                  <a:pt x="150850" y="57416"/>
                </a:lnTo>
                <a:lnTo>
                  <a:pt x="191211" y="75260"/>
                </a:lnTo>
                <a:lnTo>
                  <a:pt x="195961" y="80937"/>
                </a:lnTo>
                <a:lnTo>
                  <a:pt x="238633" y="38265"/>
                </a:lnTo>
                <a:lnTo>
                  <a:pt x="208102" y="15214"/>
                </a:lnTo>
                <a:lnTo>
                  <a:pt x="168529" y="2438"/>
                </a:lnTo>
                <a:lnTo>
                  <a:pt x="141185" y="0"/>
                </a:lnTo>
                <a:lnTo>
                  <a:pt x="126542" y="596"/>
                </a:lnTo>
                <a:lnTo>
                  <a:pt x="85648" y="9563"/>
                </a:lnTo>
                <a:lnTo>
                  <a:pt x="50787" y="28562"/>
                </a:lnTo>
                <a:lnTo>
                  <a:pt x="23761" y="56680"/>
                </a:lnTo>
                <a:lnTo>
                  <a:pt x="6108" y="93243"/>
                </a:lnTo>
                <a:lnTo>
                  <a:pt x="0" y="136804"/>
                </a:lnTo>
                <a:lnTo>
                  <a:pt x="660" y="151739"/>
                </a:lnTo>
                <a:lnTo>
                  <a:pt x="10642" y="192709"/>
                </a:lnTo>
                <a:lnTo>
                  <a:pt x="31191" y="226745"/>
                </a:lnTo>
                <a:lnTo>
                  <a:pt x="60490" y="252425"/>
                </a:lnTo>
                <a:lnTo>
                  <a:pt x="97421" y="268770"/>
                </a:lnTo>
                <a:lnTo>
                  <a:pt x="140042" y="274358"/>
                </a:lnTo>
                <a:lnTo>
                  <a:pt x="156095" y="273634"/>
                </a:lnTo>
                <a:lnTo>
                  <a:pt x="198513" y="262801"/>
                </a:lnTo>
                <a:lnTo>
                  <a:pt x="232003" y="240779"/>
                </a:lnTo>
                <a:lnTo>
                  <a:pt x="241134" y="231355"/>
                </a:lnTo>
                <a:close/>
              </a:path>
              <a:path w="1136015" h="355600">
                <a:moveTo>
                  <a:pt x="449973" y="84251"/>
                </a:moveTo>
                <a:lnTo>
                  <a:pt x="385965" y="84251"/>
                </a:lnTo>
                <a:lnTo>
                  <a:pt x="349592" y="201891"/>
                </a:lnTo>
                <a:lnTo>
                  <a:pt x="348500" y="201891"/>
                </a:lnTo>
                <a:lnTo>
                  <a:pt x="307682" y="84251"/>
                </a:lnTo>
                <a:lnTo>
                  <a:pt x="240753" y="84251"/>
                </a:lnTo>
                <a:lnTo>
                  <a:pt x="317246" y="264426"/>
                </a:lnTo>
                <a:lnTo>
                  <a:pt x="308444" y="287337"/>
                </a:lnTo>
                <a:lnTo>
                  <a:pt x="304914" y="293408"/>
                </a:lnTo>
                <a:lnTo>
                  <a:pt x="296545" y="301929"/>
                </a:lnTo>
                <a:lnTo>
                  <a:pt x="289763" y="304101"/>
                </a:lnTo>
                <a:lnTo>
                  <a:pt x="277558" y="304101"/>
                </a:lnTo>
                <a:lnTo>
                  <a:pt x="274294" y="303784"/>
                </a:lnTo>
                <a:lnTo>
                  <a:pt x="267195" y="302590"/>
                </a:lnTo>
                <a:lnTo>
                  <a:pt x="263931" y="301764"/>
                </a:lnTo>
                <a:lnTo>
                  <a:pt x="260997" y="300799"/>
                </a:lnTo>
                <a:lnTo>
                  <a:pt x="254368" y="351548"/>
                </a:lnTo>
                <a:lnTo>
                  <a:pt x="258775" y="352742"/>
                </a:lnTo>
                <a:lnTo>
                  <a:pt x="263982" y="353733"/>
                </a:lnTo>
                <a:lnTo>
                  <a:pt x="276034" y="355180"/>
                </a:lnTo>
                <a:lnTo>
                  <a:pt x="281838" y="355574"/>
                </a:lnTo>
                <a:lnTo>
                  <a:pt x="295833" y="355320"/>
                </a:lnTo>
                <a:lnTo>
                  <a:pt x="333248" y="344881"/>
                </a:lnTo>
                <a:lnTo>
                  <a:pt x="359003" y="314693"/>
                </a:lnTo>
                <a:lnTo>
                  <a:pt x="367995" y="294932"/>
                </a:lnTo>
                <a:lnTo>
                  <a:pt x="449973" y="84251"/>
                </a:lnTo>
                <a:close/>
              </a:path>
              <a:path w="1136015" h="355600">
                <a:moveTo>
                  <a:pt x="676821" y="175069"/>
                </a:moveTo>
                <a:lnTo>
                  <a:pt x="667461" y="130022"/>
                </a:lnTo>
                <a:lnTo>
                  <a:pt x="666661" y="128435"/>
                </a:lnTo>
                <a:lnTo>
                  <a:pt x="663473" y="122085"/>
                </a:lnTo>
                <a:lnTo>
                  <a:pt x="658825" y="114681"/>
                </a:lnTo>
                <a:lnTo>
                  <a:pt x="653529" y="107810"/>
                </a:lnTo>
                <a:lnTo>
                  <a:pt x="652500" y="106730"/>
                </a:lnTo>
                <a:lnTo>
                  <a:pt x="647611" y="101549"/>
                </a:lnTo>
                <a:lnTo>
                  <a:pt x="641070" y="95973"/>
                </a:lnTo>
                <a:lnTo>
                  <a:pt x="633907" y="91071"/>
                </a:lnTo>
                <a:lnTo>
                  <a:pt x="626122" y="86855"/>
                </a:lnTo>
                <a:lnTo>
                  <a:pt x="618363" y="83718"/>
                </a:lnTo>
                <a:lnTo>
                  <a:pt x="618363" y="169202"/>
                </a:lnTo>
                <a:lnTo>
                  <a:pt x="618312" y="181317"/>
                </a:lnTo>
                <a:lnTo>
                  <a:pt x="599465" y="215734"/>
                </a:lnTo>
                <a:lnTo>
                  <a:pt x="582472" y="222516"/>
                </a:lnTo>
                <a:lnTo>
                  <a:pt x="568464" y="222516"/>
                </a:lnTo>
                <a:lnTo>
                  <a:pt x="536359" y="198310"/>
                </a:lnTo>
                <a:lnTo>
                  <a:pt x="534327" y="192709"/>
                </a:lnTo>
                <a:lnTo>
                  <a:pt x="532206" y="187071"/>
                </a:lnTo>
                <a:lnTo>
                  <a:pt x="531177" y="181317"/>
                </a:lnTo>
                <a:lnTo>
                  <a:pt x="531253" y="169202"/>
                </a:lnTo>
                <a:lnTo>
                  <a:pt x="532257" y="163830"/>
                </a:lnTo>
                <a:lnTo>
                  <a:pt x="556958" y="132448"/>
                </a:lnTo>
                <a:lnTo>
                  <a:pt x="568464" y="128435"/>
                </a:lnTo>
                <a:lnTo>
                  <a:pt x="582422" y="128435"/>
                </a:lnTo>
                <a:lnTo>
                  <a:pt x="613740" y="152158"/>
                </a:lnTo>
                <a:lnTo>
                  <a:pt x="618363" y="169202"/>
                </a:lnTo>
                <a:lnTo>
                  <a:pt x="618363" y="83718"/>
                </a:lnTo>
                <a:lnTo>
                  <a:pt x="617791" y="83477"/>
                </a:lnTo>
                <a:lnTo>
                  <a:pt x="609015" y="81064"/>
                </a:lnTo>
                <a:lnTo>
                  <a:pt x="599782" y="79629"/>
                </a:lnTo>
                <a:lnTo>
                  <a:pt x="590080" y="79146"/>
                </a:lnTo>
                <a:lnTo>
                  <a:pt x="580288" y="79654"/>
                </a:lnTo>
                <a:lnTo>
                  <a:pt x="541667" y="96393"/>
                </a:lnTo>
                <a:lnTo>
                  <a:pt x="531609" y="106730"/>
                </a:lnTo>
                <a:lnTo>
                  <a:pt x="530529" y="106730"/>
                </a:lnTo>
                <a:lnTo>
                  <a:pt x="530529" y="84251"/>
                </a:lnTo>
                <a:lnTo>
                  <a:pt x="473151" y="84251"/>
                </a:lnTo>
                <a:lnTo>
                  <a:pt x="473151" y="355561"/>
                </a:lnTo>
                <a:lnTo>
                  <a:pt x="533463" y="355561"/>
                </a:lnTo>
                <a:lnTo>
                  <a:pt x="533463" y="247103"/>
                </a:lnTo>
                <a:lnTo>
                  <a:pt x="534212" y="247103"/>
                </a:lnTo>
                <a:lnTo>
                  <a:pt x="573239" y="270751"/>
                </a:lnTo>
                <a:lnTo>
                  <a:pt x="589699" y="272465"/>
                </a:lnTo>
                <a:lnTo>
                  <a:pt x="599719" y="271957"/>
                </a:lnTo>
                <a:lnTo>
                  <a:pt x="641400" y="254965"/>
                </a:lnTo>
                <a:lnTo>
                  <a:pt x="666648" y="222516"/>
                </a:lnTo>
                <a:lnTo>
                  <a:pt x="667689" y="220395"/>
                </a:lnTo>
                <a:lnTo>
                  <a:pt x="670966" y="211823"/>
                </a:lnTo>
                <a:lnTo>
                  <a:pt x="673531" y="202933"/>
                </a:lnTo>
                <a:lnTo>
                  <a:pt x="675360" y="193827"/>
                </a:lnTo>
                <a:lnTo>
                  <a:pt x="676452" y="184543"/>
                </a:lnTo>
                <a:lnTo>
                  <a:pt x="676821" y="175069"/>
                </a:lnTo>
                <a:close/>
              </a:path>
              <a:path w="1136015" h="355600">
                <a:moveTo>
                  <a:pt x="881976" y="7061"/>
                </a:moveTo>
                <a:lnTo>
                  <a:pt x="718032" y="7061"/>
                </a:lnTo>
                <a:lnTo>
                  <a:pt x="718032" y="61671"/>
                </a:lnTo>
                <a:lnTo>
                  <a:pt x="718032" y="267411"/>
                </a:lnTo>
                <a:lnTo>
                  <a:pt x="781278" y="267411"/>
                </a:lnTo>
                <a:lnTo>
                  <a:pt x="781278" y="61671"/>
                </a:lnTo>
                <a:lnTo>
                  <a:pt x="881976" y="61671"/>
                </a:lnTo>
                <a:lnTo>
                  <a:pt x="881976" y="7061"/>
                </a:lnTo>
                <a:close/>
              </a:path>
              <a:path w="1136015" h="355600">
                <a:moveTo>
                  <a:pt x="1135634" y="7061"/>
                </a:moveTo>
                <a:lnTo>
                  <a:pt x="1068387" y="7061"/>
                </a:lnTo>
                <a:lnTo>
                  <a:pt x="1016165" y="136474"/>
                </a:lnTo>
                <a:lnTo>
                  <a:pt x="961771" y="6997"/>
                </a:lnTo>
                <a:lnTo>
                  <a:pt x="891844" y="6997"/>
                </a:lnTo>
                <a:lnTo>
                  <a:pt x="983373" y="209600"/>
                </a:lnTo>
                <a:lnTo>
                  <a:pt x="979944" y="213995"/>
                </a:lnTo>
                <a:lnTo>
                  <a:pt x="976261" y="217093"/>
                </a:lnTo>
                <a:lnTo>
                  <a:pt x="968451" y="220776"/>
                </a:lnTo>
                <a:lnTo>
                  <a:pt x="963993" y="221703"/>
                </a:lnTo>
                <a:lnTo>
                  <a:pt x="952754" y="221703"/>
                </a:lnTo>
                <a:lnTo>
                  <a:pt x="947115" y="219798"/>
                </a:lnTo>
                <a:lnTo>
                  <a:pt x="937336" y="212204"/>
                </a:lnTo>
                <a:lnTo>
                  <a:pt x="933323" y="208572"/>
                </a:lnTo>
                <a:lnTo>
                  <a:pt x="930122" y="205143"/>
                </a:lnTo>
                <a:lnTo>
                  <a:pt x="891146" y="249110"/>
                </a:lnTo>
                <a:lnTo>
                  <a:pt x="928497" y="271919"/>
                </a:lnTo>
                <a:lnTo>
                  <a:pt x="956983" y="274675"/>
                </a:lnTo>
                <a:lnTo>
                  <a:pt x="966406" y="274370"/>
                </a:lnTo>
                <a:lnTo>
                  <a:pt x="1004176" y="263918"/>
                </a:lnTo>
                <a:lnTo>
                  <a:pt x="1033640" y="236080"/>
                </a:lnTo>
                <a:lnTo>
                  <a:pt x="1047051" y="210731"/>
                </a:lnTo>
                <a:lnTo>
                  <a:pt x="1135634" y="706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6" name="object 16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7041" y="1297362"/>
            <a:ext cx="1130606" cy="155146"/>
          </a:xfrm>
          <a:prstGeom prst="rect">
            <a:avLst/>
          </a:prstGeom>
        </p:spPr>
      </p:pic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9843567"/>
              </p:ext>
            </p:extLst>
          </p:nvPr>
        </p:nvGraphicFramePr>
        <p:xfrm>
          <a:off x="8797850" y="2243863"/>
          <a:ext cx="10859796" cy="859241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29898">
                  <a:extLst>
                    <a:ext uri="{9D8B030D-6E8A-4147-A177-3AD203B41FA5}">
                      <a16:colId xmlns:a16="http://schemas.microsoft.com/office/drawing/2014/main" val="557330496"/>
                    </a:ext>
                  </a:extLst>
                </a:gridCol>
                <a:gridCol w="5429898">
                  <a:extLst>
                    <a:ext uri="{9D8B030D-6E8A-4147-A177-3AD203B41FA5}">
                      <a16:colId xmlns:a16="http://schemas.microsoft.com/office/drawing/2014/main" val="3553087024"/>
                    </a:ext>
                  </a:extLst>
                </a:gridCol>
              </a:tblGrid>
              <a:tr h="981671">
                <a:tc>
                  <a:txBody>
                    <a:bodyPr/>
                    <a:lstStyle/>
                    <a:p>
                      <a:pPr algn="ctr"/>
                      <a:r>
                        <a:rPr lang="ru-RU" sz="2700" b="1" dirty="0" smtClean="0">
                          <a:solidFill>
                            <a:srgbClr val="001F82"/>
                          </a:solidFill>
                          <a:latin typeface="Montserrat" panose="00000500000000000000" pitchFamily="2" charset="-52"/>
                          <a:ea typeface="Open Sans" pitchFamily="2" charset="0"/>
                          <a:cs typeface="Open Sans" pitchFamily="2" charset="0"/>
                        </a:rPr>
                        <a:t>Общеобразовательные предметы</a:t>
                      </a:r>
                      <a:endParaRPr lang="ru-RU" sz="2700" b="1" dirty="0">
                        <a:solidFill>
                          <a:srgbClr val="001F82"/>
                        </a:solidFill>
                        <a:latin typeface="Montserrat" panose="00000500000000000000" pitchFamily="2" charset="-52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700" b="1" dirty="0" smtClean="0">
                          <a:solidFill>
                            <a:srgbClr val="001F82"/>
                          </a:solidFill>
                          <a:latin typeface="Montserrat" panose="00000500000000000000" pitchFamily="2" charset="-52"/>
                          <a:ea typeface="Open Sans" pitchFamily="2" charset="0"/>
                          <a:cs typeface="Open Sans" pitchFamily="2" charset="0"/>
                        </a:rPr>
                        <a:t>Минимальные баллы</a:t>
                      </a:r>
                      <a:endParaRPr lang="ru-RU" sz="2700" b="1" dirty="0">
                        <a:solidFill>
                          <a:srgbClr val="001F82"/>
                        </a:solidFill>
                        <a:latin typeface="Montserrat" panose="00000500000000000000" pitchFamily="2" charset="-52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12887450"/>
                  </a:ext>
                </a:extLst>
              </a:tr>
              <a:tr h="761074">
                <a:tc>
                  <a:txBody>
                    <a:bodyPr/>
                    <a:lstStyle/>
                    <a:p>
                      <a:pPr algn="ctr"/>
                      <a:r>
                        <a:rPr lang="ru-RU" sz="2700" dirty="0" smtClean="0">
                          <a:solidFill>
                            <a:srgbClr val="001F82"/>
                          </a:solidFill>
                          <a:latin typeface="Montserrat" panose="00000500000000000000" pitchFamily="2" charset="-52"/>
                          <a:ea typeface="Open Sans" pitchFamily="2" charset="0"/>
                          <a:cs typeface="Open Sans" pitchFamily="2" charset="0"/>
                        </a:rPr>
                        <a:t>Русский язык</a:t>
                      </a:r>
                      <a:endParaRPr lang="ru-RU" sz="2700" dirty="0">
                        <a:solidFill>
                          <a:srgbClr val="001F82"/>
                        </a:solidFill>
                        <a:latin typeface="Montserrat" panose="00000500000000000000" pitchFamily="2" charset="-52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700" dirty="0" smtClean="0">
                          <a:solidFill>
                            <a:srgbClr val="001F82"/>
                          </a:solidFill>
                          <a:latin typeface="Montserrat" panose="00000500000000000000" pitchFamily="2" charset="-52"/>
                          <a:ea typeface="Open Sans" pitchFamily="2" charset="0"/>
                          <a:cs typeface="Open Sans" pitchFamily="2" charset="0"/>
                        </a:rPr>
                        <a:t>40</a:t>
                      </a:r>
                      <a:endParaRPr lang="ru-RU" sz="2700" dirty="0">
                        <a:solidFill>
                          <a:srgbClr val="001F82"/>
                        </a:solidFill>
                        <a:latin typeface="Montserrat" panose="00000500000000000000" pitchFamily="2" charset="-52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61611006"/>
                  </a:ext>
                </a:extLst>
              </a:tr>
              <a:tr h="761074">
                <a:tc>
                  <a:txBody>
                    <a:bodyPr/>
                    <a:lstStyle/>
                    <a:p>
                      <a:pPr algn="ctr"/>
                      <a:r>
                        <a:rPr lang="ru-RU" sz="2700" dirty="0" smtClean="0">
                          <a:solidFill>
                            <a:srgbClr val="001F82"/>
                          </a:solidFill>
                          <a:latin typeface="Montserrat" panose="00000500000000000000" pitchFamily="2" charset="-52"/>
                          <a:ea typeface="Open Sans" pitchFamily="2" charset="0"/>
                          <a:cs typeface="Open Sans" pitchFamily="2" charset="0"/>
                        </a:rPr>
                        <a:t>Биология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700" dirty="0" smtClean="0">
                          <a:solidFill>
                            <a:srgbClr val="001F82"/>
                          </a:solidFill>
                          <a:latin typeface="Montserrat" panose="00000500000000000000" pitchFamily="2" charset="-52"/>
                          <a:ea typeface="Open Sans" pitchFamily="2" charset="0"/>
                          <a:cs typeface="Open Sans" pitchFamily="2" charset="0"/>
                        </a:rPr>
                        <a:t>39</a:t>
                      </a:r>
                      <a:r>
                        <a:rPr lang="ru-RU" sz="2700" b="1" dirty="0" smtClean="0">
                          <a:solidFill>
                            <a:srgbClr val="001F82"/>
                          </a:solidFill>
                          <a:latin typeface="Montserrat" panose="00000500000000000000" pitchFamily="2" charset="-52"/>
                          <a:ea typeface="Open Sans" pitchFamily="2" charset="0"/>
                          <a:cs typeface="Open Sans" pitchFamily="2" charset="0"/>
                        </a:rPr>
                        <a:t>*</a:t>
                      </a:r>
                      <a:endParaRPr lang="ru-RU" sz="2700" b="1" dirty="0">
                        <a:solidFill>
                          <a:srgbClr val="001F82"/>
                        </a:solidFill>
                        <a:latin typeface="Montserrat" panose="00000500000000000000" pitchFamily="2" charset="-52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9822618"/>
                  </a:ext>
                </a:extLst>
              </a:tr>
              <a:tr h="761074">
                <a:tc>
                  <a:txBody>
                    <a:bodyPr/>
                    <a:lstStyle/>
                    <a:p>
                      <a:pPr algn="ctr"/>
                      <a:r>
                        <a:rPr lang="ru-RU" sz="2700" dirty="0" smtClean="0">
                          <a:solidFill>
                            <a:srgbClr val="001F82"/>
                          </a:solidFill>
                          <a:latin typeface="Montserrat" panose="00000500000000000000" pitchFamily="2" charset="-52"/>
                          <a:ea typeface="Open Sans" pitchFamily="2" charset="0"/>
                          <a:cs typeface="Open Sans" pitchFamily="2" charset="0"/>
                        </a:rPr>
                        <a:t>Химия</a:t>
                      </a:r>
                      <a:endParaRPr lang="ru-RU" sz="2700" dirty="0">
                        <a:solidFill>
                          <a:srgbClr val="001F82"/>
                        </a:solidFill>
                        <a:latin typeface="Montserrat" panose="00000500000000000000" pitchFamily="2" charset="-52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700" dirty="0" smtClean="0">
                          <a:solidFill>
                            <a:srgbClr val="001F82"/>
                          </a:solidFill>
                          <a:latin typeface="Montserrat" panose="00000500000000000000" pitchFamily="2" charset="-52"/>
                          <a:ea typeface="Open Sans" pitchFamily="2" charset="0"/>
                          <a:cs typeface="Open Sans" pitchFamily="2" charset="0"/>
                        </a:rPr>
                        <a:t>39</a:t>
                      </a:r>
                      <a:r>
                        <a:rPr lang="ru-RU" sz="2700" b="1" dirty="0" smtClean="0">
                          <a:solidFill>
                            <a:srgbClr val="001F82"/>
                          </a:solidFill>
                          <a:latin typeface="Montserrat" panose="00000500000000000000" pitchFamily="2" charset="-52"/>
                          <a:ea typeface="Open Sans" pitchFamily="2" charset="0"/>
                          <a:cs typeface="Open Sans" pitchFamily="2" charset="0"/>
                        </a:rPr>
                        <a:t>*</a:t>
                      </a:r>
                      <a:endParaRPr lang="ru-RU" sz="2700" b="1" dirty="0">
                        <a:solidFill>
                          <a:srgbClr val="001F82"/>
                        </a:solidFill>
                        <a:latin typeface="Montserrat" panose="00000500000000000000" pitchFamily="2" charset="-52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39978189"/>
                  </a:ext>
                </a:extLst>
              </a:tr>
              <a:tr h="761074">
                <a:tc>
                  <a:txBody>
                    <a:bodyPr/>
                    <a:lstStyle/>
                    <a:p>
                      <a:pPr algn="ctr"/>
                      <a:r>
                        <a:rPr lang="ru-RU" sz="2700" dirty="0" smtClean="0">
                          <a:solidFill>
                            <a:srgbClr val="001F82"/>
                          </a:solidFill>
                          <a:latin typeface="Montserrat" panose="00000500000000000000" pitchFamily="2" charset="-52"/>
                          <a:ea typeface="Open Sans" pitchFamily="2" charset="0"/>
                          <a:cs typeface="Open Sans" pitchFamily="2" charset="0"/>
                        </a:rPr>
                        <a:t>Математика (профильная)</a:t>
                      </a:r>
                      <a:endParaRPr lang="ru-RU" sz="2700" dirty="0">
                        <a:solidFill>
                          <a:srgbClr val="001F82"/>
                        </a:solidFill>
                        <a:latin typeface="Montserrat" panose="00000500000000000000" pitchFamily="2" charset="-52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700" dirty="0" smtClean="0">
                          <a:solidFill>
                            <a:srgbClr val="001F82"/>
                          </a:solidFill>
                          <a:latin typeface="Montserrat" panose="00000500000000000000" pitchFamily="2" charset="-52"/>
                          <a:ea typeface="Open Sans" pitchFamily="2" charset="0"/>
                          <a:cs typeface="Open Sans" pitchFamily="2" charset="0"/>
                        </a:rPr>
                        <a:t>39</a:t>
                      </a:r>
                      <a:endParaRPr lang="ru-RU" sz="2700" dirty="0">
                        <a:solidFill>
                          <a:srgbClr val="001F82"/>
                        </a:solidFill>
                        <a:latin typeface="Montserrat" panose="00000500000000000000" pitchFamily="2" charset="-52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5558866"/>
                  </a:ext>
                </a:extLst>
              </a:tr>
              <a:tr h="761074">
                <a:tc>
                  <a:txBody>
                    <a:bodyPr/>
                    <a:lstStyle/>
                    <a:p>
                      <a:pPr algn="ctr"/>
                      <a:r>
                        <a:rPr lang="ru-RU" sz="2700" dirty="0" smtClean="0">
                          <a:solidFill>
                            <a:srgbClr val="001F82"/>
                          </a:solidFill>
                          <a:latin typeface="Montserrat" panose="00000500000000000000" pitchFamily="2" charset="-52"/>
                          <a:ea typeface="Open Sans" pitchFamily="2" charset="0"/>
                          <a:cs typeface="Open Sans" pitchFamily="2" charset="0"/>
                        </a:rPr>
                        <a:t>Информатика</a:t>
                      </a:r>
                      <a:endParaRPr lang="ru-RU" sz="2700" dirty="0">
                        <a:solidFill>
                          <a:srgbClr val="001F82"/>
                        </a:solidFill>
                        <a:latin typeface="Montserrat" panose="00000500000000000000" pitchFamily="2" charset="-52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700" dirty="0" smtClean="0">
                          <a:solidFill>
                            <a:srgbClr val="001F82"/>
                          </a:solidFill>
                          <a:latin typeface="Montserrat" panose="00000500000000000000" pitchFamily="2" charset="-52"/>
                          <a:ea typeface="Open Sans" pitchFamily="2" charset="0"/>
                          <a:cs typeface="Open Sans" pitchFamily="2" charset="0"/>
                        </a:rPr>
                        <a:t>44</a:t>
                      </a:r>
                      <a:endParaRPr lang="ru-RU" sz="2700" dirty="0">
                        <a:solidFill>
                          <a:srgbClr val="001F82"/>
                        </a:solidFill>
                        <a:latin typeface="Montserrat" panose="00000500000000000000" pitchFamily="2" charset="-52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81583068"/>
                  </a:ext>
                </a:extLst>
              </a:tr>
              <a:tr h="761074">
                <a:tc>
                  <a:txBody>
                    <a:bodyPr/>
                    <a:lstStyle/>
                    <a:p>
                      <a:pPr algn="ctr"/>
                      <a:r>
                        <a:rPr lang="ru-RU" sz="2700" dirty="0" smtClean="0">
                          <a:solidFill>
                            <a:srgbClr val="001F82"/>
                          </a:solidFill>
                          <a:latin typeface="Montserrat" panose="00000500000000000000" pitchFamily="2" charset="-52"/>
                          <a:ea typeface="Open Sans" pitchFamily="2" charset="0"/>
                          <a:cs typeface="Open Sans" pitchFamily="2" charset="0"/>
                        </a:rPr>
                        <a:t>Физика</a:t>
                      </a:r>
                      <a:endParaRPr lang="ru-RU" sz="2700" dirty="0">
                        <a:solidFill>
                          <a:srgbClr val="001F82"/>
                        </a:solidFill>
                        <a:latin typeface="Montserrat" panose="00000500000000000000" pitchFamily="2" charset="-52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700" dirty="0" smtClean="0">
                          <a:solidFill>
                            <a:srgbClr val="001F82"/>
                          </a:solidFill>
                          <a:latin typeface="Montserrat" panose="00000500000000000000" pitchFamily="2" charset="-52"/>
                          <a:ea typeface="Open Sans" pitchFamily="2" charset="0"/>
                          <a:cs typeface="Open Sans" pitchFamily="2" charset="0"/>
                        </a:rPr>
                        <a:t>39</a:t>
                      </a:r>
                      <a:endParaRPr lang="ru-RU" sz="2700" dirty="0">
                        <a:solidFill>
                          <a:srgbClr val="001F82"/>
                        </a:solidFill>
                        <a:latin typeface="Montserrat" panose="00000500000000000000" pitchFamily="2" charset="-52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65876143"/>
                  </a:ext>
                </a:extLst>
              </a:tr>
              <a:tr h="761074">
                <a:tc>
                  <a:txBody>
                    <a:bodyPr/>
                    <a:lstStyle/>
                    <a:p>
                      <a:pPr algn="ctr"/>
                      <a:r>
                        <a:rPr lang="ru-RU" sz="2700" dirty="0" smtClean="0">
                          <a:solidFill>
                            <a:srgbClr val="001F82"/>
                          </a:solidFill>
                          <a:latin typeface="Montserrat" panose="00000500000000000000" pitchFamily="2" charset="-52"/>
                          <a:ea typeface="Open Sans" pitchFamily="2" charset="0"/>
                          <a:cs typeface="Open Sans" pitchFamily="2" charset="0"/>
                        </a:rPr>
                        <a:t>География</a:t>
                      </a:r>
                      <a:endParaRPr lang="ru-RU" sz="2700" dirty="0">
                        <a:solidFill>
                          <a:srgbClr val="001F82"/>
                        </a:solidFill>
                        <a:latin typeface="Montserrat" panose="00000500000000000000" pitchFamily="2" charset="-52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700" dirty="0" smtClean="0">
                          <a:solidFill>
                            <a:srgbClr val="001F82"/>
                          </a:solidFill>
                          <a:latin typeface="Montserrat" panose="00000500000000000000" pitchFamily="2" charset="-52"/>
                          <a:ea typeface="Open Sans" pitchFamily="2" charset="0"/>
                          <a:cs typeface="Open Sans" pitchFamily="2" charset="0"/>
                        </a:rPr>
                        <a:t>40</a:t>
                      </a:r>
                      <a:endParaRPr lang="ru-RU" sz="2700" dirty="0">
                        <a:solidFill>
                          <a:srgbClr val="001F82"/>
                        </a:solidFill>
                        <a:latin typeface="Montserrat" panose="00000500000000000000" pitchFamily="2" charset="-52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70388706"/>
                  </a:ext>
                </a:extLst>
              </a:tr>
              <a:tr h="761074">
                <a:tc>
                  <a:txBody>
                    <a:bodyPr/>
                    <a:lstStyle/>
                    <a:p>
                      <a:pPr algn="ctr"/>
                      <a:r>
                        <a:rPr lang="ru-RU" sz="2700" dirty="0" smtClean="0">
                          <a:solidFill>
                            <a:srgbClr val="001F82"/>
                          </a:solidFill>
                          <a:latin typeface="Montserrat" panose="00000500000000000000" pitchFamily="2" charset="-52"/>
                          <a:ea typeface="Open Sans" pitchFamily="2" charset="0"/>
                          <a:cs typeface="Open Sans" pitchFamily="2" charset="0"/>
                        </a:rPr>
                        <a:t>Иностранный язык</a:t>
                      </a:r>
                      <a:endParaRPr lang="ru-RU" sz="2700" dirty="0">
                        <a:solidFill>
                          <a:srgbClr val="001F82"/>
                        </a:solidFill>
                        <a:latin typeface="Montserrat" panose="00000500000000000000" pitchFamily="2" charset="-52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700" dirty="0" smtClean="0">
                          <a:solidFill>
                            <a:srgbClr val="001F82"/>
                          </a:solidFill>
                          <a:latin typeface="Montserrat" panose="00000500000000000000" pitchFamily="2" charset="-52"/>
                          <a:ea typeface="Open Sans" pitchFamily="2" charset="0"/>
                          <a:cs typeface="Open Sans" pitchFamily="2" charset="0"/>
                        </a:rPr>
                        <a:t>30</a:t>
                      </a:r>
                      <a:endParaRPr lang="ru-RU" sz="2700" dirty="0">
                        <a:solidFill>
                          <a:srgbClr val="001F82"/>
                        </a:solidFill>
                        <a:latin typeface="Montserrat" panose="00000500000000000000" pitchFamily="2" charset="-52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12841028"/>
                  </a:ext>
                </a:extLst>
              </a:tr>
              <a:tr h="761074">
                <a:tc>
                  <a:txBody>
                    <a:bodyPr/>
                    <a:lstStyle/>
                    <a:p>
                      <a:pPr algn="ctr"/>
                      <a:r>
                        <a:rPr lang="ru-RU" sz="2700" dirty="0" smtClean="0">
                          <a:solidFill>
                            <a:srgbClr val="001F82"/>
                          </a:solidFill>
                          <a:latin typeface="Montserrat" panose="00000500000000000000" pitchFamily="2" charset="-52"/>
                          <a:ea typeface="Open Sans" pitchFamily="2" charset="0"/>
                          <a:cs typeface="Open Sans" pitchFamily="2" charset="0"/>
                        </a:rPr>
                        <a:t>Обществознание</a:t>
                      </a:r>
                      <a:endParaRPr lang="ru-RU" sz="2700" dirty="0">
                        <a:solidFill>
                          <a:srgbClr val="001F82"/>
                        </a:solidFill>
                        <a:latin typeface="Montserrat" panose="00000500000000000000" pitchFamily="2" charset="-52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700" dirty="0" smtClean="0">
                          <a:solidFill>
                            <a:srgbClr val="001F82"/>
                          </a:solidFill>
                          <a:latin typeface="Montserrat" panose="00000500000000000000" pitchFamily="2" charset="-52"/>
                          <a:ea typeface="Open Sans" pitchFamily="2" charset="0"/>
                          <a:cs typeface="Open Sans" pitchFamily="2" charset="0"/>
                        </a:rPr>
                        <a:t>45</a:t>
                      </a:r>
                      <a:r>
                        <a:rPr lang="ru-RU" sz="2700" b="1" dirty="0" smtClean="0">
                          <a:solidFill>
                            <a:srgbClr val="001F82"/>
                          </a:solidFill>
                          <a:latin typeface="Montserrat" panose="00000500000000000000" pitchFamily="2" charset="-52"/>
                          <a:ea typeface="Open Sans" pitchFamily="2" charset="0"/>
                          <a:cs typeface="Open Sans" pitchFamily="2" charset="0"/>
                        </a:rPr>
                        <a:t>*</a:t>
                      </a:r>
                      <a:endParaRPr lang="ru-RU" sz="2700" b="1" dirty="0">
                        <a:solidFill>
                          <a:srgbClr val="001F82"/>
                        </a:solidFill>
                        <a:latin typeface="Montserrat" panose="00000500000000000000" pitchFamily="2" charset="-52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20069739"/>
                  </a:ext>
                </a:extLst>
              </a:tr>
              <a:tr h="761074">
                <a:tc>
                  <a:txBody>
                    <a:bodyPr/>
                    <a:lstStyle/>
                    <a:p>
                      <a:pPr algn="ctr"/>
                      <a:r>
                        <a:rPr lang="ru-RU" sz="2700" dirty="0" smtClean="0">
                          <a:solidFill>
                            <a:srgbClr val="001F82"/>
                          </a:solidFill>
                          <a:latin typeface="Montserrat" panose="00000500000000000000" pitchFamily="2" charset="-52"/>
                          <a:ea typeface="Open Sans" pitchFamily="2" charset="0"/>
                          <a:cs typeface="Open Sans" pitchFamily="2" charset="0"/>
                        </a:rPr>
                        <a:t>История</a:t>
                      </a:r>
                      <a:endParaRPr lang="ru-RU" sz="2700" dirty="0">
                        <a:solidFill>
                          <a:srgbClr val="001F82"/>
                        </a:solidFill>
                        <a:latin typeface="Montserrat" panose="00000500000000000000" pitchFamily="2" charset="-52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700" dirty="0" smtClean="0">
                          <a:solidFill>
                            <a:srgbClr val="001F82"/>
                          </a:solidFill>
                          <a:latin typeface="Montserrat" panose="00000500000000000000" pitchFamily="2" charset="-52"/>
                          <a:ea typeface="Open Sans" pitchFamily="2" charset="0"/>
                          <a:cs typeface="Open Sans" pitchFamily="2" charset="0"/>
                        </a:rPr>
                        <a:t>35</a:t>
                      </a:r>
                      <a:endParaRPr lang="ru-RU" sz="2700" dirty="0">
                        <a:solidFill>
                          <a:srgbClr val="001F82"/>
                        </a:solidFill>
                        <a:latin typeface="Montserrat" panose="00000500000000000000" pitchFamily="2" charset="-52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770241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3519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0104100" cy="1790064"/>
          </a:xfrm>
          <a:custGeom>
            <a:avLst/>
            <a:gdLst/>
            <a:ahLst/>
            <a:cxnLst/>
            <a:rect l="l" t="t" r="r" b="b"/>
            <a:pathLst>
              <a:path w="20104100" h="1790064">
                <a:moveTo>
                  <a:pt x="20104099" y="0"/>
                </a:moveTo>
                <a:lnTo>
                  <a:pt x="0" y="0"/>
                </a:lnTo>
                <a:lnTo>
                  <a:pt x="0" y="1789715"/>
                </a:lnTo>
                <a:lnTo>
                  <a:pt x="20104099" y="1789715"/>
                </a:lnTo>
                <a:lnTo>
                  <a:pt x="20104099" y="0"/>
                </a:lnTo>
                <a:close/>
              </a:path>
            </a:pathLst>
          </a:custGeom>
          <a:solidFill>
            <a:srgbClr val="001F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1898649" y="3063875"/>
            <a:ext cx="16606273" cy="61677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indent="630238" algn="just">
              <a:lnSpc>
                <a:spcPct val="125000"/>
              </a:lnSpc>
              <a:buFont typeface="+mj-lt"/>
              <a:buAutoNum type="arabicPeriod"/>
            </a:pPr>
            <a:r>
              <a:rPr lang="ru-RU" sz="3200" dirty="0">
                <a:solidFill>
                  <a:srgbClr val="001F82"/>
                </a:solidFill>
                <a:latin typeface="Montserrat" panose="00000500000000000000" pitchFamily="2" charset="-52"/>
              </a:rPr>
              <a:t>Учёт </a:t>
            </a:r>
            <a:r>
              <a:rPr lang="ru-RU" sz="3200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индивидуальных </a:t>
            </a:r>
            <a:r>
              <a:rPr lang="ru-RU" sz="3200" dirty="0">
                <a:solidFill>
                  <a:srgbClr val="001F82"/>
                </a:solidFill>
                <a:latin typeface="Montserrat" panose="00000500000000000000" pitchFamily="2" charset="-52"/>
              </a:rPr>
              <a:t>достижений производится в заявительном порядке </a:t>
            </a:r>
            <a:r>
              <a:rPr lang="ru-RU" sz="3200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при предъявлении </a:t>
            </a:r>
            <a:r>
              <a:rPr lang="ru-RU" sz="3200" dirty="0">
                <a:solidFill>
                  <a:srgbClr val="001F82"/>
                </a:solidFill>
                <a:latin typeface="Montserrat" panose="00000500000000000000" pitchFamily="2" charset="-52"/>
              </a:rPr>
              <a:t>в приёмную комиссию оригиналов подтверждающих документов. </a:t>
            </a:r>
            <a:endParaRPr lang="ru-RU" sz="3200" dirty="0" smtClean="0">
              <a:solidFill>
                <a:srgbClr val="001F82"/>
              </a:solidFill>
              <a:latin typeface="Montserrat" panose="00000500000000000000" pitchFamily="2" charset="-52"/>
            </a:endParaRPr>
          </a:p>
          <a:p>
            <a:pPr indent="630238" algn="just">
              <a:lnSpc>
                <a:spcPct val="125000"/>
              </a:lnSpc>
              <a:buFont typeface="+mj-lt"/>
              <a:buAutoNum type="arabicPeriod"/>
            </a:pPr>
            <a:endParaRPr lang="ru-RU" sz="3200" dirty="0">
              <a:solidFill>
                <a:srgbClr val="001F82"/>
              </a:solidFill>
              <a:latin typeface="Montserrat" panose="00000500000000000000" pitchFamily="2" charset="-52"/>
            </a:endParaRPr>
          </a:p>
          <a:p>
            <a:pPr indent="630238" algn="just">
              <a:lnSpc>
                <a:spcPct val="125000"/>
              </a:lnSpc>
              <a:buFont typeface="+mj-lt"/>
              <a:buAutoNum type="arabicPeriod"/>
            </a:pPr>
            <a:r>
              <a:rPr lang="ru-RU" sz="3200" dirty="0">
                <a:solidFill>
                  <a:srgbClr val="001F82"/>
                </a:solidFill>
                <a:latin typeface="Montserrat" panose="00000500000000000000" pitchFamily="2" charset="-52"/>
              </a:rPr>
              <a:t>Если </a:t>
            </a:r>
            <a:r>
              <a:rPr lang="ru-RU" sz="3200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поступающий </a:t>
            </a:r>
            <a:r>
              <a:rPr lang="ru-RU" sz="3200" dirty="0">
                <a:solidFill>
                  <a:srgbClr val="001F82"/>
                </a:solidFill>
                <a:latin typeface="Montserrat" panose="00000500000000000000" pitchFamily="2" charset="-52"/>
              </a:rPr>
              <a:t>заявляет несколько видов индивидуальных достижений, за </a:t>
            </a:r>
            <a:r>
              <a:rPr lang="ru-RU" sz="3200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которые начисляются </a:t>
            </a:r>
            <a:r>
              <a:rPr lang="ru-RU" sz="3200" dirty="0">
                <a:solidFill>
                  <a:srgbClr val="001F82"/>
                </a:solidFill>
                <a:latin typeface="Montserrat" panose="00000500000000000000" pitchFamily="2" charset="-52"/>
              </a:rPr>
              <a:t>баллы, или несколько оснований за один вид индивидуального достижения, </a:t>
            </a:r>
            <a:r>
              <a:rPr lang="ru-RU" sz="3200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то суммарный </a:t>
            </a:r>
            <a:r>
              <a:rPr lang="ru-RU" sz="3200" dirty="0">
                <a:solidFill>
                  <a:srgbClr val="001F82"/>
                </a:solidFill>
                <a:latin typeface="Montserrat" panose="00000500000000000000" pitchFamily="2" charset="-52"/>
              </a:rPr>
              <a:t>балл по всем видам и всем основаниям индивидуальных достижений не </a:t>
            </a:r>
            <a:r>
              <a:rPr lang="ru-RU" sz="3200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может </a:t>
            </a:r>
            <a:r>
              <a:rPr lang="ru-RU" sz="3200" dirty="0">
                <a:solidFill>
                  <a:srgbClr val="001F82"/>
                </a:solidFill>
                <a:latin typeface="Montserrat" panose="00000500000000000000" pitchFamily="2" charset="-52"/>
              </a:rPr>
              <a:t>быть больше 10</a:t>
            </a:r>
            <a:r>
              <a:rPr lang="ru-RU" sz="3200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.</a:t>
            </a:r>
          </a:p>
          <a:p>
            <a:pPr indent="630238" algn="just">
              <a:lnSpc>
                <a:spcPct val="125000"/>
              </a:lnSpc>
              <a:buFont typeface="+mj-lt"/>
              <a:buAutoNum type="arabicPeriod"/>
            </a:pPr>
            <a:endParaRPr lang="ru-RU" sz="3200" dirty="0">
              <a:solidFill>
                <a:srgbClr val="001F82"/>
              </a:solidFill>
              <a:latin typeface="Montserrat" panose="00000500000000000000" pitchFamily="2" charset="-52"/>
            </a:endParaRPr>
          </a:p>
          <a:p>
            <a:pPr indent="630238" algn="just">
              <a:lnSpc>
                <a:spcPct val="125000"/>
              </a:lnSpc>
              <a:buFont typeface="+mj-lt"/>
              <a:buAutoNum type="arabicPeriod"/>
            </a:pPr>
            <a:r>
              <a:rPr lang="ru-RU" sz="3200" b="1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Приложение 6 </a:t>
            </a:r>
            <a:r>
              <a:rPr lang="ru-RU" sz="3200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СТО 2.5.1-23 (см. по </a:t>
            </a:r>
            <a:r>
              <a:rPr lang="en-US" sz="3200" dirty="0" err="1" smtClean="0">
                <a:solidFill>
                  <a:srgbClr val="001F82"/>
                </a:solidFill>
                <a:latin typeface="Montserrat" panose="00000500000000000000" pitchFamily="2" charset="-52"/>
              </a:rPr>
              <a:t>qr</a:t>
            </a:r>
            <a:r>
              <a:rPr lang="en-US" sz="3200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-</a:t>
            </a:r>
            <a:r>
              <a:rPr lang="ru-RU" sz="3200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коду)</a:t>
            </a:r>
            <a:endParaRPr lang="ru-RU" sz="3200" dirty="0">
              <a:solidFill>
                <a:srgbClr val="001F82"/>
              </a:solidFill>
              <a:latin typeface="Montserrat" panose="00000500000000000000" pitchFamily="2" charset="-52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title"/>
          </p:nvPr>
        </p:nvSpPr>
        <p:spPr>
          <a:xfrm>
            <a:off x="1063170" y="481694"/>
            <a:ext cx="13789480" cy="725199"/>
          </a:xfrm>
          <a:prstGeom prst="rect">
            <a:avLst/>
          </a:prstGeom>
        </p:spPr>
        <p:txBody>
          <a:bodyPr vert="horz" wrap="square" lIns="0" tIns="1714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ru-RU" b="1" dirty="0" smtClean="0">
                <a:latin typeface="Montserrat" pitchFamily="2" charset="-52"/>
              </a:rPr>
              <a:t>ИНДИВИДУАЛЬНЫЕ ДОСТИЖЕНИЯ</a:t>
            </a:r>
            <a:endParaRPr lang="ru-RU" b="1" dirty="0">
              <a:latin typeface="Montserrat" pitchFamily="2" charset="-52"/>
            </a:endParaRPr>
          </a:p>
        </p:txBody>
      </p:sp>
      <p:sp>
        <p:nvSpPr>
          <p:cNvPr id="34" name="object 14"/>
          <p:cNvSpPr/>
          <p:nvPr/>
        </p:nvSpPr>
        <p:spPr>
          <a:xfrm>
            <a:off x="17620831" y="493400"/>
            <a:ext cx="782955" cy="972185"/>
          </a:xfrm>
          <a:custGeom>
            <a:avLst/>
            <a:gdLst/>
            <a:ahLst/>
            <a:cxnLst/>
            <a:rect l="l" t="t" r="r" b="b"/>
            <a:pathLst>
              <a:path w="782955" h="972185">
                <a:moveTo>
                  <a:pt x="782701" y="580580"/>
                </a:moveTo>
                <a:lnTo>
                  <a:pt x="593788" y="580580"/>
                </a:lnTo>
                <a:lnTo>
                  <a:pt x="588429" y="626935"/>
                </a:lnTo>
                <a:lnTo>
                  <a:pt x="573176" y="669518"/>
                </a:lnTo>
                <a:lnTo>
                  <a:pt x="549249" y="707110"/>
                </a:lnTo>
                <a:lnTo>
                  <a:pt x="517880" y="738479"/>
                </a:lnTo>
                <a:lnTo>
                  <a:pt x="480301" y="762406"/>
                </a:lnTo>
                <a:lnTo>
                  <a:pt x="437705" y="777659"/>
                </a:lnTo>
                <a:lnTo>
                  <a:pt x="391350" y="783005"/>
                </a:lnTo>
                <a:lnTo>
                  <a:pt x="344995" y="777659"/>
                </a:lnTo>
                <a:lnTo>
                  <a:pt x="302412" y="762406"/>
                </a:lnTo>
                <a:lnTo>
                  <a:pt x="264820" y="738479"/>
                </a:lnTo>
                <a:lnTo>
                  <a:pt x="233451" y="707110"/>
                </a:lnTo>
                <a:lnTo>
                  <a:pt x="209524" y="669518"/>
                </a:lnTo>
                <a:lnTo>
                  <a:pt x="194271" y="626935"/>
                </a:lnTo>
                <a:lnTo>
                  <a:pt x="188925" y="580580"/>
                </a:lnTo>
                <a:lnTo>
                  <a:pt x="194271" y="534225"/>
                </a:lnTo>
                <a:lnTo>
                  <a:pt x="209524" y="491642"/>
                </a:lnTo>
                <a:lnTo>
                  <a:pt x="233451" y="454050"/>
                </a:lnTo>
                <a:lnTo>
                  <a:pt x="264820" y="422681"/>
                </a:lnTo>
                <a:lnTo>
                  <a:pt x="302412" y="398754"/>
                </a:lnTo>
                <a:lnTo>
                  <a:pt x="344995" y="383514"/>
                </a:lnTo>
                <a:lnTo>
                  <a:pt x="391350" y="378155"/>
                </a:lnTo>
                <a:lnTo>
                  <a:pt x="391350" y="189242"/>
                </a:lnTo>
                <a:lnTo>
                  <a:pt x="342328" y="192290"/>
                </a:lnTo>
                <a:lnTo>
                  <a:pt x="295109" y="201206"/>
                </a:lnTo>
                <a:lnTo>
                  <a:pt x="250050" y="215620"/>
                </a:lnTo>
                <a:lnTo>
                  <a:pt x="207530" y="235153"/>
                </a:lnTo>
                <a:lnTo>
                  <a:pt x="167919" y="259448"/>
                </a:lnTo>
                <a:lnTo>
                  <a:pt x="131584" y="288124"/>
                </a:lnTo>
                <a:lnTo>
                  <a:pt x="98894" y="320814"/>
                </a:lnTo>
                <a:lnTo>
                  <a:pt x="70218" y="357149"/>
                </a:lnTo>
                <a:lnTo>
                  <a:pt x="45923" y="396760"/>
                </a:lnTo>
                <a:lnTo>
                  <a:pt x="26390" y="439280"/>
                </a:lnTo>
                <a:lnTo>
                  <a:pt x="11976" y="484339"/>
                </a:lnTo>
                <a:lnTo>
                  <a:pt x="3060" y="531558"/>
                </a:lnTo>
                <a:lnTo>
                  <a:pt x="0" y="580580"/>
                </a:lnTo>
                <a:lnTo>
                  <a:pt x="3060" y="629602"/>
                </a:lnTo>
                <a:lnTo>
                  <a:pt x="11976" y="676821"/>
                </a:lnTo>
                <a:lnTo>
                  <a:pt x="26390" y="721880"/>
                </a:lnTo>
                <a:lnTo>
                  <a:pt x="45923" y="764400"/>
                </a:lnTo>
                <a:lnTo>
                  <a:pt x="70218" y="804011"/>
                </a:lnTo>
                <a:lnTo>
                  <a:pt x="98894" y="840346"/>
                </a:lnTo>
                <a:lnTo>
                  <a:pt x="131584" y="873036"/>
                </a:lnTo>
                <a:lnTo>
                  <a:pt x="167919" y="901712"/>
                </a:lnTo>
                <a:lnTo>
                  <a:pt x="207530" y="926007"/>
                </a:lnTo>
                <a:lnTo>
                  <a:pt x="250050" y="945540"/>
                </a:lnTo>
                <a:lnTo>
                  <a:pt x="295109" y="959954"/>
                </a:lnTo>
                <a:lnTo>
                  <a:pt x="342328" y="968870"/>
                </a:lnTo>
                <a:lnTo>
                  <a:pt x="391350" y="971931"/>
                </a:lnTo>
                <a:lnTo>
                  <a:pt x="440385" y="968870"/>
                </a:lnTo>
                <a:lnTo>
                  <a:pt x="487616" y="959954"/>
                </a:lnTo>
                <a:lnTo>
                  <a:pt x="532688" y="945540"/>
                </a:lnTo>
                <a:lnTo>
                  <a:pt x="575208" y="926007"/>
                </a:lnTo>
                <a:lnTo>
                  <a:pt x="614819" y="901712"/>
                </a:lnTo>
                <a:lnTo>
                  <a:pt x="651167" y="873036"/>
                </a:lnTo>
                <a:lnTo>
                  <a:pt x="683856" y="840346"/>
                </a:lnTo>
                <a:lnTo>
                  <a:pt x="712533" y="804011"/>
                </a:lnTo>
                <a:lnTo>
                  <a:pt x="736815" y="764400"/>
                </a:lnTo>
                <a:lnTo>
                  <a:pt x="756348" y="721880"/>
                </a:lnTo>
                <a:lnTo>
                  <a:pt x="770750" y="676821"/>
                </a:lnTo>
                <a:lnTo>
                  <a:pt x="779665" y="629602"/>
                </a:lnTo>
                <a:lnTo>
                  <a:pt x="782701" y="580580"/>
                </a:lnTo>
                <a:close/>
              </a:path>
              <a:path w="782955" h="972185">
                <a:moveTo>
                  <a:pt x="782751" y="391350"/>
                </a:moveTo>
                <a:lnTo>
                  <a:pt x="779703" y="342328"/>
                </a:lnTo>
                <a:lnTo>
                  <a:pt x="770775" y="295097"/>
                </a:lnTo>
                <a:lnTo>
                  <a:pt x="756373" y="250050"/>
                </a:lnTo>
                <a:lnTo>
                  <a:pt x="736828" y="207530"/>
                </a:lnTo>
                <a:lnTo>
                  <a:pt x="712546" y="167919"/>
                </a:lnTo>
                <a:lnTo>
                  <a:pt x="683869" y="131584"/>
                </a:lnTo>
                <a:lnTo>
                  <a:pt x="651179" y="98894"/>
                </a:lnTo>
                <a:lnTo>
                  <a:pt x="614832" y="70218"/>
                </a:lnTo>
                <a:lnTo>
                  <a:pt x="575221" y="45923"/>
                </a:lnTo>
                <a:lnTo>
                  <a:pt x="532701" y="26390"/>
                </a:lnTo>
                <a:lnTo>
                  <a:pt x="487654" y="11976"/>
                </a:lnTo>
                <a:lnTo>
                  <a:pt x="440423" y="3060"/>
                </a:lnTo>
                <a:lnTo>
                  <a:pt x="391401" y="0"/>
                </a:lnTo>
                <a:lnTo>
                  <a:pt x="391401" y="188912"/>
                </a:lnTo>
                <a:lnTo>
                  <a:pt x="437769" y="194271"/>
                </a:lnTo>
                <a:lnTo>
                  <a:pt x="480352" y="209524"/>
                </a:lnTo>
                <a:lnTo>
                  <a:pt x="517944" y="233438"/>
                </a:lnTo>
                <a:lnTo>
                  <a:pt x="549313" y="264807"/>
                </a:lnTo>
                <a:lnTo>
                  <a:pt x="573227" y="302399"/>
                </a:lnTo>
                <a:lnTo>
                  <a:pt x="588479" y="344982"/>
                </a:lnTo>
                <a:lnTo>
                  <a:pt x="593839" y="391350"/>
                </a:lnTo>
                <a:lnTo>
                  <a:pt x="782751" y="3913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15"/>
          <p:cNvSpPr/>
          <p:nvPr/>
        </p:nvSpPr>
        <p:spPr>
          <a:xfrm>
            <a:off x="18527039" y="836592"/>
            <a:ext cx="1136015" cy="355600"/>
          </a:xfrm>
          <a:custGeom>
            <a:avLst/>
            <a:gdLst/>
            <a:ahLst/>
            <a:cxnLst/>
            <a:rect l="l" t="t" r="r" b="b"/>
            <a:pathLst>
              <a:path w="1136015" h="355600">
                <a:moveTo>
                  <a:pt x="241134" y="231355"/>
                </a:moveTo>
                <a:lnTo>
                  <a:pt x="197370" y="190157"/>
                </a:lnTo>
                <a:lnTo>
                  <a:pt x="192798" y="195757"/>
                </a:lnTo>
                <a:lnTo>
                  <a:pt x="187528" y="200812"/>
                </a:lnTo>
                <a:lnTo>
                  <a:pt x="151295" y="216141"/>
                </a:lnTo>
                <a:lnTo>
                  <a:pt x="142227" y="216598"/>
                </a:lnTo>
                <a:lnTo>
                  <a:pt x="134277" y="216230"/>
                </a:lnTo>
                <a:lnTo>
                  <a:pt x="94195" y="199351"/>
                </a:lnTo>
                <a:lnTo>
                  <a:pt x="71424" y="161658"/>
                </a:lnTo>
                <a:lnTo>
                  <a:pt x="68326" y="136855"/>
                </a:lnTo>
                <a:lnTo>
                  <a:pt x="68668" y="128384"/>
                </a:lnTo>
                <a:lnTo>
                  <a:pt x="80454" y="91490"/>
                </a:lnTo>
                <a:lnTo>
                  <a:pt x="113004" y="63131"/>
                </a:lnTo>
                <a:lnTo>
                  <a:pt x="143357" y="57048"/>
                </a:lnTo>
                <a:lnTo>
                  <a:pt x="150850" y="57416"/>
                </a:lnTo>
                <a:lnTo>
                  <a:pt x="191211" y="75260"/>
                </a:lnTo>
                <a:lnTo>
                  <a:pt x="195961" y="80937"/>
                </a:lnTo>
                <a:lnTo>
                  <a:pt x="238633" y="38265"/>
                </a:lnTo>
                <a:lnTo>
                  <a:pt x="208102" y="15214"/>
                </a:lnTo>
                <a:lnTo>
                  <a:pt x="168529" y="2438"/>
                </a:lnTo>
                <a:lnTo>
                  <a:pt x="141185" y="0"/>
                </a:lnTo>
                <a:lnTo>
                  <a:pt x="126542" y="596"/>
                </a:lnTo>
                <a:lnTo>
                  <a:pt x="85648" y="9563"/>
                </a:lnTo>
                <a:lnTo>
                  <a:pt x="50787" y="28562"/>
                </a:lnTo>
                <a:lnTo>
                  <a:pt x="23761" y="56680"/>
                </a:lnTo>
                <a:lnTo>
                  <a:pt x="6108" y="93243"/>
                </a:lnTo>
                <a:lnTo>
                  <a:pt x="0" y="136804"/>
                </a:lnTo>
                <a:lnTo>
                  <a:pt x="660" y="151739"/>
                </a:lnTo>
                <a:lnTo>
                  <a:pt x="10642" y="192709"/>
                </a:lnTo>
                <a:lnTo>
                  <a:pt x="31191" y="226745"/>
                </a:lnTo>
                <a:lnTo>
                  <a:pt x="60490" y="252425"/>
                </a:lnTo>
                <a:lnTo>
                  <a:pt x="97421" y="268770"/>
                </a:lnTo>
                <a:lnTo>
                  <a:pt x="140042" y="274358"/>
                </a:lnTo>
                <a:lnTo>
                  <a:pt x="156095" y="273634"/>
                </a:lnTo>
                <a:lnTo>
                  <a:pt x="198513" y="262801"/>
                </a:lnTo>
                <a:lnTo>
                  <a:pt x="232003" y="240779"/>
                </a:lnTo>
                <a:lnTo>
                  <a:pt x="241134" y="231355"/>
                </a:lnTo>
                <a:close/>
              </a:path>
              <a:path w="1136015" h="355600">
                <a:moveTo>
                  <a:pt x="449973" y="84251"/>
                </a:moveTo>
                <a:lnTo>
                  <a:pt x="385965" y="84251"/>
                </a:lnTo>
                <a:lnTo>
                  <a:pt x="349592" y="201891"/>
                </a:lnTo>
                <a:lnTo>
                  <a:pt x="348500" y="201891"/>
                </a:lnTo>
                <a:lnTo>
                  <a:pt x="307682" y="84251"/>
                </a:lnTo>
                <a:lnTo>
                  <a:pt x="240753" y="84251"/>
                </a:lnTo>
                <a:lnTo>
                  <a:pt x="317246" y="264426"/>
                </a:lnTo>
                <a:lnTo>
                  <a:pt x="308444" y="287337"/>
                </a:lnTo>
                <a:lnTo>
                  <a:pt x="304914" y="293408"/>
                </a:lnTo>
                <a:lnTo>
                  <a:pt x="296545" y="301929"/>
                </a:lnTo>
                <a:lnTo>
                  <a:pt x="289763" y="304101"/>
                </a:lnTo>
                <a:lnTo>
                  <a:pt x="277558" y="304101"/>
                </a:lnTo>
                <a:lnTo>
                  <a:pt x="274294" y="303784"/>
                </a:lnTo>
                <a:lnTo>
                  <a:pt x="267195" y="302590"/>
                </a:lnTo>
                <a:lnTo>
                  <a:pt x="263931" y="301764"/>
                </a:lnTo>
                <a:lnTo>
                  <a:pt x="260997" y="300799"/>
                </a:lnTo>
                <a:lnTo>
                  <a:pt x="254368" y="351548"/>
                </a:lnTo>
                <a:lnTo>
                  <a:pt x="258775" y="352742"/>
                </a:lnTo>
                <a:lnTo>
                  <a:pt x="263982" y="353733"/>
                </a:lnTo>
                <a:lnTo>
                  <a:pt x="276034" y="355180"/>
                </a:lnTo>
                <a:lnTo>
                  <a:pt x="281838" y="355574"/>
                </a:lnTo>
                <a:lnTo>
                  <a:pt x="295833" y="355320"/>
                </a:lnTo>
                <a:lnTo>
                  <a:pt x="333248" y="344881"/>
                </a:lnTo>
                <a:lnTo>
                  <a:pt x="359003" y="314693"/>
                </a:lnTo>
                <a:lnTo>
                  <a:pt x="367995" y="294932"/>
                </a:lnTo>
                <a:lnTo>
                  <a:pt x="449973" y="84251"/>
                </a:lnTo>
                <a:close/>
              </a:path>
              <a:path w="1136015" h="355600">
                <a:moveTo>
                  <a:pt x="676821" y="175069"/>
                </a:moveTo>
                <a:lnTo>
                  <a:pt x="667461" y="130022"/>
                </a:lnTo>
                <a:lnTo>
                  <a:pt x="666661" y="128435"/>
                </a:lnTo>
                <a:lnTo>
                  <a:pt x="663473" y="122085"/>
                </a:lnTo>
                <a:lnTo>
                  <a:pt x="658825" y="114681"/>
                </a:lnTo>
                <a:lnTo>
                  <a:pt x="653529" y="107810"/>
                </a:lnTo>
                <a:lnTo>
                  <a:pt x="652500" y="106730"/>
                </a:lnTo>
                <a:lnTo>
                  <a:pt x="647611" y="101549"/>
                </a:lnTo>
                <a:lnTo>
                  <a:pt x="641070" y="95973"/>
                </a:lnTo>
                <a:lnTo>
                  <a:pt x="633907" y="91071"/>
                </a:lnTo>
                <a:lnTo>
                  <a:pt x="626122" y="86855"/>
                </a:lnTo>
                <a:lnTo>
                  <a:pt x="618363" y="83718"/>
                </a:lnTo>
                <a:lnTo>
                  <a:pt x="618363" y="169202"/>
                </a:lnTo>
                <a:lnTo>
                  <a:pt x="618312" y="181317"/>
                </a:lnTo>
                <a:lnTo>
                  <a:pt x="599465" y="215734"/>
                </a:lnTo>
                <a:lnTo>
                  <a:pt x="582472" y="222516"/>
                </a:lnTo>
                <a:lnTo>
                  <a:pt x="568464" y="222516"/>
                </a:lnTo>
                <a:lnTo>
                  <a:pt x="536359" y="198310"/>
                </a:lnTo>
                <a:lnTo>
                  <a:pt x="534327" y="192709"/>
                </a:lnTo>
                <a:lnTo>
                  <a:pt x="532206" y="187071"/>
                </a:lnTo>
                <a:lnTo>
                  <a:pt x="531177" y="181317"/>
                </a:lnTo>
                <a:lnTo>
                  <a:pt x="531253" y="169202"/>
                </a:lnTo>
                <a:lnTo>
                  <a:pt x="532257" y="163830"/>
                </a:lnTo>
                <a:lnTo>
                  <a:pt x="556958" y="132448"/>
                </a:lnTo>
                <a:lnTo>
                  <a:pt x="568464" y="128435"/>
                </a:lnTo>
                <a:lnTo>
                  <a:pt x="582422" y="128435"/>
                </a:lnTo>
                <a:lnTo>
                  <a:pt x="613740" y="152158"/>
                </a:lnTo>
                <a:lnTo>
                  <a:pt x="618363" y="169202"/>
                </a:lnTo>
                <a:lnTo>
                  <a:pt x="618363" y="83718"/>
                </a:lnTo>
                <a:lnTo>
                  <a:pt x="617791" y="83477"/>
                </a:lnTo>
                <a:lnTo>
                  <a:pt x="609015" y="81064"/>
                </a:lnTo>
                <a:lnTo>
                  <a:pt x="599782" y="79629"/>
                </a:lnTo>
                <a:lnTo>
                  <a:pt x="590080" y="79146"/>
                </a:lnTo>
                <a:lnTo>
                  <a:pt x="580288" y="79654"/>
                </a:lnTo>
                <a:lnTo>
                  <a:pt x="541667" y="96393"/>
                </a:lnTo>
                <a:lnTo>
                  <a:pt x="531609" y="106730"/>
                </a:lnTo>
                <a:lnTo>
                  <a:pt x="530529" y="106730"/>
                </a:lnTo>
                <a:lnTo>
                  <a:pt x="530529" y="84251"/>
                </a:lnTo>
                <a:lnTo>
                  <a:pt x="473151" y="84251"/>
                </a:lnTo>
                <a:lnTo>
                  <a:pt x="473151" y="355561"/>
                </a:lnTo>
                <a:lnTo>
                  <a:pt x="533463" y="355561"/>
                </a:lnTo>
                <a:lnTo>
                  <a:pt x="533463" y="247103"/>
                </a:lnTo>
                <a:lnTo>
                  <a:pt x="534212" y="247103"/>
                </a:lnTo>
                <a:lnTo>
                  <a:pt x="573239" y="270751"/>
                </a:lnTo>
                <a:lnTo>
                  <a:pt x="589699" y="272465"/>
                </a:lnTo>
                <a:lnTo>
                  <a:pt x="599719" y="271957"/>
                </a:lnTo>
                <a:lnTo>
                  <a:pt x="641400" y="254965"/>
                </a:lnTo>
                <a:lnTo>
                  <a:pt x="666648" y="222516"/>
                </a:lnTo>
                <a:lnTo>
                  <a:pt x="667689" y="220395"/>
                </a:lnTo>
                <a:lnTo>
                  <a:pt x="670966" y="211823"/>
                </a:lnTo>
                <a:lnTo>
                  <a:pt x="673531" y="202933"/>
                </a:lnTo>
                <a:lnTo>
                  <a:pt x="675360" y="193827"/>
                </a:lnTo>
                <a:lnTo>
                  <a:pt x="676452" y="184543"/>
                </a:lnTo>
                <a:lnTo>
                  <a:pt x="676821" y="175069"/>
                </a:lnTo>
                <a:close/>
              </a:path>
              <a:path w="1136015" h="355600">
                <a:moveTo>
                  <a:pt x="881976" y="7061"/>
                </a:moveTo>
                <a:lnTo>
                  <a:pt x="718032" y="7061"/>
                </a:lnTo>
                <a:lnTo>
                  <a:pt x="718032" y="61671"/>
                </a:lnTo>
                <a:lnTo>
                  <a:pt x="718032" y="267411"/>
                </a:lnTo>
                <a:lnTo>
                  <a:pt x="781278" y="267411"/>
                </a:lnTo>
                <a:lnTo>
                  <a:pt x="781278" y="61671"/>
                </a:lnTo>
                <a:lnTo>
                  <a:pt x="881976" y="61671"/>
                </a:lnTo>
                <a:lnTo>
                  <a:pt x="881976" y="7061"/>
                </a:lnTo>
                <a:close/>
              </a:path>
              <a:path w="1136015" h="355600">
                <a:moveTo>
                  <a:pt x="1135634" y="7061"/>
                </a:moveTo>
                <a:lnTo>
                  <a:pt x="1068387" y="7061"/>
                </a:lnTo>
                <a:lnTo>
                  <a:pt x="1016165" y="136474"/>
                </a:lnTo>
                <a:lnTo>
                  <a:pt x="961771" y="6997"/>
                </a:lnTo>
                <a:lnTo>
                  <a:pt x="891844" y="6997"/>
                </a:lnTo>
                <a:lnTo>
                  <a:pt x="983373" y="209600"/>
                </a:lnTo>
                <a:lnTo>
                  <a:pt x="979944" y="213995"/>
                </a:lnTo>
                <a:lnTo>
                  <a:pt x="976261" y="217093"/>
                </a:lnTo>
                <a:lnTo>
                  <a:pt x="968451" y="220776"/>
                </a:lnTo>
                <a:lnTo>
                  <a:pt x="963993" y="221703"/>
                </a:lnTo>
                <a:lnTo>
                  <a:pt x="952754" y="221703"/>
                </a:lnTo>
                <a:lnTo>
                  <a:pt x="947115" y="219798"/>
                </a:lnTo>
                <a:lnTo>
                  <a:pt x="937336" y="212204"/>
                </a:lnTo>
                <a:lnTo>
                  <a:pt x="933323" y="208572"/>
                </a:lnTo>
                <a:lnTo>
                  <a:pt x="930122" y="205143"/>
                </a:lnTo>
                <a:lnTo>
                  <a:pt x="891146" y="249110"/>
                </a:lnTo>
                <a:lnTo>
                  <a:pt x="928497" y="271919"/>
                </a:lnTo>
                <a:lnTo>
                  <a:pt x="956983" y="274675"/>
                </a:lnTo>
                <a:lnTo>
                  <a:pt x="966406" y="274370"/>
                </a:lnTo>
                <a:lnTo>
                  <a:pt x="1004176" y="263918"/>
                </a:lnTo>
                <a:lnTo>
                  <a:pt x="1033640" y="236080"/>
                </a:lnTo>
                <a:lnTo>
                  <a:pt x="1047051" y="210731"/>
                </a:lnTo>
                <a:lnTo>
                  <a:pt x="1135634" y="706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6" name="object 16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7041" y="1297362"/>
            <a:ext cx="1130606" cy="155146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86661" y="8169275"/>
            <a:ext cx="2717125" cy="2717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010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0104100" cy="1790064"/>
          </a:xfrm>
          <a:custGeom>
            <a:avLst/>
            <a:gdLst/>
            <a:ahLst/>
            <a:cxnLst/>
            <a:rect l="l" t="t" r="r" b="b"/>
            <a:pathLst>
              <a:path w="20104100" h="1790064">
                <a:moveTo>
                  <a:pt x="20104099" y="0"/>
                </a:moveTo>
                <a:lnTo>
                  <a:pt x="0" y="0"/>
                </a:lnTo>
                <a:lnTo>
                  <a:pt x="0" y="1789715"/>
                </a:lnTo>
                <a:lnTo>
                  <a:pt x="20104099" y="1789715"/>
                </a:lnTo>
                <a:lnTo>
                  <a:pt x="20104099" y="0"/>
                </a:lnTo>
                <a:close/>
              </a:path>
            </a:pathLst>
          </a:custGeom>
          <a:solidFill>
            <a:srgbClr val="001F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1333251" y="4531790"/>
            <a:ext cx="18139997" cy="232050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ru-RU" sz="4400" dirty="0">
                <a:solidFill>
                  <a:srgbClr val="001F82"/>
                </a:solidFill>
                <a:latin typeface="Montserrat" panose="00000500000000000000" pitchFamily="2" charset="-52"/>
              </a:rPr>
              <a:t>ВОЗМОЖНО </a:t>
            </a:r>
            <a:r>
              <a:rPr lang="ru-RU" sz="4400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ПРОВЕДЕНИЕ ВСТУПИТЕЛЬНЫХ </a:t>
            </a:r>
            <a:r>
              <a:rPr lang="ru-RU" sz="4400" dirty="0">
                <a:solidFill>
                  <a:srgbClr val="001F82"/>
                </a:solidFill>
                <a:latin typeface="Montserrat" panose="00000500000000000000" pitchFamily="2" charset="-52"/>
              </a:rPr>
              <a:t>ИСПЫТАНИЙ </a:t>
            </a:r>
            <a:endParaRPr lang="ru-RU" sz="4400" dirty="0" smtClean="0">
              <a:solidFill>
                <a:srgbClr val="001F82"/>
              </a:solidFill>
              <a:latin typeface="Montserrat" panose="00000500000000000000" pitchFamily="2" charset="-52"/>
            </a:endParaRPr>
          </a:p>
          <a:p>
            <a:pPr algn="just">
              <a:lnSpc>
                <a:spcPct val="125000"/>
              </a:lnSpc>
            </a:pPr>
            <a:r>
              <a:rPr lang="ru-RU" sz="4400" b="1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ОЧНО </a:t>
            </a:r>
            <a:r>
              <a:rPr lang="ru-RU" sz="4400" b="1" dirty="0">
                <a:solidFill>
                  <a:srgbClr val="001F82"/>
                </a:solidFill>
                <a:latin typeface="Montserrat" panose="00000500000000000000" pitchFamily="2" charset="-52"/>
              </a:rPr>
              <a:t>И (ИЛИ) ДИСТАНЦИОННО </a:t>
            </a:r>
          </a:p>
          <a:p>
            <a:pPr algn="just">
              <a:lnSpc>
                <a:spcPct val="125000"/>
              </a:lnSpc>
            </a:pPr>
            <a:endParaRPr lang="ru-RU" sz="3200" dirty="0">
              <a:solidFill>
                <a:srgbClr val="001F82"/>
              </a:solidFill>
              <a:latin typeface="Montserrat" panose="00000500000000000000" pitchFamily="2" charset="-52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title"/>
          </p:nvPr>
        </p:nvSpPr>
        <p:spPr>
          <a:xfrm>
            <a:off x="1063170" y="481694"/>
            <a:ext cx="13789480" cy="725199"/>
          </a:xfrm>
          <a:prstGeom prst="rect">
            <a:avLst/>
          </a:prstGeom>
        </p:spPr>
        <p:txBody>
          <a:bodyPr vert="horz" wrap="square" lIns="0" tIns="1714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ru-RU" b="1" dirty="0" smtClean="0">
                <a:latin typeface="Montserrat" pitchFamily="2" charset="-52"/>
              </a:rPr>
              <a:t>ВСТУПИТЕЛЬНЫЕ ИСПЫТАНИЯ</a:t>
            </a:r>
            <a:endParaRPr lang="ru-RU" b="1" dirty="0">
              <a:latin typeface="Montserrat" pitchFamily="2" charset="-52"/>
            </a:endParaRPr>
          </a:p>
        </p:txBody>
      </p:sp>
      <p:sp>
        <p:nvSpPr>
          <p:cNvPr id="34" name="object 14"/>
          <p:cNvSpPr/>
          <p:nvPr/>
        </p:nvSpPr>
        <p:spPr>
          <a:xfrm>
            <a:off x="17620831" y="493400"/>
            <a:ext cx="782955" cy="972185"/>
          </a:xfrm>
          <a:custGeom>
            <a:avLst/>
            <a:gdLst/>
            <a:ahLst/>
            <a:cxnLst/>
            <a:rect l="l" t="t" r="r" b="b"/>
            <a:pathLst>
              <a:path w="782955" h="972185">
                <a:moveTo>
                  <a:pt x="782701" y="580580"/>
                </a:moveTo>
                <a:lnTo>
                  <a:pt x="593788" y="580580"/>
                </a:lnTo>
                <a:lnTo>
                  <a:pt x="588429" y="626935"/>
                </a:lnTo>
                <a:lnTo>
                  <a:pt x="573176" y="669518"/>
                </a:lnTo>
                <a:lnTo>
                  <a:pt x="549249" y="707110"/>
                </a:lnTo>
                <a:lnTo>
                  <a:pt x="517880" y="738479"/>
                </a:lnTo>
                <a:lnTo>
                  <a:pt x="480301" y="762406"/>
                </a:lnTo>
                <a:lnTo>
                  <a:pt x="437705" y="777659"/>
                </a:lnTo>
                <a:lnTo>
                  <a:pt x="391350" y="783005"/>
                </a:lnTo>
                <a:lnTo>
                  <a:pt x="344995" y="777659"/>
                </a:lnTo>
                <a:lnTo>
                  <a:pt x="302412" y="762406"/>
                </a:lnTo>
                <a:lnTo>
                  <a:pt x="264820" y="738479"/>
                </a:lnTo>
                <a:lnTo>
                  <a:pt x="233451" y="707110"/>
                </a:lnTo>
                <a:lnTo>
                  <a:pt x="209524" y="669518"/>
                </a:lnTo>
                <a:lnTo>
                  <a:pt x="194271" y="626935"/>
                </a:lnTo>
                <a:lnTo>
                  <a:pt x="188925" y="580580"/>
                </a:lnTo>
                <a:lnTo>
                  <a:pt x="194271" y="534225"/>
                </a:lnTo>
                <a:lnTo>
                  <a:pt x="209524" y="491642"/>
                </a:lnTo>
                <a:lnTo>
                  <a:pt x="233451" y="454050"/>
                </a:lnTo>
                <a:lnTo>
                  <a:pt x="264820" y="422681"/>
                </a:lnTo>
                <a:lnTo>
                  <a:pt x="302412" y="398754"/>
                </a:lnTo>
                <a:lnTo>
                  <a:pt x="344995" y="383514"/>
                </a:lnTo>
                <a:lnTo>
                  <a:pt x="391350" y="378155"/>
                </a:lnTo>
                <a:lnTo>
                  <a:pt x="391350" y="189242"/>
                </a:lnTo>
                <a:lnTo>
                  <a:pt x="342328" y="192290"/>
                </a:lnTo>
                <a:lnTo>
                  <a:pt x="295109" y="201206"/>
                </a:lnTo>
                <a:lnTo>
                  <a:pt x="250050" y="215620"/>
                </a:lnTo>
                <a:lnTo>
                  <a:pt x="207530" y="235153"/>
                </a:lnTo>
                <a:lnTo>
                  <a:pt x="167919" y="259448"/>
                </a:lnTo>
                <a:lnTo>
                  <a:pt x="131584" y="288124"/>
                </a:lnTo>
                <a:lnTo>
                  <a:pt x="98894" y="320814"/>
                </a:lnTo>
                <a:lnTo>
                  <a:pt x="70218" y="357149"/>
                </a:lnTo>
                <a:lnTo>
                  <a:pt x="45923" y="396760"/>
                </a:lnTo>
                <a:lnTo>
                  <a:pt x="26390" y="439280"/>
                </a:lnTo>
                <a:lnTo>
                  <a:pt x="11976" y="484339"/>
                </a:lnTo>
                <a:lnTo>
                  <a:pt x="3060" y="531558"/>
                </a:lnTo>
                <a:lnTo>
                  <a:pt x="0" y="580580"/>
                </a:lnTo>
                <a:lnTo>
                  <a:pt x="3060" y="629602"/>
                </a:lnTo>
                <a:lnTo>
                  <a:pt x="11976" y="676821"/>
                </a:lnTo>
                <a:lnTo>
                  <a:pt x="26390" y="721880"/>
                </a:lnTo>
                <a:lnTo>
                  <a:pt x="45923" y="764400"/>
                </a:lnTo>
                <a:lnTo>
                  <a:pt x="70218" y="804011"/>
                </a:lnTo>
                <a:lnTo>
                  <a:pt x="98894" y="840346"/>
                </a:lnTo>
                <a:lnTo>
                  <a:pt x="131584" y="873036"/>
                </a:lnTo>
                <a:lnTo>
                  <a:pt x="167919" y="901712"/>
                </a:lnTo>
                <a:lnTo>
                  <a:pt x="207530" y="926007"/>
                </a:lnTo>
                <a:lnTo>
                  <a:pt x="250050" y="945540"/>
                </a:lnTo>
                <a:lnTo>
                  <a:pt x="295109" y="959954"/>
                </a:lnTo>
                <a:lnTo>
                  <a:pt x="342328" y="968870"/>
                </a:lnTo>
                <a:lnTo>
                  <a:pt x="391350" y="971931"/>
                </a:lnTo>
                <a:lnTo>
                  <a:pt x="440385" y="968870"/>
                </a:lnTo>
                <a:lnTo>
                  <a:pt x="487616" y="959954"/>
                </a:lnTo>
                <a:lnTo>
                  <a:pt x="532688" y="945540"/>
                </a:lnTo>
                <a:lnTo>
                  <a:pt x="575208" y="926007"/>
                </a:lnTo>
                <a:lnTo>
                  <a:pt x="614819" y="901712"/>
                </a:lnTo>
                <a:lnTo>
                  <a:pt x="651167" y="873036"/>
                </a:lnTo>
                <a:lnTo>
                  <a:pt x="683856" y="840346"/>
                </a:lnTo>
                <a:lnTo>
                  <a:pt x="712533" y="804011"/>
                </a:lnTo>
                <a:lnTo>
                  <a:pt x="736815" y="764400"/>
                </a:lnTo>
                <a:lnTo>
                  <a:pt x="756348" y="721880"/>
                </a:lnTo>
                <a:lnTo>
                  <a:pt x="770750" y="676821"/>
                </a:lnTo>
                <a:lnTo>
                  <a:pt x="779665" y="629602"/>
                </a:lnTo>
                <a:lnTo>
                  <a:pt x="782701" y="580580"/>
                </a:lnTo>
                <a:close/>
              </a:path>
              <a:path w="782955" h="972185">
                <a:moveTo>
                  <a:pt x="782751" y="391350"/>
                </a:moveTo>
                <a:lnTo>
                  <a:pt x="779703" y="342328"/>
                </a:lnTo>
                <a:lnTo>
                  <a:pt x="770775" y="295097"/>
                </a:lnTo>
                <a:lnTo>
                  <a:pt x="756373" y="250050"/>
                </a:lnTo>
                <a:lnTo>
                  <a:pt x="736828" y="207530"/>
                </a:lnTo>
                <a:lnTo>
                  <a:pt x="712546" y="167919"/>
                </a:lnTo>
                <a:lnTo>
                  <a:pt x="683869" y="131584"/>
                </a:lnTo>
                <a:lnTo>
                  <a:pt x="651179" y="98894"/>
                </a:lnTo>
                <a:lnTo>
                  <a:pt x="614832" y="70218"/>
                </a:lnTo>
                <a:lnTo>
                  <a:pt x="575221" y="45923"/>
                </a:lnTo>
                <a:lnTo>
                  <a:pt x="532701" y="26390"/>
                </a:lnTo>
                <a:lnTo>
                  <a:pt x="487654" y="11976"/>
                </a:lnTo>
                <a:lnTo>
                  <a:pt x="440423" y="3060"/>
                </a:lnTo>
                <a:lnTo>
                  <a:pt x="391401" y="0"/>
                </a:lnTo>
                <a:lnTo>
                  <a:pt x="391401" y="188912"/>
                </a:lnTo>
                <a:lnTo>
                  <a:pt x="437769" y="194271"/>
                </a:lnTo>
                <a:lnTo>
                  <a:pt x="480352" y="209524"/>
                </a:lnTo>
                <a:lnTo>
                  <a:pt x="517944" y="233438"/>
                </a:lnTo>
                <a:lnTo>
                  <a:pt x="549313" y="264807"/>
                </a:lnTo>
                <a:lnTo>
                  <a:pt x="573227" y="302399"/>
                </a:lnTo>
                <a:lnTo>
                  <a:pt x="588479" y="344982"/>
                </a:lnTo>
                <a:lnTo>
                  <a:pt x="593839" y="391350"/>
                </a:lnTo>
                <a:lnTo>
                  <a:pt x="782751" y="3913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15"/>
          <p:cNvSpPr/>
          <p:nvPr/>
        </p:nvSpPr>
        <p:spPr>
          <a:xfrm>
            <a:off x="18527039" y="836592"/>
            <a:ext cx="1136015" cy="355600"/>
          </a:xfrm>
          <a:custGeom>
            <a:avLst/>
            <a:gdLst/>
            <a:ahLst/>
            <a:cxnLst/>
            <a:rect l="l" t="t" r="r" b="b"/>
            <a:pathLst>
              <a:path w="1136015" h="355600">
                <a:moveTo>
                  <a:pt x="241134" y="231355"/>
                </a:moveTo>
                <a:lnTo>
                  <a:pt x="197370" y="190157"/>
                </a:lnTo>
                <a:lnTo>
                  <a:pt x="192798" y="195757"/>
                </a:lnTo>
                <a:lnTo>
                  <a:pt x="187528" y="200812"/>
                </a:lnTo>
                <a:lnTo>
                  <a:pt x="151295" y="216141"/>
                </a:lnTo>
                <a:lnTo>
                  <a:pt x="142227" y="216598"/>
                </a:lnTo>
                <a:lnTo>
                  <a:pt x="134277" y="216230"/>
                </a:lnTo>
                <a:lnTo>
                  <a:pt x="94195" y="199351"/>
                </a:lnTo>
                <a:lnTo>
                  <a:pt x="71424" y="161658"/>
                </a:lnTo>
                <a:lnTo>
                  <a:pt x="68326" y="136855"/>
                </a:lnTo>
                <a:lnTo>
                  <a:pt x="68668" y="128384"/>
                </a:lnTo>
                <a:lnTo>
                  <a:pt x="80454" y="91490"/>
                </a:lnTo>
                <a:lnTo>
                  <a:pt x="113004" y="63131"/>
                </a:lnTo>
                <a:lnTo>
                  <a:pt x="143357" y="57048"/>
                </a:lnTo>
                <a:lnTo>
                  <a:pt x="150850" y="57416"/>
                </a:lnTo>
                <a:lnTo>
                  <a:pt x="191211" y="75260"/>
                </a:lnTo>
                <a:lnTo>
                  <a:pt x="195961" y="80937"/>
                </a:lnTo>
                <a:lnTo>
                  <a:pt x="238633" y="38265"/>
                </a:lnTo>
                <a:lnTo>
                  <a:pt x="208102" y="15214"/>
                </a:lnTo>
                <a:lnTo>
                  <a:pt x="168529" y="2438"/>
                </a:lnTo>
                <a:lnTo>
                  <a:pt x="141185" y="0"/>
                </a:lnTo>
                <a:lnTo>
                  <a:pt x="126542" y="596"/>
                </a:lnTo>
                <a:lnTo>
                  <a:pt x="85648" y="9563"/>
                </a:lnTo>
                <a:lnTo>
                  <a:pt x="50787" y="28562"/>
                </a:lnTo>
                <a:lnTo>
                  <a:pt x="23761" y="56680"/>
                </a:lnTo>
                <a:lnTo>
                  <a:pt x="6108" y="93243"/>
                </a:lnTo>
                <a:lnTo>
                  <a:pt x="0" y="136804"/>
                </a:lnTo>
                <a:lnTo>
                  <a:pt x="660" y="151739"/>
                </a:lnTo>
                <a:lnTo>
                  <a:pt x="10642" y="192709"/>
                </a:lnTo>
                <a:lnTo>
                  <a:pt x="31191" y="226745"/>
                </a:lnTo>
                <a:lnTo>
                  <a:pt x="60490" y="252425"/>
                </a:lnTo>
                <a:lnTo>
                  <a:pt x="97421" y="268770"/>
                </a:lnTo>
                <a:lnTo>
                  <a:pt x="140042" y="274358"/>
                </a:lnTo>
                <a:lnTo>
                  <a:pt x="156095" y="273634"/>
                </a:lnTo>
                <a:lnTo>
                  <a:pt x="198513" y="262801"/>
                </a:lnTo>
                <a:lnTo>
                  <a:pt x="232003" y="240779"/>
                </a:lnTo>
                <a:lnTo>
                  <a:pt x="241134" y="231355"/>
                </a:lnTo>
                <a:close/>
              </a:path>
              <a:path w="1136015" h="355600">
                <a:moveTo>
                  <a:pt x="449973" y="84251"/>
                </a:moveTo>
                <a:lnTo>
                  <a:pt x="385965" y="84251"/>
                </a:lnTo>
                <a:lnTo>
                  <a:pt x="349592" y="201891"/>
                </a:lnTo>
                <a:lnTo>
                  <a:pt x="348500" y="201891"/>
                </a:lnTo>
                <a:lnTo>
                  <a:pt x="307682" y="84251"/>
                </a:lnTo>
                <a:lnTo>
                  <a:pt x="240753" y="84251"/>
                </a:lnTo>
                <a:lnTo>
                  <a:pt x="317246" y="264426"/>
                </a:lnTo>
                <a:lnTo>
                  <a:pt x="308444" y="287337"/>
                </a:lnTo>
                <a:lnTo>
                  <a:pt x="304914" y="293408"/>
                </a:lnTo>
                <a:lnTo>
                  <a:pt x="296545" y="301929"/>
                </a:lnTo>
                <a:lnTo>
                  <a:pt x="289763" y="304101"/>
                </a:lnTo>
                <a:lnTo>
                  <a:pt x="277558" y="304101"/>
                </a:lnTo>
                <a:lnTo>
                  <a:pt x="274294" y="303784"/>
                </a:lnTo>
                <a:lnTo>
                  <a:pt x="267195" y="302590"/>
                </a:lnTo>
                <a:lnTo>
                  <a:pt x="263931" y="301764"/>
                </a:lnTo>
                <a:lnTo>
                  <a:pt x="260997" y="300799"/>
                </a:lnTo>
                <a:lnTo>
                  <a:pt x="254368" y="351548"/>
                </a:lnTo>
                <a:lnTo>
                  <a:pt x="258775" y="352742"/>
                </a:lnTo>
                <a:lnTo>
                  <a:pt x="263982" y="353733"/>
                </a:lnTo>
                <a:lnTo>
                  <a:pt x="276034" y="355180"/>
                </a:lnTo>
                <a:lnTo>
                  <a:pt x="281838" y="355574"/>
                </a:lnTo>
                <a:lnTo>
                  <a:pt x="295833" y="355320"/>
                </a:lnTo>
                <a:lnTo>
                  <a:pt x="333248" y="344881"/>
                </a:lnTo>
                <a:lnTo>
                  <a:pt x="359003" y="314693"/>
                </a:lnTo>
                <a:lnTo>
                  <a:pt x="367995" y="294932"/>
                </a:lnTo>
                <a:lnTo>
                  <a:pt x="449973" y="84251"/>
                </a:lnTo>
                <a:close/>
              </a:path>
              <a:path w="1136015" h="355600">
                <a:moveTo>
                  <a:pt x="676821" y="175069"/>
                </a:moveTo>
                <a:lnTo>
                  <a:pt x="667461" y="130022"/>
                </a:lnTo>
                <a:lnTo>
                  <a:pt x="666661" y="128435"/>
                </a:lnTo>
                <a:lnTo>
                  <a:pt x="663473" y="122085"/>
                </a:lnTo>
                <a:lnTo>
                  <a:pt x="658825" y="114681"/>
                </a:lnTo>
                <a:lnTo>
                  <a:pt x="653529" y="107810"/>
                </a:lnTo>
                <a:lnTo>
                  <a:pt x="652500" y="106730"/>
                </a:lnTo>
                <a:lnTo>
                  <a:pt x="647611" y="101549"/>
                </a:lnTo>
                <a:lnTo>
                  <a:pt x="641070" y="95973"/>
                </a:lnTo>
                <a:lnTo>
                  <a:pt x="633907" y="91071"/>
                </a:lnTo>
                <a:lnTo>
                  <a:pt x="626122" y="86855"/>
                </a:lnTo>
                <a:lnTo>
                  <a:pt x="618363" y="83718"/>
                </a:lnTo>
                <a:lnTo>
                  <a:pt x="618363" y="169202"/>
                </a:lnTo>
                <a:lnTo>
                  <a:pt x="618312" y="181317"/>
                </a:lnTo>
                <a:lnTo>
                  <a:pt x="599465" y="215734"/>
                </a:lnTo>
                <a:lnTo>
                  <a:pt x="582472" y="222516"/>
                </a:lnTo>
                <a:lnTo>
                  <a:pt x="568464" y="222516"/>
                </a:lnTo>
                <a:lnTo>
                  <a:pt x="536359" y="198310"/>
                </a:lnTo>
                <a:lnTo>
                  <a:pt x="534327" y="192709"/>
                </a:lnTo>
                <a:lnTo>
                  <a:pt x="532206" y="187071"/>
                </a:lnTo>
                <a:lnTo>
                  <a:pt x="531177" y="181317"/>
                </a:lnTo>
                <a:lnTo>
                  <a:pt x="531253" y="169202"/>
                </a:lnTo>
                <a:lnTo>
                  <a:pt x="532257" y="163830"/>
                </a:lnTo>
                <a:lnTo>
                  <a:pt x="556958" y="132448"/>
                </a:lnTo>
                <a:lnTo>
                  <a:pt x="568464" y="128435"/>
                </a:lnTo>
                <a:lnTo>
                  <a:pt x="582422" y="128435"/>
                </a:lnTo>
                <a:lnTo>
                  <a:pt x="613740" y="152158"/>
                </a:lnTo>
                <a:lnTo>
                  <a:pt x="618363" y="169202"/>
                </a:lnTo>
                <a:lnTo>
                  <a:pt x="618363" y="83718"/>
                </a:lnTo>
                <a:lnTo>
                  <a:pt x="617791" y="83477"/>
                </a:lnTo>
                <a:lnTo>
                  <a:pt x="609015" y="81064"/>
                </a:lnTo>
                <a:lnTo>
                  <a:pt x="599782" y="79629"/>
                </a:lnTo>
                <a:lnTo>
                  <a:pt x="590080" y="79146"/>
                </a:lnTo>
                <a:lnTo>
                  <a:pt x="580288" y="79654"/>
                </a:lnTo>
                <a:lnTo>
                  <a:pt x="541667" y="96393"/>
                </a:lnTo>
                <a:lnTo>
                  <a:pt x="531609" y="106730"/>
                </a:lnTo>
                <a:lnTo>
                  <a:pt x="530529" y="106730"/>
                </a:lnTo>
                <a:lnTo>
                  <a:pt x="530529" y="84251"/>
                </a:lnTo>
                <a:lnTo>
                  <a:pt x="473151" y="84251"/>
                </a:lnTo>
                <a:lnTo>
                  <a:pt x="473151" y="355561"/>
                </a:lnTo>
                <a:lnTo>
                  <a:pt x="533463" y="355561"/>
                </a:lnTo>
                <a:lnTo>
                  <a:pt x="533463" y="247103"/>
                </a:lnTo>
                <a:lnTo>
                  <a:pt x="534212" y="247103"/>
                </a:lnTo>
                <a:lnTo>
                  <a:pt x="573239" y="270751"/>
                </a:lnTo>
                <a:lnTo>
                  <a:pt x="589699" y="272465"/>
                </a:lnTo>
                <a:lnTo>
                  <a:pt x="599719" y="271957"/>
                </a:lnTo>
                <a:lnTo>
                  <a:pt x="641400" y="254965"/>
                </a:lnTo>
                <a:lnTo>
                  <a:pt x="666648" y="222516"/>
                </a:lnTo>
                <a:lnTo>
                  <a:pt x="667689" y="220395"/>
                </a:lnTo>
                <a:lnTo>
                  <a:pt x="670966" y="211823"/>
                </a:lnTo>
                <a:lnTo>
                  <a:pt x="673531" y="202933"/>
                </a:lnTo>
                <a:lnTo>
                  <a:pt x="675360" y="193827"/>
                </a:lnTo>
                <a:lnTo>
                  <a:pt x="676452" y="184543"/>
                </a:lnTo>
                <a:lnTo>
                  <a:pt x="676821" y="175069"/>
                </a:lnTo>
                <a:close/>
              </a:path>
              <a:path w="1136015" h="355600">
                <a:moveTo>
                  <a:pt x="881976" y="7061"/>
                </a:moveTo>
                <a:lnTo>
                  <a:pt x="718032" y="7061"/>
                </a:lnTo>
                <a:lnTo>
                  <a:pt x="718032" y="61671"/>
                </a:lnTo>
                <a:lnTo>
                  <a:pt x="718032" y="267411"/>
                </a:lnTo>
                <a:lnTo>
                  <a:pt x="781278" y="267411"/>
                </a:lnTo>
                <a:lnTo>
                  <a:pt x="781278" y="61671"/>
                </a:lnTo>
                <a:lnTo>
                  <a:pt x="881976" y="61671"/>
                </a:lnTo>
                <a:lnTo>
                  <a:pt x="881976" y="7061"/>
                </a:lnTo>
                <a:close/>
              </a:path>
              <a:path w="1136015" h="355600">
                <a:moveTo>
                  <a:pt x="1135634" y="7061"/>
                </a:moveTo>
                <a:lnTo>
                  <a:pt x="1068387" y="7061"/>
                </a:lnTo>
                <a:lnTo>
                  <a:pt x="1016165" y="136474"/>
                </a:lnTo>
                <a:lnTo>
                  <a:pt x="961771" y="6997"/>
                </a:lnTo>
                <a:lnTo>
                  <a:pt x="891844" y="6997"/>
                </a:lnTo>
                <a:lnTo>
                  <a:pt x="983373" y="209600"/>
                </a:lnTo>
                <a:lnTo>
                  <a:pt x="979944" y="213995"/>
                </a:lnTo>
                <a:lnTo>
                  <a:pt x="976261" y="217093"/>
                </a:lnTo>
                <a:lnTo>
                  <a:pt x="968451" y="220776"/>
                </a:lnTo>
                <a:lnTo>
                  <a:pt x="963993" y="221703"/>
                </a:lnTo>
                <a:lnTo>
                  <a:pt x="952754" y="221703"/>
                </a:lnTo>
                <a:lnTo>
                  <a:pt x="947115" y="219798"/>
                </a:lnTo>
                <a:lnTo>
                  <a:pt x="937336" y="212204"/>
                </a:lnTo>
                <a:lnTo>
                  <a:pt x="933323" y="208572"/>
                </a:lnTo>
                <a:lnTo>
                  <a:pt x="930122" y="205143"/>
                </a:lnTo>
                <a:lnTo>
                  <a:pt x="891146" y="249110"/>
                </a:lnTo>
                <a:lnTo>
                  <a:pt x="928497" y="271919"/>
                </a:lnTo>
                <a:lnTo>
                  <a:pt x="956983" y="274675"/>
                </a:lnTo>
                <a:lnTo>
                  <a:pt x="966406" y="274370"/>
                </a:lnTo>
                <a:lnTo>
                  <a:pt x="1004176" y="263918"/>
                </a:lnTo>
                <a:lnTo>
                  <a:pt x="1033640" y="236080"/>
                </a:lnTo>
                <a:lnTo>
                  <a:pt x="1047051" y="210731"/>
                </a:lnTo>
                <a:lnTo>
                  <a:pt x="1135634" y="706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6" name="object 16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7041" y="1297362"/>
            <a:ext cx="1130606" cy="155146"/>
          </a:xfrm>
          <a:prstGeom prst="rect">
            <a:avLst/>
          </a:prstGeom>
        </p:spPr>
      </p:pic>
      <p:grpSp>
        <p:nvGrpSpPr>
          <p:cNvPr id="8" name="Группа 7"/>
          <p:cNvGrpSpPr/>
          <p:nvPr/>
        </p:nvGrpSpPr>
        <p:grpSpPr>
          <a:xfrm>
            <a:off x="13233767" y="9599728"/>
            <a:ext cx="6770815" cy="1620163"/>
            <a:chOff x="13233767" y="9599728"/>
            <a:chExt cx="6770815" cy="1620163"/>
          </a:xfrm>
        </p:grpSpPr>
        <p:sp>
          <p:nvSpPr>
            <p:cNvPr id="9" name="object 4"/>
            <p:cNvSpPr/>
            <p:nvPr/>
          </p:nvSpPr>
          <p:spPr>
            <a:xfrm>
              <a:off x="15821556" y="10463603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5"/>
                  </a:lnTo>
                  <a:lnTo>
                    <a:pt x="364621" y="141170"/>
                  </a:lnTo>
                  <a:lnTo>
                    <a:pt x="345102" y="183651"/>
                  </a:lnTo>
                  <a:lnTo>
                    <a:pt x="320833" y="223227"/>
                  </a:lnTo>
                  <a:lnTo>
                    <a:pt x="292184" y="259531"/>
                  </a:lnTo>
                  <a:lnTo>
                    <a:pt x="259523" y="292193"/>
                  </a:lnTo>
                  <a:lnTo>
                    <a:pt x="223219" y="320843"/>
                  </a:lnTo>
                  <a:lnTo>
                    <a:pt x="183644" y="345112"/>
                  </a:lnTo>
                  <a:lnTo>
                    <a:pt x="141164" y="364631"/>
                  </a:lnTo>
                  <a:lnTo>
                    <a:pt x="96151" y="379030"/>
                  </a:lnTo>
                  <a:lnTo>
                    <a:pt x="48973" y="387941"/>
                  </a:lnTo>
                  <a:lnTo>
                    <a:pt x="0" y="390993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5"/>
            <p:cNvSpPr/>
            <p:nvPr/>
          </p:nvSpPr>
          <p:spPr>
            <a:xfrm>
              <a:off x="16670669" y="10463606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0" y="0"/>
                  </a:moveTo>
                  <a:lnTo>
                    <a:pt x="0" y="364941"/>
                  </a:lnTo>
                  <a:lnTo>
                    <a:pt x="48973" y="367993"/>
                  </a:lnTo>
                  <a:lnTo>
                    <a:pt x="96151" y="376903"/>
                  </a:lnTo>
                  <a:lnTo>
                    <a:pt x="141164" y="391302"/>
                  </a:lnTo>
                  <a:lnTo>
                    <a:pt x="183644" y="410820"/>
                  </a:lnTo>
                  <a:lnTo>
                    <a:pt x="223219" y="435088"/>
                  </a:lnTo>
                  <a:lnTo>
                    <a:pt x="259523" y="463736"/>
                  </a:lnTo>
                  <a:lnTo>
                    <a:pt x="292184" y="496397"/>
                  </a:lnTo>
                  <a:lnTo>
                    <a:pt x="320833" y="532700"/>
                  </a:lnTo>
                  <a:lnTo>
                    <a:pt x="345102" y="572275"/>
                  </a:lnTo>
                  <a:lnTo>
                    <a:pt x="364621" y="614755"/>
                  </a:lnTo>
                  <a:lnTo>
                    <a:pt x="379020" y="659769"/>
                  </a:lnTo>
                  <a:lnTo>
                    <a:pt x="387930" y="706949"/>
                  </a:lnTo>
                  <a:lnTo>
                    <a:pt x="390982" y="755924"/>
                  </a:lnTo>
                  <a:lnTo>
                    <a:pt x="755924" y="755924"/>
                  </a:lnTo>
                  <a:lnTo>
                    <a:pt x="754434" y="708189"/>
                  </a:lnTo>
                  <a:lnTo>
                    <a:pt x="750023" y="661232"/>
                  </a:lnTo>
                  <a:lnTo>
                    <a:pt x="742781" y="615144"/>
                  </a:lnTo>
                  <a:lnTo>
                    <a:pt x="732797" y="570014"/>
                  </a:lnTo>
                  <a:lnTo>
                    <a:pt x="720160" y="525930"/>
                  </a:lnTo>
                  <a:lnTo>
                    <a:pt x="704959" y="482983"/>
                  </a:lnTo>
                  <a:lnTo>
                    <a:pt x="687284" y="441260"/>
                  </a:lnTo>
                  <a:lnTo>
                    <a:pt x="667224" y="400852"/>
                  </a:lnTo>
                  <a:lnTo>
                    <a:pt x="644867" y="361848"/>
                  </a:lnTo>
                  <a:lnTo>
                    <a:pt x="620304" y="324337"/>
                  </a:lnTo>
                  <a:lnTo>
                    <a:pt x="593624" y="288408"/>
                  </a:lnTo>
                  <a:lnTo>
                    <a:pt x="564915" y="254150"/>
                  </a:lnTo>
                  <a:lnTo>
                    <a:pt x="534267" y="221652"/>
                  </a:lnTo>
                  <a:lnTo>
                    <a:pt x="501770" y="191005"/>
                  </a:lnTo>
                  <a:lnTo>
                    <a:pt x="467512" y="162297"/>
                  </a:lnTo>
                  <a:lnTo>
                    <a:pt x="431582" y="135616"/>
                  </a:lnTo>
                  <a:lnTo>
                    <a:pt x="394071" y="111054"/>
                  </a:lnTo>
                  <a:lnTo>
                    <a:pt x="355067" y="88698"/>
                  </a:lnTo>
                  <a:lnTo>
                    <a:pt x="314659" y="68638"/>
                  </a:lnTo>
                  <a:lnTo>
                    <a:pt x="272937" y="50963"/>
                  </a:lnTo>
                  <a:lnTo>
                    <a:pt x="229989" y="35763"/>
                  </a:lnTo>
                  <a:lnTo>
                    <a:pt x="185906" y="23126"/>
                  </a:lnTo>
                  <a:lnTo>
                    <a:pt x="140776" y="13142"/>
                  </a:lnTo>
                  <a:lnTo>
                    <a:pt x="94689" y="5900"/>
                  </a:lnTo>
                  <a:lnTo>
                    <a:pt x="47734" y="14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6"/>
            <p:cNvSpPr/>
            <p:nvPr/>
          </p:nvSpPr>
          <p:spPr>
            <a:xfrm>
              <a:off x="17519778" y="10463606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708190" y="1490"/>
                  </a:lnTo>
                  <a:lnTo>
                    <a:pt x="661235" y="5900"/>
                  </a:lnTo>
                  <a:lnTo>
                    <a:pt x="615147" y="13142"/>
                  </a:lnTo>
                  <a:lnTo>
                    <a:pt x="570018" y="23126"/>
                  </a:lnTo>
                  <a:lnTo>
                    <a:pt x="525934" y="35763"/>
                  </a:lnTo>
                  <a:lnTo>
                    <a:pt x="482987" y="50963"/>
                  </a:lnTo>
                  <a:lnTo>
                    <a:pt x="441265" y="68638"/>
                  </a:lnTo>
                  <a:lnTo>
                    <a:pt x="400857" y="88698"/>
                  </a:lnTo>
                  <a:lnTo>
                    <a:pt x="361853" y="111054"/>
                  </a:lnTo>
                  <a:lnTo>
                    <a:pt x="324341" y="135616"/>
                  </a:lnTo>
                  <a:lnTo>
                    <a:pt x="288412" y="162297"/>
                  </a:lnTo>
                  <a:lnTo>
                    <a:pt x="254154" y="191005"/>
                  </a:lnTo>
                  <a:lnTo>
                    <a:pt x="221656" y="221652"/>
                  </a:lnTo>
                  <a:lnTo>
                    <a:pt x="191009" y="254150"/>
                  </a:lnTo>
                  <a:lnTo>
                    <a:pt x="162300" y="288408"/>
                  </a:lnTo>
                  <a:lnTo>
                    <a:pt x="135619" y="324337"/>
                  </a:lnTo>
                  <a:lnTo>
                    <a:pt x="111056" y="361848"/>
                  </a:lnTo>
                  <a:lnTo>
                    <a:pt x="88700" y="400852"/>
                  </a:lnTo>
                  <a:lnTo>
                    <a:pt x="68639" y="441260"/>
                  </a:lnTo>
                  <a:lnTo>
                    <a:pt x="50964" y="482983"/>
                  </a:lnTo>
                  <a:lnTo>
                    <a:pt x="35764" y="525930"/>
                  </a:lnTo>
                  <a:lnTo>
                    <a:pt x="23126" y="570014"/>
                  </a:lnTo>
                  <a:lnTo>
                    <a:pt x="13142" y="615144"/>
                  </a:lnTo>
                  <a:lnTo>
                    <a:pt x="5900" y="661232"/>
                  </a:lnTo>
                  <a:lnTo>
                    <a:pt x="1490" y="708189"/>
                  </a:lnTo>
                  <a:lnTo>
                    <a:pt x="0" y="755924"/>
                  </a:lnTo>
                  <a:lnTo>
                    <a:pt x="364941" y="755924"/>
                  </a:lnTo>
                  <a:lnTo>
                    <a:pt x="367993" y="706949"/>
                  </a:lnTo>
                  <a:lnTo>
                    <a:pt x="376904" y="659769"/>
                  </a:lnTo>
                  <a:lnTo>
                    <a:pt x="391303" y="614755"/>
                  </a:lnTo>
                  <a:lnTo>
                    <a:pt x="410822" y="572275"/>
                  </a:lnTo>
                  <a:lnTo>
                    <a:pt x="435090" y="532700"/>
                  </a:lnTo>
                  <a:lnTo>
                    <a:pt x="463740" y="496397"/>
                  </a:lnTo>
                  <a:lnTo>
                    <a:pt x="496401" y="463736"/>
                  </a:lnTo>
                  <a:lnTo>
                    <a:pt x="532704" y="435088"/>
                  </a:lnTo>
                  <a:lnTo>
                    <a:pt x="572280" y="410820"/>
                  </a:lnTo>
                  <a:lnTo>
                    <a:pt x="614759" y="391302"/>
                  </a:lnTo>
                  <a:lnTo>
                    <a:pt x="659773" y="376903"/>
                  </a:lnTo>
                  <a:lnTo>
                    <a:pt x="706951" y="367993"/>
                  </a:lnTo>
                  <a:lnTo>
                    <a:pt x="755924" y="364941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7"/>
            <p:cNvSpPr/>
            <p:nvPr/>
          </p:nvSpPr>
          <p:spPr>
            <a:xfrm>
              <a:off x="19248297" y="10463606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708190" y="1490"/>
                  </a:lnTo>
                  <a:lnTo>
                    <a:pt x="661235" y="5900"/>
                  </a:lnTo>
                  <a:lnTo>
                    <a:pt x="615147" y="13142"/>
                  </a:lnTo>
                  <a:lnTo>
                    <a:pt x="570018" y="23126"/>
                  </a:lnTo>
                  <a:lnTo>
                    <a:pt x="525934" y="35763"/>
                  </a:lnTo>
                  <a:lnTo>
                    <a:pt x="482987" y="50963"/>
                  </a:lnTo>
                  <a:lnTo>
                    <a:pt x="441265" y="68638"/>
                  </a:lnTo>
                  <a:lnTo>
                    <a:pt x="400857" y="88698"/>
                  </a:lnTo>
                  <a:lnTo>
                    <a:pt x="361853" y="111054"/>
                  </a:lnTo>
                  <a:lnTo>
                    <a:pt x="324341" y="135616"/>
                  </a:lnTo>
                  <a:lnTo>
                    <a:pt x="288412" y="162297"/>
                  </a:lnTo>
                  <a:lnTo>
                    <a:pt x="254154" y="191005"/>
                  </a:lnTo>
                  <a:lnTo>
                    <a:pt x="221656" y="221652"/>
                  </a:lnTo>
                  <a:lnTo>
                    <a:pt x="191009" y="254150"/>
                  </a:lnTo>
                  <a:lnTo>
                    <a:pt x="162300" y="288408"/>
                  </a:lnTo>
                  <a:lnTo>
                    <a:pt x="135619" y="324337"/>
                  </a:lnTo>
                  <a:lnTo>
                    <a:pt x="111056" y="361848"/>
                  </a:lnTo>
                  <a:lnTo>
                    <a:pt x="88700" y="400852"/>
                  </a:lnTo>
                  <a:lnTo>
                    <a:pt x="68639" y="441260"/>
                  </a:lnTo>
                  <a:lnTo>
                    <a:pt x="50964" y="482983"/>
                  </a:lnTo>
                  <a:lnTo>
                    <a:pt x="35764" y="525930"/>
                  </a:lnTo>
                  <a:lnTo>
                    <a:pt x="23126" y="570014"/>
                  </a:lnTo>
                  <a:lnTo>
                    <a:pt x="13142" y="615144"/>
                  </a:lnTo>
                  <a:lnTo>
                    <a:pt x="5900" y="661232"/>
                  </a:lnTo>
                  <a:lnTo>
                    <a:pt x="1490" y="708189"/>
                  </a:lnTo>
                  <a:lnTo>
                    <a:pt x="0" y="755924"/>
                  </a:lnTo>
                  <a:lnTo>
                    <a:pt x="364941" y="755924"/>
                  </a:lnTo>
                  <a:lnTo>
                    <a:pt x="367993" y="706949"/>
                  </a:lnTo>
                  <a:lnTo>
                    <a:pt x="376904" y="659769"/>
                  </a:lnTo>
                  <a:lnTo>
                    <a:pt x="391303" y="614755"/>
                  </a:lnTo>
                  <a:lnTo>
                    <a:pt x="410822" y="572275"/>
                  </a:lnTo>
                  <a:lnTo>
                    <a:pt x="435090" y="532700"/>
                  </a:lnTo>
                  <a:lnTo>
                    <a:pt x="463740" y="496397"/>
                  </a:lnTo>
                  <a:lnTo>
                    <a:pt x="496401" y="463736"/>
                  </a:lnTo>
                  <a:lnTo>
                    <a:pt x="532704" y="435088"/>
                  </a:lnTo>
                  <a:lnTo>
                    <a:pt x="572280" y="410820"/>
                  </a:lnTo>
                  <a:lnTo>
                    <a:pt x="614759" y="391302"/>
                  </a:lnTo>
                  <a:lnTo>
                    <a:pt x="659773" y="376903"/>
                  </a:lnTo>
                  <a:lnTo>
                    <a:pt x="706951" y="367993"/>
                  </a:lnTo>
                  <a:lnTo>
                    <a:pt x="755924" y="364941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8"/>
            <p:cNvSpPr/>
            <p:nvPr/>
          </p:nvSpPr>
          <p:spPr>
            <a:xfrm>
              <a:off x="18395339" y="10463606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0" y="0"/>
                  </a:moveTo>
                  <a:lnTo>
                    <a:pt x="0" y="364941"/>
                  </a:lnTo>
                  <a:lnTo>
                    <a:pt x="48973" y="367993"/>
                  </a:lnTo>
                  <a:lnTo>
                    <a:pt x="96151" y="376903"/>
                  </a:lnTo>
                  <a:lnTo>
                    <a:pt x="141164" y="391302"/>
                  </a:lnTo>
                  <a:lnTo>
                    <a:pt x="183644" y="410820"/>
                  </a:lnTo>
                  <a:lnTo>
                    <a:pt x="223219" y="435088"/>
                  </a:lnTo>
                  <a:lnTo>
                    <a:pt x="259523" y="463736"/>
                  </a:lnTo>
                  <a:lnTo>
                    <a:pt x="292184" y="496397"/>
                  </a:lnTo>
                  <a:lnTo>
                    <a:pt x="320833" y="532700"/>
                  </a:lnTo>
                  <a:lnTo>
                    <a:pt x="345102" y="572275"/>
                  </a:lnTo>
                  <a:lnTo>
                    <a:pt x="364621" y="614755"/>
                  </a:lnTo>
                  <a:lnTo>
                    <a:pt x="379020" y="659769"/>
                  </a:lnTo>
                  <a:lnTo>
                    <a:pt x="387930" y="706949"/>
                  </a:lnTo>
                  <a:lnTo>
                    <a:pt x="390982" y="755924"/>
                  </a:lnTo>
                  <a:lnTo>
                    <a:pt x="755924" y="755924"/>
                  </a:lnTo>
                  <a:lnTo>
                    <a:pt x="754434" y="708189"/>
                  </a:lnTo>
                  <a:lnTo>
                    <a:pt x="750023" y="661232"/>
                  </a:lnTo>
                  <a:lnTo>
                    <a:pt x="742781" y="615144"/>
                  </a:lnTo>
                  <a:lnTo>
                    <a:pt x="732797" y="570014"/>
                  </a:lnTo>
                  <a:lnTo>
                    <a:pt x="720160" y="525930"/>
                  </a:lnTo>
                  <a:lnTo>
                    <a:pt x="704959" y="482983"/>
                  </a:lnTo>
                  <a:lnTo>
                    <a:pt x="687284" y="441260"/>
                  </a:lnTo>
                  <a:lnTo>
                    <a:pt x="667224" y="400852"/>
                  </a:lnTo>
                  <a:lnTo>
                    <a:pt x="644867" y="361848"/>
                  </a:lnTo>
                  <a:lnTo>
                    <a:pt x="620304" y="324337"/>
                  </a:lnTo>
                  <a:lnTo>
                    <a:pt x="593624" y="288408"/>
                  </a:lnTo>
                  <a:lnTo>
                    <a:pt x="564915" y="254150"/>
                  </a:lnTo>
                  <a:lnTo>
                    <a:pt x="534267" y="221652"/>
                  </a:lnTo>
                  <a:lnTo>
                    <a:pt x="501770" y="191005"/>
                  </a:lnTo>
                  <a:lnTo>
                    <a:pt x="467512" y="162297"/>
                  </a:lnTo>
                  <a:lnTo>
                    <a:pt x="431582" y="135616"/>
                  </a:lnTo>
                  <a:lnTo>
                    <a:pt x="394071" y="111054"/>
                  </a:lnTo>
                  <a:lnTo>
                    <a:pt x="355067" y="88698"/>
                  </a:lnTo>
                  <a:lnTo>
                    <a:pt x="314659" y="68638"/>
                  </a:lnTo>
                  <a:lnTo>
                    <a:pt x="272937" y="50963"/>
                  </a:lnTo>
                  <a:lnTo>
                    <a:pt x="229989" y="35763"/>
                  </a:lnTo>
                  <a:lnTo>
                    <a:pt x="185906" y="23126"/>
                  </a:lnTo>
                  <a:lnTo>
                    <a:pt x="140776" y="13142"/>
                  </a:lnTo>
                  <a:lnTo>
                    <a:pt x="94689" y="5900"/>
                  </a:lnTo>
                  <a:lnTo>
                    <a:pt x="47734" y="14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9"/>
            <p:cNvSpPr/>
            <p:nvPr/>
          </p:nvSpPr>
          <p:spPr>
            <a:xfrm>
              <a:off x="14945996" y="10463603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93"/>
                  </a:lnTo>
                  <a:lnTo>
                    <a:pt x="706951" y="387941"/>
                  </a:lnTo>
                  <a:lnTo>
                    <a:pt x="659773" y="379030"/>
                  </a:lnTo>
                  <a:lnTo>
                    <a:pt x="614759" y="364631"/>
                  </a:lnTo>
                  <a:lnTo>
                    <a:pt x="572280" y="345112"/>
                  </a:lnTo>
                  <a:lnTo>
                    <a:pt x="532704" y="320843"/>
                  </a:lnTo>
                  <a:lnTo>
                    <a:pt x="496401" y="292193"/>
                  </a:lnTo>
                  <a:lnTo>
                    <a:pt x="463740" y="259531"/>
                  </a:lnTo>
                  <a:lnTo>
                    <a:pt x="435090" y="223227"/>
                  </a:lnTo>
                  <a:lnTo>
                    <a:pt x="410822" y="183651"/>
                  </a:lnTo>
                  <a:lnTo>
                    <a:pt x="391303" y="141170"/>
                  </a:lnTo>
                  <a:lnTo>
                    <a:pt x="376904" y="96155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0"/>
            <p:cNvSpPr/>
            <p:nvPr/>
          </p:nvSpPr>
          <p:spPr>
            <a:xfrm>
              <a:off x="14109326" y="10463603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5"/>
                  </a:lnTo>
                  <a:lnTo>
                    <a:pt x="364621" y="141170"/>
                  </a:lnTo>
                  <a:lnTo>
                    <a:pt x="345102" y="183651"/>
                  </a:lnTo>
                  <a:lnTo>
                    <a:pt x="320833" y="223227"/>
                  </a:lnTo>
                  <a:lnTo>
                    <a:pt x="292184" y="259531"/>
                  </a:lnTo>
                  <a:lnTo>
                    <a:pt x="259523" y="292193"/>
                  </a:lnTo>
                  <a:lnTo>
                    <a:pt x="223219" y="320843"/>
                  </a:lnTo>
                  <a:lnTo>
                    <a:pt x="183644" y="345112"/>
                  </a:lnTo>
                  <a:lnTo>
                    <a:pt x="141164" y="364631"/>
                  </a:lnTo>
                  <a:lnTo>
                    <a:pt x="96151" y="379030"/>
                  </a:lnTo>
                  <a:lnTo>
                    <a:pt x="48973" y="387941"/>
                  </a:lnTo>
                  <a:lnTo>
                    <a:pt x="0" y="390993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1"/>
            <p:cNvSpPr/>
            <p:nvPr/>
          </p:nvSpPr>
          <p:spPr>
            <a:xfrm>
              <a:off x="13233767" y="10463603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93"/>
                  </a:lnTo>
                  <a:lnTo>
                    <a:pt x="706951" y="387941"/>
                  </a:lnTo>
                  <a:lnTo>
                    <a:pt x="659773" y="379030"/>
                  </a:lnTo>
                  <a:lnTo>
                    <a:pt x="614759" y="364631"/>
                  </a:lnTo>
                  <a:lnTo>
                    <a:pt x="572280" y="345112"/>
                  </a:lnTo>
                  <a:lnTo>
                    <a:pt x="532704" y="320843"/>
                  </a:lnTo>
                  <a:lnTo>
                    <a:pt x="496401" y="292193"/>
                  </a:lnTo>
                  <a:lnTo>
                    <a:pt x="463740" y="259531"/>
                  </a:lnTo>
                  <a:lnTo>
                    <a:pt x="435090" y="223227"/>
                  </a:lnTo>
                  <a:lnTo>
                    <a:pt x="410822" y="183651"/>
                  </a:lnTo>
                  <a:lnTo>
                    <a:pt x="391303" y="141170"/>
                  </a:lnTo>
                  <a:lnTo>
                    <a:pt x="376904" y="96155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2"/>
            <p:cNvSpPr/>
            <p:nvPr/>
          </p:nvSpPr>
          <p:spPr>
            <a:xfrm>
              <a:off x="15821556" y="9599732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0" y="0"/>
                  </a:moveTo>
                  <a:lnTo>
                    <a:pt x="0" y="364931"/>
                  </a:lnTo>
                  <a:lnTo>
                    <a:pt x="48973" y="367983"/>
                  </a:lnTo>
                  <a:lnTo>
                    <a:pt x="96151" y="376893"/>
                  </a:lnTo>
                  <a:lnTo>
                    <a:pt x="141164" y="391293"/>
                  </a:lnTo>
                  <a:lnTo>
                    <a:pt x="183644" y="410812"/>
                  </a:lnTo>
                  <a:lnTo>
                    <a:pt x="223219" y="435081"/>
                  </a:lnTo>
                  <a:lnTo>
                    <a:pt x="259523" y="463731"/>
                  </a:lnTo>
                  <a:lnTo>
                    <a:pt x="292184" y="496392"/>
                  </a:lnTo>
                  <a:lnTo>
                    <a:pt x="320833" y="532696"/>
                  </a:lnTo>
                  <a:lnTo>
                    <a:pt x="345102" y="572273"/>
                  </a:lnTo>
                  <a:lnTo>
                    <a:pt x="364621" y="614754"/>
                  </a:lnTo>
                  <a:lnTo>
                    <a:pt x="379020" y="659769"/>
                  </a:lnTo>
                  <a:lnTo>
                    <a:pt x="387930" y="706948"/>
                  </a:lnTo>
                  <a:lnTo>
                    <a:pt x="390982" y="755924"/>
                  </a:lnTo>
                  <a:lnTo>
                    <a:pt x="755924" y="755924"/>
                  </a:lnTo>
                  <a:lnTo>
                    <a:pt x="754434" y="708189"/>
                  </a:lnTo>
                  <a:lnTo>
                    <a:pt x="750023" y="661232"/>
                  </a:lnTo>
                  <a:lnTo>
                    <a:pt x="742781" y="615144"/>
                  </a:lnTo>
                  <a:lnTo>
                    <a:pt x="732797" y="570014"/>
                  </a:lnTo>
                  <a:lnTo>
                    <a:pt x="720160" y="525930"/>
                  </a:lnTo>
                  <a:lnTo>
                    <a:pt x="704959" y="482983"/>
                  </a:lnTo>
                  <a:lnTo>
                    <a:pt x="687284" y="441260"/>
                  </a:lnTo>
                  <a:lnTo>
                    <a:pt x="667224" y="400852"/>
                  </a:lnTo>
                  <a:lnTo>
                    <a:pt x="644867" y="361848"/>
                  </a:lnTo>
                  <a:lnTo>
                    <a:pt x="620304" y="324337"/>
                  </a:lnTo>
                  <a:lnTo>
                    <a:pt x="593624" y="288408"/>
                  </a:lnTo>
                  <a:lnTo>
                    <a:pt x="564915" y="254150"/>
                  </a:lnTo>
                  <a:lnTo>
                    <a:pt x="534267" y="221652"/>
                  </a:lnTo>
                  <a:lnTo>
                    <a:pt x="501770" y="191005"/>
                  </a:lnTo>
                  <a:lnTo>
                    <a:pt x="467512" y="162297"/>
                  </a:lnTo>
                  <a:lnTo>
                    <a:pt x="431582" y="135616"/>
                  </a:lnTo>
                  <a:lnTo>
                    <a:pt x="394071" y="111054"/>
                  </a:lnTo>
                  <a:lnTo>
                    <a:pt x="355067" y="88698"/>
                  </a:lnTo>
                  <a:lnTo>
                    <a:pt x="314659" y="68638"/>
                  </a:lnTo>
                  <a:lnTo>
                    <a:pt x="272937" y="50963"/>
                  </a:lnTo>
                  <a:lnTo>
                    <a:pt x="229989" y="35763"/>
                  </a:lnTo>
                  <a:lnTo>
                    <a:pt x="185906" y="23126"/>
                  </a:lnTo>
                  <a:lnTo>
                    <a:pt x="140776" y="13142"/>
                  </a:lnTo>
                  <a:lnTo>
                    <a:pt x="94689" y="5900"/>
                  </a:lnTo>
                  <a:lnTo>
                    <a:pt x="47734" y="14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3"/>
            <p:cNvSpPr/>
            <p:nvPr/>
          </p:nvSpPr>
          <p:spPr>
            <a:xfrm>
              <a:off x="16670669" y="9599728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4"/>
                  </a:lnTo>
                  <a:lnTo>
                    <a:pt x="364621" y="141169"/>
                  </a:lnTo>
                  <a:lnTo>
                    <a:pt x="345102" y="183648"/>
                  </a:lnTo>
                  <a:lnTo>
                    <a:pt x="320833" y="223224"/>
                  </a:lnTo>
                  <a:lnTo>
                    <a:pt x="292184" y="259527"/>
                  </a:lnTo>
                  <a:lnTo>
                    <a:pt x="259523" y="292187"/>
                  </a:lnTo>
                  <a:lnTo>
                    <a:pt x="223219" y="320836"/>
                  </a:lnTo>
                  <a:lnTo>
                    <a:pt x="183644" y="345104"/>
                  </a:lnTo>
                  <a:lnTo>
                    <a:pt x="141164" y="364622"/>
                  </a:lnTo>
                  <a:lnTo>
                    <a:pt x="96151" y="379020"/>
                  </a:lnTo>
                  <a:lnTo>
                    <a:pt x="48973" y="387930"/>
                  </a:lnTo>
                  <a:lnTo>
                    <a:pt x="0" y="390982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4"/>
            <p:cNvSpPr/>
            <p:nvPr/>
          </p:nvSpPr>
          <p:spPr>
            <a:xfrm>
              <a:off x="17519778" y="9599728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82"/>
                  </a:lnTo>
                  <a:lnTo>
                    <a:pt x="706951" y="387930"/>
                  </a:lnTo>
                  <a:lnTo>
                    <a:pt x="659773" y="379020"/>
                  </a:lnTo>
                  <a:lnTo>
                    <a:pt x="614759" y="364622"/>
                  </a:lnTo>
                  <a:lnTo>
                    <a:pt x="572280" y="345104"/>
                  </a:lnTo>
                  <a:lnTo>
                    <a:pt x="532704" y="320836"/>
                  </a:lnTo>
                  <a:lnTo>
                    <a:pt x="496401" y="292187"/>
                  </a:lnTo>
                  <a:lnTo>
                    <a:pt x="463740" y="259527"/>
                  </a:lnTo>
                  <a:lnTo>
                    <a:pt x="435090" y="223224"/>
                  </a:lnTo>
                  <a:lnTo>
                    <a:pt x="410822" y="183648"/>
                  </a:lnTo>
                  <a:lnTo>
                    <a:pt x="391303" y="141169"/>
                  </a:lnTo>
                  <a:lnTo>
                    <a:pt x="376904" y="96154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15"/>
            <p:cNvSpPr/>
            <p:nvPr/>
          </p:nvSpPr>
          <p:spPr>
            <a:xfrm>
              <a:off x="19248297" y="9599728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82"/>
                  </a:lnTo>
                  <a:lnTo>
                    <a:pt x="706951" y="387930"/>
                  </a:lnTo>
                  <a:lnTo>
                    <a:pt x="659773" y="379020"/>
                  </a:lnTo>
                  <a:lnTo>
                    <a:pt x="614759" y="364622"/>
                  </a:lnTo>
                  <a:lnTo>
                    <a:pt x="572280" y="345104"/>
                  </a:lnTo>
                  <a:lnTo>
                    <a:pt x="532704" y="320836"/>
                  </a:lnTo>
                  <a:lnTo>
                    <a:pt x="496401" y="292187"/>
                  </a:lnTo>
                  <a:lnTo>
                    <a:pt x="463740" y="259527"/>
                  </a:lnTo>
                  <a:lnTo>
                    <a:pt x="435090" y="223224"/>
                  </a:lnTo>
                  <a:lnTo>
                    <a:pt x="410822" y="183648"/>
                  </a:lnTo>
                  <a:lnTo>
                    <a:pt x="391303" y="141169"/>
                  </a:lnTo>
                  <a:lnTo>
                    <a:pt x="376904" y="96154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16"/>
            <p:cNvSpPr/>
            <p:nvPr/>
          </p:nvSpPr>
          <p:spPr>
            <a:xfrm>
              <a:off x="18395339" y="9599728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4"/>
                  </a:lnTo>
                  <a:lnTo>
                    <a:pt x="364621" y="141169"/>
                  </a:lnTo>
                  <a:lnTo>
                    <a:pt x="345102" y="183648"/>
                  </a:lnTo>
                  <a:lnTo>
                    <a:pt x="320833" y="223224"/>
                  </a:lnTo>
                  <a:lnTo>
                    <a:pt x="292184" y="259527"/>
                  </a:lnTo>
                  <a:lnTo>
                    <a:pt x="259523" y="292187"/>
                  </a:lnTo>
                  <a:lnTo>
                    <a:pt x="223219" y="320836"/>
                  </a:lnTo>
                  <a:lnTo>
                    <a:pt x="183644" y="345104"/>
                  </a:lnTo>
                  <a:lnTo>
                    <a:pt x="141164" y="364622"/>
                  </a:lnTo>
                  <a:lnTo>
                    <a:pt x="96151" y="379020"/>
                  </a:lnTo>
                  <a:lnTo>
                    <a:pt x="48973" y="387930"/>
                  </a:lnTo>
                  <a:lnTo>
                    <a:pt x="0" y="390982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17"/>
            <p:cNvSpPr/>
            <p:nvPr/>
          </p:nvSpPr>
          <p:spPr>
            <a:xfrm>
              <a:off x="13233767" y="9599732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708190" y="1490"/>
                  </a:lnTo>
                  <a:lnTo>
                    <a:pt x="661235" y="5900"/>
                  </a:lnTo>
                  <a:lnTo>
                    <a:pt x="615147" y="13142"/>
                  </a:lnTo>
                  <a:lnTo>
                    <a:pt x="570018" y="23126"/>
                  </a:lnTo>
                  <a:lnTo>
                    <a:pt x="525934" y="35763"/>
                  </a:lnTo>
                  <a:lnTo>
                    <a:pt x="482987" y="50963"/>
                  </a:lnTo>
                  <a:lnTo>
                    <a:pt x="441265" y="68638"/>
                  </a:lnTo>
                  <a:lnTo>
                    <a:pt x="400857" y="88698"/>
                  </a:lnTo>
                  <a:lnTo>
                    <a:pt x="361853" y="111054"/>
                  </a:lnTo>
                  <a:lnTo>
                    <a:pt x="324341" y="135616"/>
                  </a:lnTo>
                  <a:lnTo>
                    <a:pt x="288412" y="162297"/>
                  </a:lnTo>
                  <a:lnTo>
                    <a:pt x="254154" y="191005"/>
                  </a:lnTo>
                  <a:lnTo>
                    <a:pt x="221656" y="221652"/>
                  </a:lnTo>
                  <a:lnTo>
                    <a:pt x="191009" y="254150"/>
                  </a:lnTo>
                  <a:lnTo>
                    <a:pt x="162300" y="288408"/>
                  </a:lnTo>
                  <a:lnTo>
                    <a:pt x="135619" y="324337"/>
                  </a:lnTo>
                  <a:lnTo>
                    <a:pt x="111056" y="361848"/>
                  </a:lnTo>
                  <a:lnTo>
                    <a:pt x="88700" y="400852"/>
                  </a:lnTo>
                  <a:lnTo>
                    <a:pt x="68639" y="441260"/>
                  </a:lnTo>
                  <a:lnTo>
                    <a:pt x="50964" y="482983"/>
                  </a:lnTo>
                  <a:lnTo>
                    <a:pt x="35764" y="525930"/>
                  </a:lnTo>
                  <a:lnTo>
                    <a:pt x="23126" y="570014"/>
                  </a:lnTo>
                  <a:lnTo>
                    <a:pt x="13142" y="615144"/>
                  </a:lnTo>
                  <a:lnTo>
                    <a:pt x="5900" y="661232"/>
                  </a:lnTo>
                  <a:lnTo>
                    <a:pt x="1490" y="708189"/>
                  </a:lnTo>
                  <a:lnTo>
                    <a:pt x="0" y="755924"/>
                  </a:lnTo>
                  <a:lnTo>
                    <a:pt x="364941" y="755924"/>
                  </a:lnTo>
                  <a:lnTo>
                    <a:pt x="367993" y="706948"/>
                  </a:lnTo>
                  <a:lnTo>
                    <a:pt x="376904" y="659769"/>
                  </a:lnTo>
                  <a:lnTo>
                    <a:pt x="391303" y="614754"/>
                  </a:lnTo>
                  <a:lnTo>
                    <a:pt x="410822" y="572273"/>
                  </a:lnTo>
                  <a:lnTo>
                    <a:pt x="435090" y="532696"/>
                  </a:lnTo>
                  <a:lnTo>
                    <a:pt x="463740" y="496392"/>
                  </a:lnTo>
                  <a:lnTo>
                    <a:pt x="496401" y="463731"/>
                  </a:lnTo>
                  <a:lnTo>
                    <a:pt x="532704" y="435081"/>
                  </a:lnTo>
                  <a:lnTo>
                    <a:pt x="572280" y="410812"/>
                  </a:lnTo>
                  <a:lnTo>
                    <a:pt x="614759" y="391293"/>
                  </a:lnTo>
                  <a:lnTo>
                    <a:pt x="659773" y="376893"/>
                  </a:lnTo>
                  <a:lnTo>
                    <a:pt x="706951" y="367983"/>
                  </a:lnTo>
                  <a:lnTo>
                    <a:pt x="755924" y="364931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18"/>
            <p:cNvSpPr/>
            <p:nvPr/>
          </p:nvSpPr>
          <p:spPr>
            <a:xfrm>
              <a:off x="14945996" y="9599728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82"/>
                  </a:lnTo>
                  <a:lnTo>
                    <a:pt x="706951" y="387930"/>
                  </a:lnTo>
                  <a:lnTo>
                    <a:pt x="659773" y="379020"/>
                  </a:lnTo>
                  <a:lnTo>
                    <a:pt x="614759" y="364622"/>
                  </a:lnTo>
                  <a:lnTo>
                    <a:pt x="572280" y="345104"/>
                  </a:lnTo>
                  <a:lnTo>
                    <a:pt x="532704" y="320836"/>
                  </a:lnTo>
                  <a:lnTo>
                    <a:pt x="496401" y="292187"/>
                  </a:lnTo>
                  <a:lnTo>
                    <a:pt x="463740" y="259527"/>
                  </a:lnTo>
                  <a:lnTo>
                    <a:pt x="435090" y="223224"/>
                  </a:lnTo>
                  <a:lnTo>
                    <a:pt x="410822" y="183648"/>
                  </a:lnTo>
                  <a:lnTo>
                    <a:pt x="391303" y="141169"/>
                  </a:lnTo>
                  <a:lnTo>
                    <a:pt x="376904" y="96154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19"/>
            <p:cNvSpPr/>
            <p:nvPr/>
          </p:nvSpPr>
          <p:spPr>
            <a:xfrm>
              <a:off x="14109326" y="9599728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4"/>
                  </a:lnTo>
                  <a:lnTo>
                    <a:pt x="364621" y="141169"/>
                  </a:lnTo>
                  <a:lnTo>
                    <a:pt x="345102" y="183648"/>
                  </a:lnTo>
                  <a:lnTo>
                    <a:pt x="320833" y="223224"/>
                  </a:lnTo>
                  <a:lnTo>
                    <a:pt x="292184" y="259527"/>
                  </a:lnTo>
                  <a:lnTo>
                    <a:pt x="259523" y="292187"/>
                  </a:lnTo>
                  <a:lnTo>
                    <a:pt x="223219" y="320836"/>
                  </a:lnTo>
                  <a:lnTo>
                    <a:pt x="183644" y="345104"/>
                  </a:lnTo>
                  <a:lnTo>
                    <a:pt x="141164" y="364622"/>
                  </a:lnTo>
                  <a:lnTo>
                    <a:pt x="96151" y="379020"/>
                  </a:lnTo>
                  <a:lnTo>
                    <a:pt x="48973" y="387930"/>
                  </a:lnTo>
                  <a:lnTo>
                    <a:pt x="0" y="390982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" name="Группа 24"/>
          <p:cNvGrpSpPr/>
          <p:nvPr/>
        </p:nvGrpSpPr>
        <p:grpSpPr>
          <a:xfrm>
            <a:off x="6210063" y="9599728"/>
            <a:ext cx="6770815" cy="1620163"/>
            <a:chOff x="13233767" y="9599728"/>
            <a:chExt cx="6770815" cy="1620163"/>
          </a:xfrm>
        </p:grpSpPr>
        <p:sp>
          <p:nvSpPr>
            <p:cNvPr id="26" name="object 4"/>
            <p:cNvSpPr/>
            <p:nvPr/>
          </p:nvSpPr>
          <p:spPr>
            <a:xfrm>
              <a:off x="15821556" y="10463603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5"/>
                  </a:lnTo>
                  <a:lnTo>
                    <a:pt x="364621" y="141170"/>
                  </a:lnTo>
                  <a:lnTo>
                    <a:pt x="345102" y="183651"/>
                  </a:lnTo>
                  <a:lnTo>
                    <a:pt x="320833" y="223227"/>
                  </a:lnTo>
                  <a:lnTo>
                    <a:pt x="292184" y="259531"/>
                  </a:lnTo>
                  <a:lnTo>
                    <a:pt x="259523" y="292193"/>
                  </a:lnTo>
                  <a:lnTo>
                    <a:pt x="223219" y="320843"/>
                  </a:lnTo>
                  <a:lnTo>
                    <a:pt x="183644" y="345112"/>
                  </a:lnTo>
                  <a:lnTo>
                    <a:pt x="141164" y="364631"/>
                  </a:lnTo>
                  <a:lnTo>
                    <a:pt x="96151" y="379030"/>
                  </a:lnTo>
                  <a:lnTo>
                    <a:pt x="48973" y="387941"/>
                  </a:lnTo>
                  <a:lnTo>
                    <a:pt x="0" y="390993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5"/>
            <p:cNvSpPr/>
            <p:nvPr/>
          </p:nvSpPr>
          <p:spPr>
            <a:xfrm>
              <a:off x="16670669" y="10463606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0" y="0"/>
                  </a:moveTo>
                  <a:lnTo>
                    <a:pt x="0" y="364941"/>
                  </a:lnTo>
                  <a:lnTo>
                    <a:pt x="48973" y="367993"/>
                  </a:lnTo>
                  <a:lnTo>
                    <a:pt x="96151" y="376903"/>
                  </a:lnTo>
                  <a:lnTo>
                    <a:pt x="141164" y="391302"/>
                  </a:lnTo>
                  <a:lnTo>
                    <a:pt x="183644" y="410820"/>
                  </a:lnTo>
                  <a:lnTo>
                    <a:pt x="223219" y="435088"/>
                  </a:lnTo>
                  <a:lnTo>
                    <a:pt x="259523" y="463736"/>
                  </a:lnTo>
                  <a:lnTo>
                    <a:pt x="292184" y="496397"/>
                  </a:lnTo>
                  <a:lnTo>
                    <a:pt x="320833" y="532700"/>
                  </a:lnTo>
                  <a:lnTo>
                    <a:pt x="345102" y="572275"/>
                  </a:lnTo>
                  <a:lnTo>
                    <a:pt x="364621" y="614755"/>
                  </a:lnTo>
                  <a:lnTo>
                    <a:pt x="379020" y="659769"/>
                  </a:lnTo>
                  <a:lnTo>
                    <a:pt x="387930" y="706949"/>
                  </a:lnTo>
                  <a:lnTo>
                    <a:pt x="390982" y="755924"/>
                  </a:lnTo>
                  <a:lnTo>
                    <a:pt x="755924" y="755924"/>
                  </a:lnTo>
                  <a:lnTo>
                    <a:pt x="754434" y="708189"/>
                  </a:lnTo>
                  <a:lnTo>
                    <a:pt x="750023" y="661232"/>
                  </a:lnTo>
                  <a:lnTo>
                    <a:pt x="742781" y="615144"/>
                  </a:lnTo>
                  <a:lnTo>
                    <a:pt x="732797" y="570014"/>
                  </a:lnTo>
                  <a:lnTo>
                    <a:pt x="720160" y="525930"/>
                  </a:lnTo>
                  <a:lnTo>
                    <a:pt x="704959" y="482983"/>
                  </a:lnTo>
                  <a:lnTo>
                    <a:pt x="687284" y="441260"/>
                  </a:lnTo>
                  <a:lnTo>
                    <a:pt x="667224" y="400852"/>
                  </a:lnTo>
                  <a:lnTo>
                    <a:pt x="644867" y="361848"/>
                  </a:lnTo>
                  <a:lnTo>
                    <a:pt x="620304" y="324337"/>
                  </a:lnTo>
                  <a:lnTo>
                    <a:pt x="593624" y="288408"/>
                  </a:lnTo>
                  <a:lnTo>
                    <a:pt x="564915" y="254150"/>
                  </a:lnTo>
                  <a:lnTo>
                    <a:pt x="534267" y="221652"/>
                  </a:lnTo>
                  <a:lnTo>
                    <a:pt x="501770" y="191005"/>
                  </a:lnTo>
                  <a:lnTo>
                    <a:pt x="467512" y="162297"/>
                  </a:lnTo>
                  <a:lnTo>
                    <a:pt x="431582" y="135616"/>
                  </a:lnTo>
                  <a:lnTo>
                    <a:pt x="394071" y="111054"/>
                  </a:lnTo>
                  <a:lnTo>
                    <a:pt x="355067" y="88698"/>
                  </a:lnTo>
                  <a:lnTo>
                    <a:pt x="314659" y="68638"/>
                  </a:lnTo>
                  <a:lnTo>
                    <a:pt x="272937" y="50963"/>
                  </a:lnTo>
                  <a:lnTo>
                    <a:pt x="229989" y="35763"/>
                  </a:lnTo>
                  <a:lnTo>
                    <a:pt x="185906" y="23126"/>
                  </a:lnTo>
                  <a:lnTo>
                    <a:pt x="140776" y="13142"/>
                  </a:lnTo>
                  <a:lnTo>
                    <a:pt x="94689" y="5900"/>
                  </a:lnTo>
                  <a:lnTo>
                    <a:pt x="47734" y="14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6"/>
            <p:cNvSpPr/>
            <p:nvPr/>
          </p:nvSpPr>
          <p:spPr>
            <a:xfrm>
              <a:off x="17519778" y="10463606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708190" y="1490"/>
                  </a:lnTo>
                  <a:lnTo>
                    <a:pt x="661235" y="5900"/>
                  </a:lnTo>
                  <a:lnTo>
                    <a:pt x="615147" y="13142"/>
                  </a:lnTo>
                  <a:lnTo>
                    <a:pt x="570018" y="23126"/>
                  </a:lnTo>
                  <a:lnTo>
                    <a:pt x="525934" y="35763"/>
                  </a:lnTo>
                  <a:lnTo>
                    <a:pt x="482987" y="50963"/>
                  </a:lnTo>
                  <a:lnTo>
                    <a:pt x="441265" y="68638"/>
                  </a:lnTo>
                  <a:lnTo>
                    <a:pt x="400857" y="88698"/>
                  </a:lnTo>
                  <a:lnTo>
                    <a:pt x="361853" y="111054"/>
                  </a:lnTo>
                  <a:lnTo>
                    <a:pt x="324341" y="135616"/>
                  </a:lnTo>
                  <a:lnTo>
                    <a:pt x="288412" y="162297"/>
                  </a:lnTo>
                  <a:lnTo>
                    <a:pt x="254154" y="191005"/>
                  </a:lnTo>
                  <a:lnTo>
                    <a:pt x="221656" y="221652"/>
                  </a:lnTo>
                  <a:lnTo>
                    <a:pt x="191009" y="254150"/>
                  </a:lnTo>
                  <a:lnTo>
                    <a:pt x="162300" y="288408"/>
                  </a:lnTo>
                  <a:lnTo>
                    <a:pt x="135619" y="324337"/>
                  </a:lnTo>
                  <a:lnTo>
                    <a:pt x="111056" y="361848"/>
                  </a:lnTo>
                  <a:lnTo>
                    <a:pt x="88700" y="400852"/>
                  </a:lnTo>
                  <a:lnTo>
                    <a:pt x="68639" y="441260"/>
                  </a:lnTo>
                  <a:lnTo>
                    <a:pt x="50964" y="482983"/>
                  </a:lnTo>
                  <a:lnTo>
                    <a:pt x="35764" y="525930"/>
                  </a:lnTo>
                  <a:lnTo>
                    <a:pt x="23126" y="570014"/>
                  </a:lnTo>
                  <a:lnTo>
                    <a:pt x="13142" y="615144"/>
                  </a:lnTo>
                  <a:lnTo>
                    <a:pt x="5900" y="661232"/>
                  </a:lnTo>
                  <a:lnTo>
                    <a:pt x="1490" y="708189"/>
                  </a:lnTo>
                  <a:lnTo>
                    <a:pt x="0" y="755924"/>
                  </a:lnTo>
                  <a:lnTo>
                    <a:pt x="364941" y="755924"/>
                  </a:lnTo>
                  <a:lnTo>
                    <a:pt x="367993" y="706949"/>
                  </a:lnTo>
                  <a:lnTo>
                    <a:pt x="376904" y="659769"/>
                  </a:lnTo>
                  <a:lnTo>
                    <a:pt x="391303" y="614755"/>
                  </a:lnTo>
                  <a:lnTo>
                    <a:pt x="410822" y="572275"/>
                  </a:lnTo>
                  <a:lnTo>
                    <a:pt x="435090" y="532700"/>
                  </a:lnTo>
                  <a:lnTo>
                    <a:pt x="463740" y="496397"/>
                  </a:lnTo>
                  <a:lnTo>
                    <a:pt x="496401" y="463736"/>
                  </a:lnTo>
                  <a:lnTo>
                    <a:pt x="532704" y="435088"/>
                  </a:lnTo>
                  <a:lnTo>
                    <a:pt x="572280" y="410820"/>
                  </a:lnTo>
                  <a:lnTo>
                    <a:pt x="614759" y="391302"/>
                  </a:lnTo>
                  <a:lnTo>
                    <a:pt x="659773" y="376903"/>
                  </a:lnTo>
                  <a:lnTo>
                    <a:pt x="706951" y="367993"/>
                  </a:lnTo>
                  <a:lnTo>
                    <a:pt x="755924" y="364941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7"/>
            <p:cNvSpPr/>
            <p:nvPr/>
          </p:nvSpPr>
          <p:spPr>
            <a:xfrm>
              <a:off x="19248297" y="10463606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708190" y="1490"/>
                  </a:lnTo>
                  <a:lnTo>
                    <a:pt x="661235" y="5900"/>
                  </a:lnTo>
                  <a:lnTo>
                    <a:pt x="615147" y="13142"/>
                  </a:lnTo>
                  <a:lnTo>
                    <a:pt x="570018" y="23126"/>
                  </a:lnTo>
                  <a:lnTo>
                    <a:pt x="525934" y="35763"/>
                  </a:lnTo>
                  <a:lnTo>
                    <a:pt x="482987" y="50963"/>
                  </a:lnTo>
                  <a:lnTo>
                    <a:pt x="441265" y="68638"/>
                  </a:lnTo>
                  <a:lnTo>
                    <a:pt x="400857" y="88698"/>
                  </a:lnTo>
                  <a:lnTo>
                    <a:pt x="361853" y="111054"/>
                  </a:lnTo>
                  <a:lnTo>
                    <a:pt x="324341" y="135616"/>
                  </a:lnTo>
                  <a:lnTo>
                    <a:pt x="288412" y="162297"/>
                  </a:lnTo>
                  <a:lnTo>
                    <a:pt x="254154" y="191005"/>
                  </a:lnTo>
                  <a:lnTo>
                    <a:pt x="221656" y="221652"/>
                  </a:lnTo>
                  <a:lnTo>
                    <a:pt x="191009" y="254150"/>
                  </a:lnTo>
                  <a:lnTo>
                    <a:pt x="162300" y="288408"/>
                  </a:lnTo>
                  <a:lnTo>
                    <a:pt x="135619" y="324337"/>
                  </a:lnTo>
                  <a:lnTo>
                    <a:pt x="111056" y="361848"/>
                  </a:lnTo>
                  <a:lnTo>
                    <a:pt x="88700" y="400852"/>
                  </a:lnTo>
                  <a:lnTo>
                    <a:pt x="68639" y="441260"/>
                  </a:lnTo>
                  <a:lnTo>
                    <a:pt x="50964" y="482983"/>
                  </a:lnTo>
                  <a:lnTo>
                    <a:pt x="35764" y="525930"/>
                  </a:lnTo>
                  <a:lnTo>
                    <a:pt x="23126" y="570014"/>
                  </a:lnTo>
                  <a:lnTo>
                    <a:pt x="13142" y="615144"/>
                  </a:lnTo>
                  <a:lnTo>
                    <a:pt x="5900" y="661232"/>
                  </a:lnTo>
                  <a:lnTo>
                    <a:pt x="1490" y="708189"/>
                  </a:lnTo>
                  <a:lnTo>
                    <a:pt x="0" y="755924"/>
                  </a:lnTo>
                  <a:lnTo>
                    <a:pt x="364941" y="755924"/>
                  </a:lnTo>
                  <a:lnTo>
                    <a:pt x="367993" y="706949"/>
                  </a:lnTo>
                  <a:lnTo>
                    <a:pt x="376904" y="659769"/>
                  </a:lnTo>
                  <a:lnTo>
                    <a:pt x="391303" y="614755"/>
                  </a:lnTo>
                  <a:lnTo>
                    <a:pt x="410822" y="572275"/>
                  </a:lnTo>
                  <a:lnTo>
                    <a:pt x="435090" y="532700"/>
                  </a:lnTo>
                  <a:lnTo>
                    <a:pt x="463740" y="496397"/>
                  </a:lnTo>
                  <a:lnTo>
                    <a:pt x="496401" y="463736"/>
                  </a:lnTo>
                  <a:lnTo>
                    <a:pt x="532704" y="435088"/>
                  </a:lnTo>
                  <a:lnTo>
                    <a:pt x="572280" y="410820"/>
                  </a:lnTo>
                  <a:lnTo>
                    <a:pt x="614759" y="391302"/>
                  </a:lnTo>
                  <a:lnTo>
                    <a:pt x="659773" y="376903"/>
                  </a:lnTo>
                  <a:lnTo>
                    <a:pt x="706951" y="367993"/>
                  </a:lnTo>
                  <a:lnTo>
                    <a:pt x="755924" y="364941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8"/>
            <p:cNvSpPr/>
            <p:nvPr/>
          </p:nvSpPr>
          <p:spPr>
            <a:xfrm>
              <a:off x="18395339" y="10463606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0" y="0"/>
                  </a:moveTo>
                  <a:lnTo>
                    <a:pt x="0" y="364941"/>
                  </a:lnTo>
                  <a:lnTo>
                    <a:pt x="48973" y="367993"/>
                  </a:lnTo>
                  <a:lnTo>
                    <a:pt x="96151" y="376903"/>
                  </a:lnTo>
                  <a:lnTo>
                    <a:pt x="141164" y="391302"/>
                  </a:lnTo>
                  <a:lnTo>
                    <a:pt x="183644" y="410820"/>
                  </a:lnTo>
                  <a:lnTo>
                    <a:pt x="223219" y="435088"/>
                  </a:lnTo>
                  <a:lnTo>
                    <a:pt x="259523" y="463736"/>
                  </a:lnTo>
                  <a:lnTo>
                    <a:pt x="292184" y="496397"/>
                  </a:lnTo>
                  <a:lnTo>
                    <a:pt x="320833" y="532700"/>
                  </a:lnTo>
                  <a:lnTo>
                    <a:pt x="345102" y="572275"/>
                  </a:lnTo>
                  <a:lnTo>
                    <a:pt x="364621" y="614755"/>
                  </a:lnTo>
                  <a:lnTo>
                    <a:pt x="379020" y="659769"/>
                  </a:lnTo>
                  <a:lnTo>
                    <a:pt x="387930" y="706949"/>
                  </a:lnTo>
                  <a:lnTo>
                    <a:pt x="390982" y="755924"/>
                  </a:lnTo>
                  <a:lnTo>
                    <a:pt x="755924" y="755924"/>
                  </a:lnTo>
                  <a:lnTo>
                    <a:pt x="754434" y="708189"/>
                  </a:lnTo>
                  <a:lnTo>
                    <a:pt x="750023" y="661232"/>
                  </a:lnTo>
                  <a:lnTo>
                    <a:pt x="742781" y="615144"/>
                  </a:lnTo>
                  <a:lnTo>
                    <a:pt x="732797" y="570014"/>
                  </a:lnTo>
                  <a:lnTo>
                    <a:pt x="720160" y="525930"/>
                  </a:lnTo>
                  <a:lnTo>
                    <a:pt x="704959" y="482983"/>
                  </a:lnTo>
                  <a:lnTo>
                    <a:pt x="687284" y="441260"/>
                  </a:lnTo>
                  <a:lnTo>
                    <a:pt x="667224" y="400852"/>
                  </a:lnTo>
                  <a:lnTo>
                    <a:pt x="644867" y="361848"/>
                  </a:lnTo>
                  <a:lnTo>
                    <a:pt x="620304" y="324337"/>
                  </a:lnTo>
                  <a:lnTo>
                    <a:pt x="593624" y="288408"/>
                  </a:lnTo>
                  <a:lnTo>
                    <a:pt x="564915" y="254150"/>
                  </a:lnTo>
                  <a:lnTo>
                    <a:pt x="534267" y="221652"/>
                  </a:lnTo>
                  <a:lnTo>
                    <a:pt x="501770" y="191005"/>
                  </a:lnTo>
                  <a:lnTo>
                    <a:pt x="467512" y="162297"/>
                  </a:lnTo>
                  <a:lnTo>
                    <a:pt x="431582" y="135616"/>
                  </a:lnTo>
                  <a:lnTo>
                    <a:pt x="394071" y="111054"/>
                  </a:lnTo>
                  <a:lnTo>
                    <a:pt x="355067" y="88698"/>
                  </a:lnTo>
                  <a:lnTo>
                    <a:pt x="314659" y="68638"/>
                  </a:lnTo>
                  <a:lnTo>
                    <a:pt x="272937" y="50963"/>
                  </a:lnTo>
                  <a:lnTo>
                    <a:pt x="229989" y="35763"/>
                  </a:lnTo>
                  <a:lnTo>
                    <a:pt x="185906" y="23126"/>
                  </a:lnTo>
                  <a:lnTo>
                    <a:pt x="140776" y="13142"/>
                  </a:lnTo>
                  <a:lnTo>
                    <a:pt x="94689" y="5900"/>
                  </a:lnTo>
                  <a:lnTo>
                    <a:pt x="47734" y="14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9"/>
            <p:cNvSpPr/>
            <p:nvPr/>
          </p:nvSpPr>
          <p:spPr>
            <a:xfrm>
              <a:off x="14945996" y="10463603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93"/>
                  </a:lnTo>
                  <a:lnTo>
                    <a:pt x="706951" y="387941"/>
                  </a:lnTo>
                  <a:lnTo>
                    <a:pt x="659773" y="379030"/>
                  </a:lnTo>
                  <a:lnTo>
                    <a:pt x="614759" y="364631"/>
                  </a:lnTo>
                  <a:lnTo>
                    <a:pt x="572280" y="345112"/>
                  </a:lnTo>
                  <a:lnTo>
                    <a:pt x="532704" y="320843"/>
                  </a:lnTo>
                  <a:lnTo>
                    <a:pt x="496401" y="292193"/>
                  </a:lnTo>
                  <a:lnTo>
                    <a:pt x="463740" y="259531"/>
                  </a:lnTo>
                  <a:lnTo>
                    <a:pt x="435090" y="223227"/>
                  </a:lnTo>
                  <a:lnTo>
                    <a:pt x="410822" y="183651"/>
                  </a:lnTo>
                  <a:lnTo>
                    <a:pt x="391303" y="141170"/>
                  </a:lnTo>
                  <a:lnTo>
                    <a:pt x="376904" y="96155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10"/>
            <p:cNvSpPr/>
            <p:nvPr/>
          </p:nvSpPr>
          <p:spPr>
            <a:xfrm>
              <a:off x="14109326" y="10463603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5"/>
                  </a:lnTo>
                  <a:lnTo>
                    <a:pt x="364621" y="141170"/>
                  </a:lnTo>
                  <a:lnTo>
                    <a:pt x="345102" y="183651"/>
                  </a:lnTo>
                  <a:lnTo>
                    <a:pt x="320833" y="223227"/>
                  </a:lnTo>
                  <a:lnTo>
                    <a:pt x="292184" y="259531"/>
                  </a:lnTo>
                  <a:lnTo>
                    <a:pt x="259523" y="292193"/>
                  </a:lnTo>
                  <a:lnTo>
                    <a:pt x="223219" y="320843"/>
                  </a:lnTo>
                  <a:lnTo>
                    <a:pt x="183644" y="345112"/>
                  </a:lnTo>
                  <a:lnTo>
                    <a:pt x="141164" y="364631"/>
                  </a:lnTo>
                  <a:lnTo>
                    <a:pt x="96151" y="379030"/>
                  </a:lnTo>
                  <a:lnTo>
                    <a:pt x="48973" y="387941"/>
                  </a:lnTo>
                  <a:lnTo>
                    <a:pt x="0" y="390993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11"/>
            <p:cNvSpPr/>
            <p:nvPr/>
          </p:nvSpPr>
          <p:spPr>
            <a:xfrm>
              <a:off x="13233767" y="10463603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93"/>
                  </a:lnTo>
                  <a:lnTo>
                    <a:pt x="706951" y="387941"/>
                  </a:lnTo>
                  <a:lnTo>
                    <a:pt x="659773" y="379030"/>
                  </a:lnTo>
                  <a:lnTo>
                    <a:pt x="614759" y="364631"/>
                  </a:lnTo>
                  <a:lnTo>
                    <a:pt x="572280" y="345112"/>
                  </a:lnTo>
                  <a:lnTo>
                    <a:pt x="532704" y="320843"/>
                  </a:lnTo>
                  <a:lnTo>
                    <a:pt x="496401" y="292193"/>
                  </a:lnTo>
                  <a:lnTo>
                    <a:pt x="463740" y="259531"/>
                  </a:lnTo>
                  <a:lnTo>
                    <a:pt x="435090" y="223227"/>
                  </a:lnTo>
                  <a:lnTo>
                    <a:pt x="410822" y="183651"/>
                  </a:lnTo>
                  <a:lnTo>
                    <a:pt x="391303" y="141170"/>
                  </a:lnTo>
                  <a:lnTo>
                    <a:pt x="376904" y="96155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12"/>
            <p:cNvSpPr/>
            <p:nvPr/>
          </p:nvSpPr>
          <p:spPr>
            <a:xfrm>
              <a:off x="15821556" y="9599732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0" y="0"/>
                  </a:moveTo>
                  <a:lnTo>
                    <a:pt x="0" y="364931"/>
                  </a:lnTo>
                  <a:lnTo>
                    <a:pt x="48973" y="367983"/>
                  </a:lnTo>
                  <a:lnTo>
                    <a:pt x="96151" y="376893"/>
                  </a:lnTo>
                  <a:lnTo>
                    <a:pt x="141164" y="391293"/>
                  </a:lnTo>
                  <a:lnTo>
                    <a:pt x="183644" y="410812"/>
                  </a:lnTo>
                  <a:lnTo>
                    <a:pt x="223219" y="435081"/>
                  </a:lnTo>
                  <a:lnTo>
                    <a:pt x="259523" y="463731"/>
                  </a:lnTo>
                  <a:lnTo>
                    <a:pt x="292184" y="496392"/>
                  </a:lnTo>
                  <a:lnTo>
                    <a:pt x="320833" y="532696"/>
                  </a:lnTo>
                  <a:lnTo>
                    <a:pt x="345102" y="572273"/>
                  </a:lnTo>
                  <a:lnTo>
                    <a:pt x="364621" y="614754"/>
                  </a:lnTo>
                  <a:lnTo>
                    <a:pt x="379020" y="659769"/>
                  </a:lnTo>
                  <a:lnTo>
                    <a:pt x="387930" y="706948"/>
                  </a:lnTo>
                  <a:lnTo>
                    <a:pt x="390982" y="755924"/>
                  </a:lnTo>
                  <a:lnTo>
                    <a:pt x="755924" y="755924"/>
                  </a:lnTo>
                  <a:lnTo>
                    <a:pt x="754434" y="708189"/>
                  </a:lnTo>
                  <a:lnTo>
                    <a:pt x="750023" y="661232"/>
                  </a:lnTo>
                  <a:lnTo>
                    <a:pt x="742781" y="615144"/>
                  </a:lnTo>
                  <a:lnTo>
                    <a:pt x="732797" y="570014"/>
                  </a:lnTo>
                  <a:lnTo>
                    <a:pt x="720160" y="525930"/>
                  </a:lnTo>
                  <a:lnTo>
                    <a:pt x="704959" y="482983"/>
                  </a:lnTo>
                  <a:lnTo>
                    <a:pt x="687284" y="441260"/>
                  </a:lnTo>
                  <a:lnTo>
                    <a:pt x="667224" y="400852"/>
                  </a:lnTo>
                  <a:lnTo>
                    <a:pt x="644867" y="361848"/>
                  </a:lnTo>
                  <a:lnTo>
                    <a:pt x="620304" y="324337"/>
                  </a:lnTo>
                  <a:lnTo>
                    <a:pt x="593624" y="288408"/>
                  </a:lnTo>
                  <a:lnTo>
                    <a:pt x="564915" y="254150"/>
                  </a:lnTo>
                  <a:lnTo>
                    <a:pt x="534267" y="221652"/>
                  </a:lnTo>
                  <a:lnTo>
                    <a:pt x="501770" y="191005"/>
                  </a:lnTo>
                  <a:lnTo>
                    <a:pt x="467512" y="162297"/>
                  </a:lnTo>
                  <a:lnTo>
                    <a:pt x="431582" y="135616"/>
                  </a:lnTo>
                  <a:lnTo>
                    <a:pt x="394071" y="111054"/>
                  </a:lnTo>
                  <a:lnTo>
                    <a:pt x="355067" y="88698"/>
                  </a:lnTo>
                  <a:lnTo>
                    <a:pt x="314659" y="68638"/>
                  </a:lnTo>
                  <a:lnTo>
                    <a:pt x="272937" y="50963"/>
                  </a:lnTo>
                  <a:lnTo>
                    <a:pt x="229989" y="35763"/>
                  </a:lnTo>
                  <a:lnTo>
                    <a:pt x="185906" y="23126"/>
                  </a:lnTo>
                  <a:lnTo>
                    <a:pt x="140776" y="13142"/>
                  </a:lnTo>
                  <a:lnTo>
                    <a:pt x="94689" y="5900"/>
                  </a:lnTo>
                  <a:lnTo>
                    <a:pt x="47734" y="14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13"/>
            <p:cNvSpPr/>
            <p:nvPr/>
          </p:nvSpPr>
          <p:spPr>
            <a:xfrm>
              <a:off x="16670669" y="9599728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4"/>
                  </a:lnTo>
                  <a:lnTo>
                    <a:pt x="364621" y="141169"/>
                  </a:lnTo>
                  <a:lnTo>
                    <a:pt x="345102" y="183648"/>
                  </a:lnTo>
                  <a:lnTo>
                    <a:pt x="320833" y="223224"/>
                  </a:lnTo>
                  <a:lnTo>
                    <a:pt x="292184" y="259527"/>
                  </a:lnTo>
                  <a:lnTo>
                    <a:pt x="259523" y="292187"/>
                  </a:lnTo>
                  <a:lnTo>
                    <a:pt x="223219" y="320836"/>
                  </a:lnTo>
                  <a:lnTo>
                    <a:pt x="183644" y="345104"/>
                  </a:lnTo>
                  <a:lnTo>
                    <a:pt x="141164" y="364622"/>
                  </a:lnTo>
                  <a:lnTo>
                    <a:pt x="96151" y="379020"/>
                  </a:lnTo>
                  <a:lnTo>
                    <a:pt x="48973" y="387930"/>
                  </a:lnTo>
                  <a:lnTo>
                    <a:pt x="0" y="390982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14"/>
            <p:cNvSpPr/>
            <p:nvPr/>
          </p:nvSpPr>
          <p:spPr>
            <a:xfrm>
              <a:off x="17519778" y="9599728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82"/>
                  </a:lnTo>
                  <a:lnTo>
                    <a:pt x="706951" y="387930"/>
                  </a:lnTo>
                  <a:lnTo>
                    <a:pt x="659773" y="379020"/>
                  </a:lnTo>
                  <a:lnTo>
                    <a:pt x="614759" y="364622"/>
                  </a:lnTo>
                  <a:lnTo>
                    <a:pt x="572280" y="345104"/>
                  </a:lnTo>
                  <a:lnTo>
                    <a:pt x="532704" y="320836"/>
                  </a:lnTo>
                  <a:lnTo>
                    <a:pt x="496401" y="292187"/>
                  </a:lnTo>
                  <a:lnTo>
                    <a:pt x="463740" y="259527"/>
                  </a:lnTo>
                  <a:lnTo>
                    <a:pt x="435090" y="223224"/>
                  </a:lnTo>
                  <a:lnTo>
                    <a:pt x="410822" y="183648"/>
                  </a:lnTo>
                  <a:lnTo>
                    <a:pt x="391303" y="141169"/>
                  </a:lnTo>
                  <a:lnTo>
                    <a:pt x="376904" y="96154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15"/>
            <p:cNvSpPr/>
            <p:nvPr/>
          </p:nvSpPr>
          <p:spPr>
            <a:xfrm>
              <a:off x="19248297" y="9599728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82"/>
                  </a:lnTo>
                  <a:lnTo>
                    <a:pt x="706951" y="387930"/>
                  </a:lnTo>
                  <a:lnTo>
                    <a:pt x="659773" y="379020"/>
                  </a:lnTo>
                  <a:lnTo>
                    <a:pt x="614759" y="364622"/>
                  </a:lnTo>
                  <a:lnTo>
                    <a:pt x="572280" y="345104"/>
                  </a:lnTo>
                  <a:lnTo>
                    <a:pt x="532704" y="320836"/>
                  </a:lnTo>
                  <a:lnTo>
                    <a:pt x="496401" y="292187"/>
                  </a:lnTo>
                  <a:lnTo>
                    <a:pt x="463740" y="259527"/>
                  </a:lnTo>
                  <a:lnTo>
                    <a:pt x="435090" y="223224"/>
                  </a:lnTo>
                  <a:lnTo>
                    <a:pt x="410822" y="183648"/>
                  </a:lnTo>
                  <a:lnTo>
                    <a:pt x="391303" y="141169"/>
                  </a:lnTo>
                  <a:lnTo>
                    <a:pt x="376904" y="96154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16"/>
            <p:cNvSpPr/>
            <p:nvPr/>
          </p:nvSpPr>
          <p:spPr>
            <a:xfrm>
              <a:off x="18395339" y="9599728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4"/>
                  </a:lnTo>
                  <a:lnTo>
                    <a:pt x="364621" y="141169"/>
                  </a:lnTo>
                  <a:lnTo>
                    <a:pt x="345102" y="183648"/>
                  </a:lnTo>
                  <a:lnTo>
                    <a:pt x="320833" y="223224"/>
                  </a:lnTo>
                  <a:lnTo>
                    <a:pt x="292184" y="259527"/>
                  </a:lnTo>
                  <a:lnTo>
                    <a:pt x="259523" y="292187"/>
                  </a:lnTo>
                  <a:lnTo>
                    <a:pt x="223219" y="320836"/>
                  </a:lnTo>
                  <a:lnTo>
                    <a:pt x="183644" y="345104"/>
                  </a:lnTo>
                  <a:lnTo>
                    <a:pt x="141164" y="364622"/>
                  </a:lnTo>
                  <a:lnTo>
                    <a:pt x="96151" y="379020"/>
                  </a:lnTo>
                  <a:lnTo>
                    <a:pt x="48973" y="387930"/>
                  </a:lnTo>
                  <a:lnTo>
                    <a:pt x="0" y="390982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17"/>
            <p:cNvSpPr/>
            <p:nvPr/>
          </p:nvSpPr>
          <p:spPr>
            <a:xfrm>
              <a:off x="13233767" y="9599732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708190" y="1490"/>
                  </a:lnTo>
                  <a:lnTo>
                    <a:pt x="661235" y="5900"/>
                  </a:lnTo>
                  <a:lnTo>
                    <a:pt x="615147" y="13142"/>
                  </a:lnTo>
                  <a:lnTo>
                    <a:pt x="570018" y="23126"/>
                  </a:lnTo>
                  <a:lnTo>
                    <a:pt x="525934" y="35763"/>
                  </a:lnTo>
                  <a:lnTo>
                    <a:pt x="482987" y="50963"/>
                  </a:lnTo>
                  <a:lnTo>
                    <a:pt x="441265" y="68638"/>
                  </a:lnTo>
                  <a:lnTo>
                    <a:pt x="400857" y="88698"/>
                  </a:lnTo>
                  <a:lnTo>
                    <a:pt x="361853" y="111054"/>
                  </a:lnTo>
                  <a:lnTo>
                    <a:pt x="324341" y="135616"/>
                  </a:lnTo>
                  <a:lnTo>
                    <a:pt x="288412" y="162297"/>
                  </a:lnTo>
                  <a:lnTo>
                    <a:pt x="254154" y="191005"/>
                  </a:lnTo>
                  <a:lnTo>
                    <a:pt x="221656" y="221652"/>
                  </a:lnTo>
                  <a:lnTo>
                    <a:pt x="191009" y="254150"/>
                  </a:lnTo>
                  <a:lnTo>
                    <a:pt x="162300" y="288408"/>
                  </a:lnTo>
                  <a:lnTo>
                    <a:pt x="135619" y="324337"/>
                  </a:lnTo>
                  <a:lnTo>
                    <a:pt x="111056" y="361848"/>
                  </a:lnTo>
                  <a:lnTo>
                    <a:pt x="88700" y="400852"/>
                  </a:lnTo>
                  <a:lnTo>
                    <a:pt x="68639" y="441260"/>
                  </a:lnTo>
                  <a:lnTo>
                    <a:pt x="50964" y="482983"/>
                  </a:lnTo>
                  <a:lnTo>
                    <a:pt x="35764" y="525930"/>
                  </a:lnTo>
                  <a:lnTo>
                    <a:pt x="23126" y="570014"/>
                  </a:lnTo>
                  <a:lnTo>
                    <a:pt x="13142" y="615144"/>
                  </a:lnTo>
                  <a:lnTo>
                    <a:pt x="5900" y="661232"/>
                  </a:lnTo>
                  <a:lnTo>
                    <a:pt x="1490" y="708189"/>
                  </a:lnTo>
                  <a:lnTo>
                    <a:pt x="0" y="755924"/>
                  </a:lnTo>
                  <a:lnTo>
                    <a:pt x="364941" y="755924"/>
                  </a:lnTo>
                  <a:lnTo>
                    <a:pt x="367993" y="706948"/>
                  </a:lnTo>
                  <a:lnTo>
                    <a:pt x="376904" y="659769"/>
                  </a:lnTo>
                  <a:lnTo>
                    <a:pt x="391303" y="614754"/>
                  </a:lnTo>
                  <a:lnTo>
                    <a:pt x="410822" y="572273"/>
                  </a:lnTo>
                  <a:lnTo>
                    <a:pt x="435090" y="532696"/>
                  </a:lnTo>
                  <a:lnTo>
                    <a:pt x="463740" y="496392"/>
                  </a:lnTo>
                  <a:lnTo>
                    <a:pt x="496401" y="463731"/>
                  </a:lnTo>
                  <a:lnTo>
                    <a:pt x="532704" y="435081"/>
                  </a:lnTo>
                  <a:lnTo>
                    <a:pt x="572280" y="410812"/>
                  </a:lnTo>
                  <a:lnTo>
                    <a:pt x="614759" y="391293"/>
                  </a:lnTo>
                  <a:lnTo>
                    <a:pt x="659773" y="376893"/>
                  </a:lnTo>
                  <a:lnTo>
                    <a:pt x="706951" y="367983"/>
                  </a:lnTo>
                  <a:lnTo>
                    <a:pt x="755924" y="364931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18"/>
            <p:cNvSpPr/>
            <p:nvPr/>
          </p:nvSpPr>
          <p:spPr>
            <a:xfrm>
              <a:off x="14945996" y="9599728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82"/>
                  </a:lnTo>
                  <a:lnTo>
                    <a:pt x="706951" y="387930"/>
                  </a:lnTo>
                  <a:lnTo>
                    <a:pt x="659773" y="379020"/>
                  </a:lnTo>
                  <a:lnTo>
                    <a:pt x="614759" y="364622"/>
                  </a:lnTo>
                  <a:lnTo>
                    <a:pt x="572280" y="345104"/>
                  </a:lnTo>
                  <a:lnTo>
                    <a:pt x="532704" y="320836"/>
                  </a:lnTo>
                  <a:lnTo>
                    <a:pt x="496401" y="292187"/>
                  </a:lnTo>
                  <a:lnTo>
                    <a:pt x="463740" y="259527"/>
                  </a:lnTo>
                  <a:lnTo>
                    <a:pt x="435090" y="223224"/>
                  </a:lnTo>
                  <a:lnTo>
                    <a:pt x="410822" y="183648"/>
                  </a:lnTo>
                  <a:lnTo>
                    <a:pt x="391303" y="141169"/>
                  </a:lnTo>
                  <a:lnTo>
                    <a:pt x="376904" y="96154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19"/>
            <p:cNvSpPr/>
            <p:nvPr/>
          </p:nvSpPr>
          <p:spPr>
            <a:xfrm>
              <a:off x="14109326" y="9599728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4"/>
                  </a:lnTo>
                  <a:lnTo>
                    <a:pt x="364621" y="141169"/>
                  </a:lnTo>
                  <a:lnTo>
                    <a:pt x="345102" y="183648"/>
                  </a:lnTo>
                  <a:lnTo>
                    <a:pt x="320833" y="223224"/>
                  </a:lnTo>
                  <a:lnTo>
                    <a:pt x="292184" y="259527"/>
                  </a:lnTo>
                  <a:lnTo>
                    <a:pt x="259523" y="292187"/>
                  </a:lnTo>
                  <a:lnTo>
                    <a:pt x="223219" y="320836"/>
                  </a:lnTo>
                  <a:lnTo>
                    <a:pt x="183644" y="345104"/>
                  </a:lnTo>
                  <a:lnTo>
                    <a:pt x="141164" y="364622"/>
                  </a:lnTo>
                  <a:lnTo>
                    <a:pt x="96151" y="379020"/>
                  </a:lnTo>
                  <a:lnTo>
                    <a:pt x="48973" y="387930"/>
                  </a:lnTo>
                  <a:lnTo>
                    <a:pt x="0" y="390982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" name="Группа 2"/>
          <p:cNvGrpSpPr/>
          <p:nvPr/>
        </p:nvGrpSpPr>
        <p:grpSpPr>
          <a:xfrm>
            <a:off x="39317" y="9605429"/>
            <a:ext cx="5895256" cy="1620163"/>
            <a:chOff x="39317" y="9605429"/>
            <a:chExt cx="5895256" cy="1620163"/>
          </a:xfrm>
        </p:grpSpPr>
        <p:sp>
          <p:nvSpPr>
            <p:cNvPr id="48" name="object 4"/>
            <p:cNvSpPr/>
            <p:nvPr/>
          </p:nvSpPr>
          <p:spPr>
            <a:xfrm>
              <a:off x="1751547" y="10469304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5"/>
                  </a:lnTo>
                  <a:lnTo>
                    <a:pt x="364621" y="141170"/>
                  </a:lnTo>
                  <a:lnTo>
                    <a:pt x="345102" y="183651"/>
                  </a:lnTo>
                  <a:lnTo>
                    <a:pt x="320833" y="223227"/>
                  </a:lnTo>
                  <a:lnTo>
                    <a:pt x="292184" y="259531"/>
                  </a:lnTo>
                  <a:lnTo>
                    <a:pt x="259523" y="292193"/>
                  </a:lnTo>
                  <a:lnTo>
                    <a:pt x="223219" y="320843"/>
                  </a:lnTo>
                  <a:lnTo>
                    <a:pt x="183644" y="345112"/>
                  </a:lnTo>
                  <a:lnTo>
                    <a:pt x="141164" y="364631"/>
                  </a:lnTo>
                  <a:lnTo>
                    <a:pt x="96151" y="379030"/>
                  </a:lnTo>
                  <a:lnTo>
                    <a:pt x="48973" y="387941"/>
                  </a:lnTo>
                  <a:lnTo>
                    <a:pt x="0" y="390993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5"/>
            <p:cNvSpPr/>
            <p:nvPr/>
          </p:nvSpPr>
          <p:spPr>
            <a:xfrm>
              <a:off x="2600660" y="10469307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0" y="0"/>
                  </a:moveTo>
                  <a:lnTo>
                    <a:pt x="0" y="364941"/>
                  </a:lnTo>
                  <a:lnTo>
                    <a:pt x="48973" y="367993"/>
                  </a:lnTo>
                  <a:lnTo>
                    <a:pt x="96151" y="376903"/>
                  </a:lnTo>
                  <a:lnTo>
                    <a:pt x="141164" y="391302"/>
                  </a:lnTo>
                  <a:lnTo>
                    <a:pt x="183644" y="410820"/>
                  </a:lnTo>
                  <a:lnTo>
                    <a:pt x="223219" y="435088"/>
                  </a:lnTo>
                  <a:lnTo>
                    <a:pt x="259523" y="463736"/>
                  </a:lnTo>
                  <a:lnTo>
                    <a:pt x="292184" y="496397"/>
                  </a:lnTo>
                  <a:lnTo>
                    <a:pt x="320833" y="532700"/>
                  </a:lnTo>
                  <a:lnTo>
                    <a:pt x="345102" y="572275"/>
                  </a:lnTo>
                  <a:lnTo>
                    <a:pt x="364621" y="614755"/>
                  </a:lnTo>
                  <a:lnTo>
                    <a:pt x="379020" y="659769"/>
                  </a:lnTo>
                  <a:lnTo>
                    <a:pt x="387930" y="706949"/>
                  </a:lnTo>
                  <a:lnTo>
                    <a:pt x="390982" y="755924"/>
                  </a:lnTo>
                  <a:lnTo>
                    <a:pt x="755924" y="755924"/>
                  </a:lnTo>
                  <a:lnTo>
                    <a:pt x="754434" y="708189"/>
                  </a:lnTo>
                  <a:lnTo>
                    <a:pt x="750023" y="661232"/>
                  </a:lnTo>
                  <a:lnTo>
                    <a:pt x="742781" y="615144"/>
                  </a:lnTo>
                  <a:lnTo>
                    <a:pt x="732797" y="570014"/>
                  </a:lnTo>
                  <a:lnTo>
                    <a:pt x="720160" y="525930"/>
                  </a:lnTo>
                  <a:lnTo>
                    <a:pt x="704959" y="482983"/>
                  </a:lnTo>
                  <a:lnTo>
                    <a:pt x="687284" y="441260"/>
                  </a:lnTo>
                  <a:lnTo>
                    <a:pt x="667224" y="400852"/>
                  </a:lnTo>
                  <a:lnTo>
                    <a:pt x="644867" y="361848"/>
                  </a:lnTo>
                  <a:lnTo>
                    <a:pt x="620304" y="324337"/>
                  </a:lnTo>
                  <a:lnTo>
                    <a:pt x="593624" y="288408"/>
                  </a:lnTo>
                  <a:lnTo>
                    <a:pt x="564915" y="254150"/>
                  </a:lnTo>
                  <a:lnTo>
                    <a:pt x="534267" y="221652"/>
                  </a:lnTo>
                  <a:lnTo>
                    <a:pt x="501770" y="191005"/>
                  </a:lnTo>
                  <a:lnTo>
                    <a:pt x="467512" y="162297"/>
                  </a:lnTo>
                  <a:lnTo>
                    <a:pt x="431582" y="135616"/>
                  </a:lnTo>
                  <a:lnTo>
                    <a:pt x="394071" y="111054"/>
                  </a:lnTo>
                  <a:lnTo>
                    <a:pt x="355067" y="88698"/>
                  </a:lnTo>
                  <a:lnTo>
                    <a:pt x="314659" y="68638"/>
                  </a:lnTo>
                  <a:lnTo>
                    <a:pt x="272937" y="50963"/>
                  </a:lnTo>
                  <a:lnTo>
                    <a:pt x="229989" y="35763"/>
                  </a:lnTo>
                  <a:lnTo>
                    <a:pt x="185906" y="23126"/>
                  </a:lnTo>
                  <a:lnTo>
                    <a:pt x="140776" y="13142"/>
                  </a:lnTo>
                  <a:lnTo>
                    <a:pt x="94689" y="5900"/>
                  </a:lnTo>
                  <a:lnTo>
                    <a:pt x="47734" y="14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6"/>
            <p:cNvSpPr/>
            <p:nvPr/>
          </p:nvSpPr>
          <p:spPr>
            <a:xfrm>
              <a:off x="3449769" y="10469307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708190" y="1490"/>
                  </a:lnTo>
                  <a:lnTo>
                    <a:pt x="661235" y="5900"/>
                  </a:lnTo>
                  <a:lnTo>
                    <a:pt x="615147" y="13142"/>
                  </a:lnTo>
                  <a:lnTo>
                    <a:pt x="570018" y="23126"/>
                  </a:lnTo>
                  <a:lnTo>
                    <a:pt x="525934" y="35763"/>
                  </a:lnTo>
                  <a:lnTo>
                    <a:pt x="482987" y="50963"/>
                  </a:lnTo>
                  <a:lnTo>
                    <a:pt x="441265" y="68638"/>
                  </a:lnTo>
                  <a:lnTo>
                    <a:pt x="400857" y="88698"/>
                  </a:lnTo>
                  <a:lnTo>
                    <a:pt x="361853" y="111054"/>
                  </a:lnTo>
                  <a:lnTo>
                    <a:pt x="324341" y="135616"/>
                  </a:lnTo>
                  <a:lnTo>
                    <a:pt x="288412" y="162297"/>
                  </a:lnTo>
                  <a:lnTo>
                    <a:pt x="254154" y="191005"/>
                  </a:lnTo>
                  <a:lnTo>
                    <a:pt x="221656" y="221652"/>
                  </a:lnTo>
                  <a:lnTo>
                    <a:pt x="191009" y="254150"/>
                  </a:lnTo>
                  <a:lnTo>
                    <a:pt x="162300" y="288408"/>
                  </a:lnTo>
                  <a:lnTo>
                    <a:pt x="135619" y="324337"/>
                  </a:lnTo>
                  <a:lnTo>
                    <a:pt x="111056" y="361848"/>
                  </a:lnTo>
                  <a:lnTo>
                    <a:pt x="88700" y="400852"/>
                  </a:lnTo>
                  <a:lnTo>
                    <a:pt x="68639" y="441260"/>
                  </a:lnTo>
                  <a:lnTo>
                    <a:pt x="50964" y="482983"/>
                  </a:lnTo>
                  <a:lnTo>
                    <a:pt x="35764" y="525930"/>
                  </a:lnTo>
                  <a:lnTo>
                    <a:pt x="23126" y="570014"/>
                  </a:lnTo>
                  <a:lnTo>
                    <a:pt x="13142" y="615144"/>
                  </a:lnTo>
                  <a:lnTo>
                    <a:pt x="5900" y="661232"/>
                  </a:lnTo>
                  <a:lnTo>
                    <a:pt x="1490" y="708189"/>
                  </a:lnTo>
                  <a:lnTo>
                    <a:pt x="0" y="755924"/>
                  </a:lnTo>
                  <a:lnTo>
                    <a:pt x="364941" y="755924"/>
                  </a:lnTo>
                  <a:lnTo>
                    <a:pt x="367993" y="706949"/>
                  </a:lnTo>
                  <a:lnTo>
                    <a:pt x="376904" y="659769"/>
                  </a:lnTo>
                  <a:lnTo>
                    <a:pt x="391303" y="614755"/>
                  </a:lnTo>
                  <a:lnTo>
                    <a:pt x="410822" y="572275"/>
                  </a:lnTo>
                  <a:lnTo>
                    <a:pt x="435090" y="532700"/>
                  </a:lnTo>
                  <a:lnTo>
                    <a:pt x="463740" y="496397"/>
                  </a:lnTo>
                  <a:lnTo>
                    <a:pt x="496401" y="463736"/>
                  </a:lnTo>
                  <a:lnTo>
                    <a:pt x="532704" y="435088"/>
                  </a:lnTo>
                  <a:lnTo>
                    <a:pt x="572280" y="410820"/>
                  </a:lnTo>
                  <a:lnTo>
                    <a:pt x="614759" y="391302"/>
                  </a:lnTo>
                  <a:lnTo>
                    <a:pt x="659773" y="376903"/>
                  </a:lnTo>
                  <a:lnTo>
                    <a:pt x="706951" y="367993"/>
                  </a:lnTo>
                  <a:lnTo>
                    <a:pt x="755924" y="364941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7"/>
            <p:cNvSpPr/>
            <p:nvPr/>
          </p:nvSpPr>
          <p:spPr>
            <a:xfrm>
              <a:off x="5178288" y="10469307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708190" y="1490"/>
                  </a:lnTo>
                  <a:lnTo>
                    <a:pt x="661235" y="5900"/>
                  </a:lnTo>
                  <a:lnTo>
                    <a:pt x="615147" y="13142"/>
                  </a:lnTo>
                  <a:lnTo>
                    <a:pt x="570018" y="23126"/>
                  </a:lnTo>
                  <a:lnTo>
                    <a:pt x="525934" y="35763"/>
                  </a:lnTo>
                  <a:lnTo>
                    <a:pt x="482987" y="50963"/>
                  </a:lnTo>
                  <a:lnTo>
                    <a:pt x="441265" y="68638"/>
                  </a:lnTo>
                  <a:lnTo>
                    <a:pt x="400857" y="88698"/>
                  </a:lnTo>
                  <a:lnTo>
                    <a:pt x="361853" y="111054"/>
                  </a:lnTo>
                  <a:lnTo>
                    <a:pt x="324341" y="135616"/>
                  </a:lnTo>
                  <a:lnTo>
                    <a:pt x="288412" y="162297"/>
                  </a:lnTo>
                  <a:lnTo>
                    <a:pt x="254154" y="191005"/>
                  </a:lnTo>
                  <a:lnTo>
                    <a:pt x="221656" y="221652"/>
                  </a:lnTo>
                  <a:lnTo>
                    <a:pt x="191009" y="254150"/>
                  </a:lnTo>
                  <a:lnTo>
                    <a:pt x="162300" y="288408"/>
                  </a:lnTo>
                  <a:lnTo>
                    <a:pt x="135619" y="324337"/>
                  </a:lnTo>
                  <a:lnTo>
                    <a:pt x="111056" y="361848"/>
                  </a:lnTo>
                  <a:lnTo>
                    <a:pt x="88700" y="400852"/>
                  </a:lnTo>
                  <a:lnTo>
                    <a:pt x="68639" y="441260"/>
                  </a:lnTo>
                  <a:lnTo>
                    <a:pt x="50964" y="482983"/>
                  </a:lnTo>
                  <a:lnTo>
                    <a:pt x="35764" y="525930"/>
                  </a:lnTo>
                  <a:lnTo>
                    <a:pt x="23126" y="570014"/>
                  </a:lnTo>
                  <a:lnTo>
                    <a:pt x="13142" y="615144"/>
                  </a:lnTo>
                  <a:lnTo>
                    <a:pt x="5900" y="661232"/>
                  </a:lnTo>
                  <a:lnTo>
                    <a:pt x="1490" y="708189"/>
                  </a:lnTo>
                  <a:lnTo>
                    <a:pt x="0" y="755924"/>
                  </a:lnTo>
                  <a:lnTo>
                    <a:pt x="364941" y="755924"/>
                  </a:lnTo>
                  <a:lnTo>
                    <a:pt x="367993" y="706949"/>
                  </a:lnTo>
                  <a:lnTo>
                    <a:pt x="376904" y="659769"/>
                  </a:lnTo>
                  <a:lnTo>
                    <a:pt x="391303" y="614755"/>
                  </a:lnTo>
                  <a:lnTo>
                    <a:pt x="410822" y="572275"/>
                  </a:lnTo>
                  <a:lnTo>
                    <a:pt x="435090" y="532700"/>
                  </a:lnTo>
                  <a:lnTo>
                    <a:pt x="463740" y="496397"/>
                  </a:lnTo>
                  <a:lnTo>
                    <a:pt x="496401" y="463736"/>
                  </a:lnTo>
                  <a:lnTo>
                    <a:pt x="532704" y="435088"/>
                  </a:lnTo>
                  <a:lnTo>
                    <a:pt x="572280" y="410820"/>
                  </a:lnTo>
                  <a:lnTo>
                    <a:pt x="614759" y="391302"/>
                  </a:lnTo>
                  <a:lnTo>
                    <a:pt x="659773" y="376903"/>
                  </a:lnTo>
                  <a:lnTo>
                    <a:pt x="706951" y="367993"/>
                  </a:lnTo>
                  <a:lnTo>
                    <a:pt x="755924" y="364941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8"/>
            <p:cNvSpPr/>
            <p:nvPr/>
          </p:nvSpPr>
          <p:spPr>
            <a:xfrm>
              <a:off x="4325330" y="10469307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0" y="0"/>
                  </a:moveTo>
                  <a:lnTo>
                    <a:pt x="0" y="364941"/>
                  </a:lnTo>
                  <a:lnTo>
                    <a:pt x="48973" y="367993"/>
                  </a:lnTo>
                  <a:lnTo>
                    <a:pt x="96151" y="376903"/>
                  </a:lnTo>
                  <a:lnTo>
                    <a:pt x="141164" y="391302"/>
                  </a:lnTo>
                  <a:lnTo>
                    <a:pt x="183644" y="410820"/>
                  </a:lnTo>
                  <a:lnTo>
                    <a:pt x="223219" y="435088"/>
                  </a:lnTo>
                  <a:lnTo>
                    <a:pt x="259523" y="463736"/>
                  </a:lnTo>
                  <a:lnTo>
                    <a:pt x="292184" y="496397"/>
                  </a:lnTo>
                  <a:lnTo>
                    <a:pt x="320833" y="532700"/>
                  </a:lnTo>
                  <a:lnTo>
                    <a:pt x="345102" y="572275"/>
                  </a:lnTo>
                  <a:lnTo>
                    <a:pt x="364621" y="614755"/>
                  </a:lnTo>
                  <a:lnTo>
                    <a:pt x="379020" y="659769"/>
                  </a:lnTo>
                  <a:lnTo>
                    <a:pt x="387930" y="706949"/>
                  </a:lnTo>
                  <a:lnTo>
                    <a:pt x="390982" y="755924"/>
                  </a:lnTo>
                  <a:lnTo>
                    <a:pt x="755924" y="755924"/>
                  </a:lnTo>
                  <a:lnTo>
                    <a:pt x="754434" y="708189"/>
                  </a:lnTo>
                  <a:lnTo>
                    <a:pt x="750023" y="661232"/>
                  </a:lnTo>
                  <a:lnTo>
                    <a:pt x="742781" y="615144"/>
                  </a:lnTo>
                  <a:lnTo>
                    <a:pt x="732797" y="570014"/>
                  </a:lnTo>
                  <a:lnTo>
                    <a:pt x="720160" y="525930"/>
                  </a:lnTo>
                  <a:lnTo>
                    <a:pt x="704959" y="482983"/>
                  </a:lnTo>
                  <a:lnTo>
                    <a:pt x="687284" y="441260"/>
                  </a:lnTo>
                  <a:lnTo>
                    <a:pt x="667224" y="400852"/>
                  </a:lnTo>
                  <a:lnTo>
                    <a:pt x="644867" y="361848"/>
                  </a:lnTo>
                  <a:lnTo>
                    <a:pt x="620304" y="324337"/>
                  </a:lnTo>
                  <a:lnTo>
                    <a:pt x="593624" y="288408"/>
                  </a:lnTo>
                  <a:lnTo>
                    <a:pt x="564915" y="254150"/>
                  </a:lnTo>
                  <a:lnTo>
                    <a:pt x="534267" y="221652"/>
                  </a:lnTo>
                  <a:lnTo>
                    <a:pt x="501770" y="191005"/>
                  </a:lnTo>
                  <a:lnTo>
                    <a:pt x="467512" y="162297"/>
                  </a:lnTo>
                  <a:lnTo>
                    <a:pt x="431582" y="135616"/>
                  </a:lnTo>
                  <a:lnTo>
                    <a:pt x="394071" y="111054"/>
                  </a:lnTo>
                  <a:lnTo>
                    <a:pt x="355067" y="88698"/>
                  </a:lnTo>
                  <a:lnTo>
                    <a:pt x="314659" y="68638"/>
                  </a:lnTo>
                  <a:lnTo>
                    <a:pt x="272937" y="50963"/>
                  </a:lnTo>
                  <a:lnTo>
                    <a:pt x="229989" y="35763"/>
                  </a:lnTo>
                  <a:lnTo>
                    <a:pt x="185906" y="23126"/>
                  </a:lnTo>
                  <a:lnTo>
                    <a:pt x="140776" y="13142"/>
                  </a:lnTo>
                  <a:lnTo>
                    <a:pt x="94689" y="5900"/>
                  </a:lnTo>
                  <a:lnTo>
                    <a:pt x="47734" y="14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9"/>
            <p:cNvSpPr/>
            <p:nvPr/>
          </p:nvSpPr>
          <p:spPr>
            <a:xfrm>
              <a:off x="875987" y="10469304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93"/>
                  </a:lnTo>
                  <a:lnTo>
                    <a:pt x="706951" y="387941"/>
                  </a:lnTo>
                  <a:lnTo>
                    <a:pt x="659773" y="379030"/>
                  </a:lnTo>
                  <a:lnTo>
                    <a:pt x="614759" y="364631"/>
                  </a:lnTo>
                  <a:lnTo>
                    <a:pt x="572280" y="345112"/>
                  </a:lnTo>
                  <a:lnTo>
                    <a:pt x="532704" y="320843"/>
                  </a:lnTo>
                  <a:lnTo>
                    <a:pt x="496401" y="292193"/>
                  </a:lnTo>
                  <a:lnTo>
                    <a:pt x="463740" y="259531"/>
                  </a:lnTo>
                  <a:lnTo>
                    <a:pt x="435090" y="223227"/>
                  </a:lnTo>
                  <a:lnTo>
                    <a:pt x="410822" y="183651"/>
                  </a:lnTo>
                  <a:lnTo>
                    <a:pt x="391303" y="141170"/>
                  </a:lnTo>
                  <a:lnTo>
                    <a:pt x="376904" y="96155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10"/>
            <p:cNvSpPr/>
            <p:nvPr/>
          </p:nvSpPr>
          <p:spPr>
            <a:xfrm>
              <a:off x="39317" y="10469304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5"/>
                  </a:lnTo>
                  <a:lnTo>
                    <a:pt x="364621" y="141170"/>
                  </a:lnTo>
                  <a:lnTo>
                    <a:pt x="345102" y="183651"/>
                  </a:lnTo>
                  <a:lnTo>
                    <a:pt x="320833" y="223227"/>
                  </a:lnTo>
                  <a:lnTo>
                    <a:pt x="292184" y="259531"/>
                  </a:lnTo>
                  <a:lnTo>
                    <a:pt x="259523" y="292193"/>
                  </a:lnTo>
                  <a:lnTo>
                    <a:pt x="223219" y="320843"/>
                  </a:lnTo>
                  <a:lnTo>
                    <a:pt x="183644" y="345112"/>
                  </a:lnTo>
                  <a:lnTo>
                    <a:pt x="141164" y="364631"/>
                  </a:lnTo>
                  <a:lnTo>
                    <a:pt x="96151" y="379030"/>
                  </a:lnTo>
                  <a:lnTo>
                    <a:pt x="48973" y="387941"/>
                  </a:lnTo>
                  <a:lnTo>
                    <a:pt x="0" y="390993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12"/>
            <p:cNvSpPr/>
            <p:nvPr/>
          </p:nvSpPr>
          <p:spPr>
            <a:xfrm>
              <a:off x="1751547" y="9605433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0" y="0"/>
                  </a:moveTo>
                  <a:lnTo>
                    <a:pt x="0" y="364931"/>
                  </a:lnTo>
                  <a:lnTo>
                    <a:pt x="48973" y="367983"/>
                  </a:lnTo>
                  <a:lnTo>
                    <a:pt x="96151" y="376893"/>
                  </a:lnTo>
                  <a:lnTo>
                    <a:pt x="141164" y="391293"/>
                  </a:lnTo>
                  <a:lnTo>
                    <a:pt x="183644" y="410812"/>
                  </a:lnTo>
                  <a:lnTo>
                    <a:pt x="223219" y="435081"/>
                  </a:lnTo>
                  <a:lnTo>
                    <a:pt x="259523" y="463731"/>
                  </a:lnTo>
                  <a:lnTo>
                    <a:pt x="292184" y="496392"/>
                  </a:lnTo>
                  <a:lnTo>
                    <a:pt x="320833" y="532696"/>
                  </a:lnTo>
                  <a:lnTo>
                    <a:pt x="345102" y="572273"/>
                  </a:lnTo>
                  <a:lnTo>
                    <a:pt x="364621" y="614754"/>
                  </a:lnTo>
                  <a:lnTo>
                    <a:pt x="379020" y="659769"/>
                  </a:lnTo>
                  <a:lnTo>
                    <a:pt x="387930" y="706948"/>
                  </a:lnTo>
                  <a:lnTo>
                    <a:pt x="390982" y="755924"/>
                  </a:lnTo>
                  <a:lnTo>
                    <a:pt x="755924" y="755924"/>
                  </a:lnTo>
                  <a:lnTo>
                    <a:pt x="754434" y="708189"/>
                  </a:lnTo>
                  <a:lnTo>
                    <a:pt x="750023" y="661232"/>
                  </a:lnTo>
                  <a:lnTo>
                    <a:pt x="742781" y="615144"/>
                  </a:lnTo>
                  <a:lnTo>
                    <a:pt x="732797" y="570014"/>
                  </a:lnTo>
                  <a:lnTo>
                    <a:pt x="720160" y="525930"/>
                  </a:lnTo>
                  <a:lnTo>
                    <a:pt x="704959" y="482983"/>
                  </a:lnTo>
                  <a:lnTo>
                    <a:pt x="687284" y="441260"/>
                  </a:lnTo>
                  <a:lnTo>
                    <a:pt x="667224" y="400852"/>
                  </a:lnTo>
                  <a:lnTo>
                    <a:pt x="644867" y="361848"/>
                  </a:lnTo>
                  <a:lnTo>
                    <a:pt x="620304" y="324337"/>
                  </a:lnTo>
                  <a:lnTo>
                    <a:pt x="593624" y="288408"/>
                  </a:lnTo>
                  <a:lnTo>
                    <a:pt x="564915" y="254150"/>
                  </a:lnTo>
                  <a:lnTo>
                    <a:pt x="534267" y="221652"/>
                  </a:lnTo>
                  <a:lnTo>
                    <a:pt x="501770" y="191005"/>
                  </a:lnTo>
                  <a:lnTo>
                    <a:pt x="467512" y="162297"/>
                  </a:lnTo>
                  <a:lnTo>
                    <a:pt x="431582" y="135616"/>
                  </a:lnTo>
                  <a:lnTo>
                    <a:pt x="394071" y="111054"/>
                  </a:lnTo>
                  <a:lnTo>
                    <a:pt x="355067" y="88698"/>
                  </a:lnTo>
                  <a:lnTo>
                    <a:pt x="314659" y="68638"/>
                  </a:lnTo>
                  <a:lnTo>
                    <a:pt x="272937" y="50963"/>
                  </a:lnTo>
                  <a:lnTo>
                    <a:pt x="229989" y="35763"/>
                  </a:lnTo>
                  <a:lnTo>
                    <a:pt x="185906" y="23126"/>
                  </a:lnTo>
                  <a:lnTo>
                    <a:pt x="140776" y="13142"/>
                  </a:lnTo>
                  <a:lnTo>
                    <a:pt x="94689" y="5900"/>
                  </a:lnTo>
                  <a:lnTo>
                    <a:pt x="47734" y="14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13"/>
            <p:cNvSpPr/>
            <p:nvPr/>
          </p:nvSpPr>
          <p:spPr>
            <a:xfrm>
              <a:off x="2600660" y="9605429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4"/>
                  </a:lnTo>
                  <a:lnTo>
                    <a:pt x="364621" y="141169"/>
                  </a:lnTo>
                  <a:lnTo>
                    <a:pt x="345102" y="183648"/>
                  </a:lnTo>
                  <a:lnTo>
                    <a:pt x="320833" y="223224"/>
                  </a:lnTo>
                  <a:lnTo>
                    <a:pt x="292184" y="259527"/>
                  </a:lnTo>
                  <a:lnTo>
                    <a:pt x="259523" y="292187"/>
                  </a:lnTo>
                  <a:lnTo>
                    <a:pt x="223219" y="320836"/>
                  </a:lnTo>
                  <a:lnTo>
                    <a:pt x="183644" y="345104"/>
                  </a:lnTo>
                  <a:lnTo>
                    <a:pt x="141164" y="364622"/>
                  </a:lnTo>
                  <a:lnTo>
                    <a:pt x="96151" y="379020"/>
                  </a:lnTo>
                  <a:lnTo>
                    <a:pt x="48973" y="387930"/>
                  </a:lnTo>
                  <a:lnTo>
                    <a:pt x="0" y="390982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14"/>
            <p:cNvSpPr/>
            <p:nvPr/>
          </p:nvSpPr>
          <p:spPr>
            <a:xfrm>
              <a:off x="3449769" y="9605429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82"/>
                  </a:lnTo>
                  <a:lnTo>
                    <a:pt x="706951" y="387930"/>
                  </a:lnTo>
                  <a:lnTo>
                    <a:pt x="659773" y="379020"/>
                  </a:lnTo>
                  <a:lnTo>
                    <a:pt x="614759" y="364622"/>
                  </a:lnTo>
                  <a:lnTo>
                    <a:pt x="572280" y="345104"/>
                  </a:lnTo>
                  <a:lnTo>
                    <a:pt x="532704" y="320836"/>
                  </a:lnTo>
                  <a:lnTo>
                    <a:pt x="496401" y="292187"/>
                  </a:lnTo>
                  <a:lnTo>
                    <a:pt x="463740" y="259527"/>
                  </a:lnTo>
                  <a:lnTo>
                    <a:pt x="435090" y="223224"/>
                  </a:lnTo>
                  <a:lnTo>
                    <a:pt x="410822" y="183648"/>
                  </a:lnTo>
                  <a:lnTo>
                    <a:pt x="391303" y="141169"/>
                  </a:lnTo>
                  <a:lnTo>
                    <a:pt x="376904" y="96154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15"/>
            <p:cNvSpPr/>
            <p:nvPr/>
          </p:nvSpPr>
          <p:spPr>
            <a:xfrm>
              <a:off x="5178288" y="9605429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82"/>
                  </a:lnTo>
                  <a:lnTo>
                    <a:pt x="706951" y="387930"/>
                  </a:lnTo>
                  <a:lnTo>
                    <a:pt x="659773" y="379020"/>
                  </a:lnTo>
                  <a:lnTo>
                    <a:pt x="614759" y="364622"/>
                  </a:lnTo>
                  <a:lnTo>
                    <a:pt x="572280" y="345104"/>
                  </a:lnTo>
                  <a:lnTo>
                    <a:pt x="532704" y="320836"/>
                  </a:lnTo>
                  <a:lnTo>
                    <a:pt x="496401" y="292187"/>
                  </a:lnTo>
                  <a:lnTo>
                    <a:pt x="463740" y="259527"/>
                  </a:lnTo>
                  <a:lnTo>
                    <a:pt x="435090" y="223224"/>
                  </a:lnTo>
                  <a:lnTo>
                    <a:pt x="410822" y="183648"/>
                  </a:lnTo>
                  <a:lnTo>
                    <a:pt x="391303" y="141169"/>
                  </a:lnTo>
                  <a:lnTo>
                    <a:pt x="376904" y="96154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16"/>
            <p:cNvSpPr/>
            <p:nvPr/>
          </p:nvSpPr>
          <p:spPr>
            <a:xfrm>
              <a:off x="4325330" y="9605429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4"/>
                  </a:lnTo>
                  <a:lnTo>
                    <a:pt x="364621" y="141169"/>
                  </a:lnTo>
                  <a:lnTo>
                    <a:pt x="345102" y="183648"/>
                  </a:lnTo>
                  <a:lnTo>
                    <a:pt x="320833" y="223224"/>
                  </a:lnTo>
                  <a:lnTo>
                    <a:pt x="292184" y="259527"/>
                  </a:lnTo>
                  <a:lnTo>
                    <a:pt x="259523" y="292187"/>
                  </a:lnTo>
                  <a:lnTo>
                    <a:pt x="223219" y="320836"/>
                  </a:lnTo>
                  <a:lnTo>
                    <a:pt x="183644" y="345104"/>
                  </a:lnTo>
                  <a:lnTo>
                    <a:pt x="141164" y="364622"/>
                  </a:lnTo>
                  <a:lnTo>
                    <a:pt x="96151" y="379020"/>
                  </a:lnTo>
                  <a:lnTo>
                    <a:pt x="48973" y="387930"/>
                  </a:lnTo>
                  <a:lnTo>
                    <a:pt x="0" y="390982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18"/>
            <p:cNvSpPr/>
            <p:nvPr/>
          </p:nvSpPr>
          <p:spPr>
            <a:xfrm>
              <a:off x="875987" y="9605429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82"/>
                  </a:lnTo>
                  <a:lnTo>
                    <a:pt x="706951" y="387930"/>
                  </a:lnTo>
                  <a:lnTo>
                    <a:pt x="659773" y="379020"/>
                  </a:lnTo>
                  <a:lnTo>
                    <a:pt x="614759" y="364622"/>
                  </a:lnTo>
                  <a:lnTo>
                    <a:pt x="572280" y="345104"/>
                  </a:lnTo>
                  <a:lnTo>
                    <a:pt x="532704" y="320836"/>
                  </a:lnTo>
                  <a:lnTo>
                    <a:pt x="496401" y="292187"/>
                  </a:lnTo>
                  <a:lnTo>
                    <a:pt x="463740" y="259527"/>
                  </a:lnTo>
                  <a:lnTo>
                    <a:pt x="435090" y="223224"/>
                  </a:lnTo>
                  <a:lnTo>
                    <a:pt x="410822" y="183648"/>
                  </a:lnTo>
                  <a:lnTo>
                    <a:pt x="391303" y="141169"/>
                  </a:lnTo>
                  <a:lnTo>
                    <a:pt x="376904" y="96154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19"/>
            <p:cNvSpPr/>
            <p:nvPr/>
          </p:nvSpPr>
          <p:spPr>
            <a:xfrm>
              <a:off x="39317" y="9605429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4"/>
                  </a:lnTo>
                  <a:lnTo>
                    <a:pt x="364621" y="141169"/>
                  </a:lnTo>
                  <a:lnTo>
                    <a:pt x="345102" y="183648"/>
                  </a:lnTo>
                  <a:lnTo>
                    <a:pt x="320833" y="223224"/>
                  </a:lnTo>
                  <a:lnTo>
                    <a:pt x="292184" y="259527"/>
                  </a:lnTo>
                  <a:lnTo>
                    <a:pt x="259523" y="292187"/>
                  </a:lnTo>
                  <a:lnTo>
                    <a:pt x="223219" y="320836"/>
                  </a:lnTo>
                  <a:lnTo>
                    <a:pt x="183644" y="345104"/>
                  </a:lnTo>
                  <a:lnTo>
                    <a:pt x="141164" y="364622"/>
                  </a:lnTo>
                  <a:lnTo>
                    <a:pt x="96151" y="379020"/>
                  </a:lnTo>
                  <a:lnTo>
                    <a:pt x="48973" y="387930"/>
                  </a:lnTo>
                  <a:lnTo>
                    <a:pt x="0" y="390982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753222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0104100" cy="1790064"/>
          </a:xfrm>
          <a:custGeom>
            <a:avLst/>
            <a:gdLst/>
            <a:ahLst/>
            <a:cxnLst/>
            <a:rect l="l" t="t" r="r" b="b"/>
            <a:pathLst>
              <a:path w="20104100" h="1790064">
                <a:moveTo>
                  <a:pt x="20104099" y="0"/>
                </a:moveTo>
                <a:lnTo>
                  <a:pt x="0" y="0"/>
                </a:lnTo>
                <a:lnTo>
                  <a:pt x="0" y="1789715"/>
                </a:lnTo>
                <a:lnTo>
                  <a:pt x="20104099" y="1789715"/>
                </a:lnTo>
                <a:lnTo>
                  <a:pt x="20104099" y="0"/>
                </a:lnTo>
                <a:close/>
              </a:path>
            </a:pathLst>
          </a:custGeom>
          <a:solidFill>
            <a:srgbClr val="001F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1028745" y="3842987"/>
            <a:ext cx="8566105" cy="742325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just">
              <a:lnSpc>
                <a:spcPct val="125000"/>
              </a:lnSpc>
              <a:spcAft>
                <a:spcPts val="600"/>
              </a:spcAft>
            </a:pPr>
            <a:r>
              <a:rPr lang="ru-RU" sz="2100" b="1" dirty="0">
                <a:solidFill>
                  <a:srgbClr val="001F82"/>
                </a:solidFill>
                <a:latin typeface="Montserrat" panose="00000500000000000000" pitchFamily="2" charset="-52"/>
              </a:rPr>
              <a:t>С 1 мая </a:t>
            </a:r>
            <a:r>
              <a:rPr lang="ru-RU" sz="2100" dirty="0">
                <a:solidFill>
                  <a:srgbClr val="001F82"/>
                </a:solidFill>
                <a:latin typeface="Montserrat" panose="00000500000000000000" pitchFamily="2" charset="-52"/>
              </a:rPr>
              <a:t>начнёт работать Единая цифровая платформа в сфере </a:t>
            </a:r>
            <a:r>
              <a:rPr lang="ru-RU" sz="2100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занятости</a:t>
            </a:r>
            <a:r>
              <a:rPr lang="en-US" sz="2100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 </a:t>
            </a:r>
            <a:r>
              <a:rPr lang="ru-RU" sz="2100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и трудовых</a:t>
            </a:r>
            <a:r>
              <a:rPr lang="en-US" sz="2100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 </a:t>
            </a:r>
            <a:r>
              <a:rPr lang="ru-RU" sz="2100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отношений </a:t>
            </a:r>
            <a:r>
              <a:rPr lang="ru-RU" sz="2100" b="1" dirty="0">
                <a:solidFill>
                  <a:srgbClr val="001F82"/>
                </a:solidFill>
                <a:latin typeface="Montserrat" panose="00000500000000000000" pitchFamily="2" charset="-52"/>
              </a:rPr>
              <a:t>«Работа в России»</a:t>
            </a:r>
            <a:r>
              <a:rPr lang="ru-RU" sz="2100" dirty="0">
                <a:solidFill>
                  <a:srgbClr val="001F82"/>
                </a:solidFill>
                <a:latin typeface="Montserrat" panose="00000500000000000000" pitchFamily="2" charset="-52"/>
              </a:rPr>
              <a:t>, на которой работодатели </a:t>
            </a:r>
            <a:r>
              <a:rPr lang="ru-RU" sz="2100" b="1" dirty="0">
                <a:solidFill>
                  <a:srgbClr val="001F82"/>
                </a:solidFill>
                <a:latin typeface="Montserrat" panose="00000500000000000000" pitchFamily="2" charset="-52"/>
              </a:rPr>
              <a:t>до 10 июня </a:t>
            </a:r>
            <a:r>
              <a:rPr lang="ru-RU" sz="2100" dirty="0">
                <a:solidFill>
                  <a:srgbClr val="001F82"/>
                </a:solidFill>
                <a:latin typeface="Montserrat" panose="00000500000000000000" pitchFamily="2" charset="-52"/>
              </a:rPr>
              <a:t>будут размещать </a:t>
            </a:r>
            <a:r>
              <a:rPr lang="ru-RU" sz="2100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свои</a:t>
            </a:r>
            <a:r>
              <a:rPr lang="en-US" sz="2100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 </a:t>
            </a:r>
            <a:r>
              <a:rPr lang="ru-RU" sz="2100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заявки.</a:t>
            </a:r>
          </a:p>
          <a:p>
            <a:pPr marL="457200" indent="-457200" algn="just">
              <a:lnSpc>
                <a:spcPct val="125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sz="2100" dirty="0">
                <a:solidFill>
                  <a:srgbClr val="001F82"/>
                </a:solidFill>
                <a:latin typeface="Montserrat" panose="00000500000000000000" pitchFamily="2" charset="-52"/>
              </a:rPr>
              <a:t>Завершение приёма заявок от поступающих на заключение договора о целевом обучении </a:t>
            </a:r>
            <a:r>
              <a:rPr lang="ru-RU" sz="2100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– </a:t>
            </a:r>
            <a:r>
              <a:rPr lang="ru-RU" sz="2100" b="1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25 июля</a:t>
            </a:r>
            <a:r>
              <a:rPr lang="ru-RU" sz="2100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;</a:t>
            </a:r>
            <a:endParaRPr lang="ru-RU" sz="2100" dirty="0">
              <a:solidFill>
                <a:srgbClr val="001F82"/>
              </a:solidFill>
              <a:latin typeface="Montserrat" panose="00000500000000000000" pitchFamily="2" charset="-52"/>
            </a:endParaRPr>
          </a:p>
          <a:p>
            <a:pPr marL="457200" indent="-457200" algn="just">
              <a:lnSpc>
                <a:spcPct val="125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sz="2100" b="1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26 </a:t>
            </a:r>
            <a:r>
              <a:rPr lang="ru-RU" sz="2100" b="1" dirty="0">
                <a:solidFill>
                  <a:srgbClr val="001F82"/>
                </a:solidFill>
                <a:latin typeface="Montserrat" panose="00000500000000000000" pitchFamily="2" charset="-52"/>
              </a:rPr>
              <a:t>июля </a:t>
            </a:r>
            <a:r>
              <a:rPr lang="ru-RU" sz="2100" dirty="0">
                <a:solidFill>
                  <a:srgbClr val="001F82"/>
                </a:solidFill>
                <a:latin typeface="Montserrat" panose="00000500000000000000" pitchFamily="2" charset="-52"/>
              </a:rPr>
              <a:t>последний день рассмотрения заявок заказчиками и согласование или </a:t>
            </a:r>
            <a:r>
              <a:rPr lang="ru-RU" sz="2100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отклонение вашего </a:t>
            </a:r>
            <a:r>
              <a:rPr lang="ru-RU" sz="2100" dirty="0">
                <a:solidFill>
                  <a:srgbClr val="001F82"/>
                </a:solidFill>
                <a:latin typeface="Montserrat" panose="00000500000000000000" pitchFamily="2" charset="-52"/>
              </a:rPr>
              <a:t>заявления;</a:t>
            </a:r>
          </a:p>
          <a:p>
            <a:pPr marL="457200" indent="-457200" algn="just">
              <a:lnSpc>
                <a:spcPct val="125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sz="2100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При </a:t>
            </a:r>
            <a:r>
              <a:rPr lang="ru-RU" sz="2100" dirty="0">
                <a:solidFill>
                  <a:srgbClr val="001F82"/>
                </a:solidFill>
                <a:latin typeface="Montserrat" panose="00000500000000000000" pitchFamily="2" charset="-52"/>
              </a:rPr>
              <a:t>подаче заявления о приёме на целевое обучение поступающий указывает </a:t>
            </a:r>
            <a:r>
              <a:rPr lang="ru-RU" sz="2100" b="1" dirty="0">
                <a:solidFill>
                  <a:srgbClr val="001F82"/>
                </a:solidFill>
                <a:latin typeface="Montserrat" panose="00000500000000000000" pitchFamily="2" charset="-52"/>
              </a:rPr>
              <a:t>только </a:t>
            </a:r>
            <a:r>
              <a:rPr lang="ru-RU" sz="2100" b="1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одного заказчика </a:t>
            </a:r>
            <a:r>
              <a:rPr lang="ru-RU" sz="2100" dirty="0">
                <a:solidFill>
                  <a:srgbClr val="001F82"/>
                </a:solidFill>
                <a:latin typeface="Montserrat" panose="00000500000000000000" pitchFamily="2" charset="-52"/>
              </a:rPr>
              <a:t>и подает заявление </a:t>
            </a:r>
            <a:r>
              <a:rPr lang="ru-RU" sz="2100" b="1" dirty="0">
                <a:solidFill>
                  <a:srgbClr val="001F82"/>
                </a:solidFill>
                <a:latin typeface="Montserrat" panose="00000500000000000000" pitchFamily="2" charset="-52"/>
              </a:rPr>
              <a:t>только в одну организацию</a:t>
            </a:r>
            <a:r>
              <a:rPr lang="ru-RU" sz="2100" dirty="0">
                <a:solidFill>
                  <a:srgbClr val="001F82"/>
                </a:solidFill>
                <a:latin typeface="Montserrat" panose="00000500000000000000" pitchFamily="2" charset="-52"/>
              </a:rPr>
              <a:t>;</a:t>
            </a:r>
          </a:p>
          <a:p>
            <a:pPr marL="457200" indent="-457200" algn="just">
              <a:lnSpc>
                <a:spcPct val="125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sz="2100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При </a:t>
            </a:r>
            <a:r>
              <a:rPr lang="ru-RU" sz="2100" dirty="0">
                <a:solidFill>
                  <a:srgbClr val="001F82"/>
                </a:solidFill>
                <a:latin typeface="Montserrat" panose="00000500000000000000" pitchFamily="2" charset="-52"/>
              </a:rPr>
              <a:t>приёме на целевое обучение договор о целевом обучении заключается после </a:t>
            </a:r>
            <a:r>
              <a:rPr lang="ru-RU" sz="2100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издания приказа </a:t>
            </a:r>
            <a:r>
              <a:rPr lang="ru-RU" sz="2100" dirty="0">
                <a:solidFill>
                  <a:srgbClr val="001F82"/>
                </a:solidFill>
                <a:latin typeface="Montserrat" panose="00000500000000000000" pitchFamily="2" charset="-52"/>
              </a:rPr>
              <a:t>о зачислении поступающего на обучение, но не позднее начала учебного года.</a:t>
            </a:r>
          </a:p>
          <a:p>
            <a:pPr algn="just">
              <a:lnSpc>
                <a:spcPct val="125000"/>
              </a:lnSpc>
            </a:pPr>
            <a:endParaRPr lang="ru-RU" sz="3200" dirty="0">
              <a:solidFill>
                <a:srgbClr val="001F82"/>
              </a:solidFill>
              <a:latin typeface="Montserrat" panose="00000500000000000000" pitchFamily="2" charset="-52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title"/>
          </p:nvPr>
        </p:nvSpPr>
        <p:spPr>
          <a:xfrm>
            <a:off x="1063170" y="481694"/>
            <a:ext cx="13789480" cy="725199"/>
          </a:xfrm>
          <a:prstGeom prst="rect">
            <a:avLst/>
          </a:prstGeom>
        </p:spPr>
        <p:txBody>
          <a:bodyPr vert="horz" wrap="square" lIns="0" tIns="1714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ru-RU" b="1" dirty="0">
                <a:latin typeface="Montserrat" pitchFamily="2" charset="-52"/>
              </a:rPr>
              <a:t>ЦЕЛЕВОЕ ОБУЧЕНИЕ</a:t>
            </a:r>
          </a:p>
        </p:txBody>
      </p:sp>
      <p:sp>
        <p:nvSpPr>
          <p:cNvPr id="34" name="object 14"/>
          <p:cNvSpPr/>
          <p:nvPr/>
        </p:nvSpPr>
        <p:spPr>
          <a:xfrm>
            <a:off x="17620831" y="493400"/>
            <a:ext cx="782955" cy="972185"/>
          </a:xfrm>
          <a:custGeom>
            <a:avLst/>
            <a:gdLst/>
            <a:ahLst/>
            <a:cxnLst/>
            <a:rect l="l" t="t" r="r" b="b"/>
            <a:pathLst>
              <a:path w="782955" h="972185">
                <a:moveTo>
                  <a:pt x="782701" y="580580"/>
                </a:moveTo>
                <a:lnTo>
                  <a:pt x="593788" y="580580"/>
                </a:lnTo>
                <a:lnTo>
                  <a:pt x="588429" y="626935"/>
                </a:lnTo>
                <a:lnTo>
                  <a:pt x="573176" y="669518"/>
                </a:lnTo>
                <a:lnTo>
                  <a:pt x="549249" y="707110"/>
                </a:lnTo>
                <a:lnTo>
                  <a:pt x="517880" y="738479"/>
                </a:lnTo>
                <a:lnTo>
                  <a:pt x="480301" y="762406"/>
                </a:lnTo>
                <a:lnTo>
                  <a:pt x="437705" y="777659"/>
                </a:lnTo>
                <a:lnTo>
                  <a:pt x="391350" y="783005"/>
                </a:lnTo>
                <a:lnTo>
                  <a:pt x="344995" y="777659"/>
                </a:lnTo>
                <a:lnTo>
                  <a:pt x="302412" y="762406"/>
                </a:lnTo>
                <a:lnTo>
                  <a:pt x="264820" y="738479"/>
                </a:lnTo>
                <a:lnTo>
                  <a:pt x="233451" y="707110"/>
                </a:lnTo>
                <a:lnTo>
                  <a:pt x="209524" y="669518"/>
                </a:lnTo>
                <a:lnTo>
                  <a:pt x="194271" y="626935"/>
                </a:lnTo>
                <a:lnTo>
                  <a:pt x="188925" y="580580"/>
                </a:lnTo>
                <a:lnTo>
                  <a:pt x="194271" y="534225"/>
                </a:lnTo>
                <a:lnTo>
                  <a:pt x="209524" y="491642"/>
                </a:lnTo>
                <a:lnTo>
                  <a:pt x="233451" y="454050"/>
                </a:lnTo>
                <a:lnTo>
                  <a:pt x="264820" y="422681"/>
                </a:lnTo>
                <a:lnTo>
                  <a:pt x="302412" y="398754"/>
                </a:lnTo>
                <a:lnTo>
                  <a:pt x="344995" y="383514"/>
                </a:lnTo>
                <a:lnTo>
                  <a:pt x="391350" y="378155"/>
                </a:lnTo>
                <a:lnTo>
                  <a:pt x="391350" y="189242"/>
                </a:lnTo>
                <a:lnTo>
                  <a:pt x="342328" y="192290"/>
                </a:lnTo>
                <a:lnTo>
                  <a:pt x="295109" y="201206"/>
                </a:lnTo>
                <a:lnTo>
                  <a:pt x="250050" y="215620"/>
                </a:lnTo>
                <a:lnTo>
                  <a:pt x="207530" y="235153"/>
                </a:lnTo>
                <a:lnTo>
                  <a:pt x="167919" y="259448"/>
                </a:lnTo>
                <a:lnTo>
                  <a:pt x="131584" y="288124"/>
                </a:lnTo>
                <a:lnTo>
                  <a:pt x="98894" y="320814"/>
                </a:lnTo>
                <a:lnTo>
                  <a:pt x="70218" y="357149"/>
                </a:lnTo>
                <a:lnTo>
                  <a:pt x="45923" y="396760"/>
                </a:lnTo>
                <a:lnTo>
                  <a:pt x="26390" y="439280"/>
                </a:lnTo>
                <a:lnTo>
                  <a:pt x="11976" y="484339"/>
                </a:lnTo>
                <a:lnTo>
                  <a:pt x="3060" y="531558"/>
                </a:lnTo>
                <a:lnTo>
                  <a:pt x="0" y="580580"/>
                </a:lnTo>
                <a:lnTo>
                  <a:pt x="3060" y="629602"/>
                </a:lnTo>
                <a:lnTo>
                  <a:pt x="11976" y="676821"/>
                </a:lnTo>
                <a:lnTo>
                  <a:pt x="26390" y="721880"/>
                </a:lnTo>
                <a:lnTo>
                  <a:pt x="45923" y="764400"/>
                </a:lnTo>
                <a:lnTo>
                  <a:pt x="70218" y="804011"/>
                </a:lnTo>
                <a:lnTo>
                  <a:pt x="98894" y="840346"/>
                </a:lnTo>
                <a:lnTo>
                  <a:pt x="131584" y="873036"/>
                </a:lnTo>
                <a:lnTo>
                  <a:pt x="167919" y="901712"/>
                </a:lnTo>
                <a:lnTo>
                  <a:pt x="207530" y="926007"/>
                </a:lnTo>
                <a:lnTo>
                  <a:pt x="250050" y="945540"/>
                </a:lnTo>
                <a:lnTo>
                  <a:pt x="295109" y="959954"/>
                </a:lnTo>
                <a:lnTo>
                  <a:pt x="342328" y="968870"/>
                </a:lnTo>
                <a:lnTo>
                  <a:pt x="391350" y="971931"/>
                </a:lnTo>
                <a:lnTo>
                  <a:pt x="440385" y="968870"/>
                </a:lnTo>
                <a:lnTo>
                  <a:pt x="487616" y="959954"/>
                </a:lnTo>
                <a:lnTo>
                  <a:pt x="532688" y="945540"/>
                </a:lnTo>
                <a:lnTo>
                  <a:pt x="575208" y="926007"/>
                </a:lnTo>
                <a:lnTo>
                  <a:pt x="614819" y="901712"/>
                </a:lnTo>
                <a:lnTo>
                  <a:pt x="651167" y="873036"/>
                </a:lnTo>
                <a:lnTo>
                  <a:pt x="683856" y="840346"/>
                </a:lnTo>
                <a:lnTo>
                  <a:pt x="712533" y="804011"/>
                </a:lnTo>
                <a:lnTo>
                  <a:pt x="736815" y="764400"/>
                </a:lnTo>
                <a:lnTo>
                  <a:pt x="756348" y="721880"/>
                </a:lnTo>
                <a:lnTo>
                  <a:pt x="770750" y="676821"/>
                </a:lnTo>
                <a:lnTo>
                  <a:pt x="779665" y="629602"/>
                </a:lnTo>
                <a:lnTo>
                  <a:pt x="782701" y="580580"/>
                </a:lnTo>
                <a:close/>
              </a:path>
              <a:path w="782955" h="972185">
                <a:moveTo>
                  <a:pt x="782751" y="391350"/>
                </a:moveTo>
                <a:lnTo>
                  <a:pt x="779703" y="342328"/>
                </a:lnTo>
                <a:lnTo>
                  <a:pt x="770775" y="295097"/>
                </a:lnTo>
                <a:lnTo>
                  <a:pt x="756373" y="250050"/>
                </a:lnTo>
                <a:lnTo>
                  <a:pt x="736828" y="207530"/>
                </a:lnTo>
                <a:lnTo>
                  <a:pt x="712546" y="167919"/>
                </a:lnTo>
                <a:lnTo>
                  <a:pt x="683869" y="131584"/>
                </a:lnTo>
                <a:lnTo>
                  <a:pt x="651179" y="98894"/>
                </a:lnTo>
                <a:lnTo>
                  <a:pt x="614832" y="70218"/>
                </a:lnTo>
                <a:lnTo>
                  <a:pt x="575221" y="45923"/>
                </a:lnTo>
                <a:lnTo>
                  <a:pt x="532701" y="26390"/>
                </a:lnTo>
                <a:lnTo>
                  <a:pt x="487654" y="11976"/>
                </a:lnTo>
                <a:lnTo>
                  <a:pt x="440423" y="3060"/>
                </a:lnTo>
                <a:lnTo>
                  <a:pt x="391401" y="0"/>
                </a:lnTo>
                <a:lnTo>
                  <a:pt x="391401" y="188912"/>
                </a:lnTo>
                <a:lnTo>
                  <a:pt x="437769" y="194271"/>
                </a:lnTo>
                <a:lnTo>
                  <a:pt x="480352" y="209524"/>
                </a:lnTo>
                <a:lnTo>
                  <a:pt x="517944" y="233438"/>
                </a:lnTo>
                <a:lnTo>
                  <a:pt x="549313" y="264807"/>
                </a:lnTo>
                <a:lnTo>
                  <a:pt x="573227" y="302399"/>
                </a:lnTo>
                <a:lnTo>
                  <a:pt x="588479" y="344982"/>
                </a:lnTo>
                <a:lnTo>
                  <a:pt x="593839" y="391350"/>
                </a:lnTo>
                <a:lnTo>
                  <a:pt x="782751" y="3913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15"/>
          <p:cNvSpPr/>
          <p:nvPr/>
        </p:nvSpPr>
        <p:spPr>
          <a:xfrm>
            <a:off x="18527039" y="836592"/>
            <a:ext cx="1136015" cy="355600"/>
          </a:xfrm>
          <a:custGeom>
            <a:avLst/>
            <a:gdLst/>
            <a:ahLst/>
            <a:cxnLst/>
            <a:rect l="l" t="t" r="r" b="b"/>
            <a:pathLst>
              <a:path w="1136015" h="355600">
                <a:moveTo>
                  <a:pt x="241134" y="231355"/>
                </a:moveTo>
                <a:lnTo>
                  <a:pt x="197370" y="190157"/>
                </a:lnTo>
                <a:lnTo>
                  <a:pt x="192798" y="195757"/>
                </a:lnTo>
                <a:lnTo>
                  <a:pt x="187528" y="200812"/>
                </a:lnTo>
                <a:lnTo>
                  <a:pt x="151295" y="216141"/>
                </a:lnTo>
                <a:lnTo>
                  <a:pt x="142227" y="216598"/>
                </a:lnTo>
                <a:lnTo>
                  <a:pt x="134277" y="216230"/>
                </a:lnTo>
                <a:lnTo>
                  <a:pt x="94195" y="199351"/>
                </a:lnTo>
                <a:lnTo>
                  <a:pt x="71424" y="161658"/>
                </a:lnTo>
                <a:lnTo>
                  <a:pt x="68326" y="136855"/>
                </a:lnTo>
                <a:lnTo>
                  <a:pt x="68668" y="128384"/>
                </a:lnTo>
                <a:lnTo>
                  <a:pt x="80454" y="91490"/>
                </a:lnTo>
                <a:lnTo>
                  <a:pt x="113004" y="63131"/>
                </a:lnTo>
                <a:lnTo>
                  <a:pt x="143357" y="57048"/>
                </a:lnTo>
                <a:lnTo>
                  <a:pt x="150850" y="57416"/>
                </a:lnTo>
                <a:lnTo>
                  <a:pt x="191211" y="75260"/>
                </a:lnTo>
                <a:lnTo>
                  <a:pt x="195961" y="80937"/>
                </a:lnTo>
                <a:lnTo>
                  <a:pt x="238633" y="38265"/>
                </a:lnTo>
                <a:lnTo>
                  <a:pt x="208102" y="15214"/>
                </a:lnTo>
                <a:lnTo>
                  <a:pt x="168529" y="2438"/>
                </a:lnTo>
                <a:lnTo>
                  <a:pt x="141185" y="0"/>
                </a:lnTo>
                <a:lnTo>
                  <a:pt x="126542" y="596"/>
                </a:lnTo>
                <a:lnTo>
                  <a:pt x="85648" y="9563"/>
                </a:lnTo>
                <a:lnTo>
                  <a:pt x="50787" y="28562"/>
                </a:lnTo>
                <a:lnTo>
                  <a:pt x="23761" y="56680"/>
                </a:lnTo>
                <a:lnTo>
                  <a:pt x="6108" y="93243"/>
                </a:lnTo>
                <a:lnTo>
                  <a:pt x="0" y="136804"/>
                </a:lnTo>
                <a:lnTo>
                  <a:pt x="660" y="151739"/>
                </a:lnTo>
                <a:lnTo>
                  <a:pt x="10642" y="192709"/>
                </a:lnTo>
                <a:lnTo>
                  <a:pt x="31191" y="226745"/>
                </a:lnTo>
                <a:lnTo>
                  <a:pt x="60490" y="252425"/>
                </a:lnTo>
                <a:lnTo>
                  <a:pt x="97421" y="268770"/>
                </a:lnTo>
                <a:lnTo>
                  <a:pt x="140042" y="274358"/>
                </a:lnTo>
                <a:lnTo>
                  <a:pt x="156095" y="273634"/>
                </a:lnTo>
                <a:lnTo>
                  <a:pt x="198513" y="262801"/>
                </a:lnTo>
                <a:lnTo>
                  <a:pt x="232003" y="240779"/>
                </a:lnTo>
                <a:lnTo>
                  <a:pt x="241134" y="231355"/>
                </a:lnTo>
                <a:close/>
              </a:path>
              <a:path w="1136015" h="355600">
                <a:moveTo>
                  <a:pt x="449973" y="84251"/>
                </a:moveTo>
                <a:lnTo>
                  <a:pt x="385965" y="84251"/>
                </a:lnTo>
                <a:lnTo>
                  <a:pt x="349592" y="201891"/>
                </a:lnTo>
                <a:lnTo>
                  <a:pt x="348500" y="201891"/>
                </a:lnTo>
                <a:lnTo>
                  <a:pt x="307682" y="84251"/>
                </a:lnTo>
                <a:lnTo>
                  <a:pt x="240753" y="84251"/>
                </a:lnTo>
                <a:lnTo>
                  <a:pt x="317246" y="264426"/>
                </a:lnTo>
                <a:lnTo>
                  <a:pt x="308444" y="287337"/>
                </a:lnTo>
                <a:lnTo>
                  <a:pt x="304914" y="293408"/>
                </a:lnTo>
                <a:lnTo>
                  <a:pt x="296545" y="301929"/>
                </a:lnTo>
                <a:lnTo>
                  <a:pt x="289763" y="304101"/>
                </a:lnTo>
                <a:lnTo>
                  <a:pt x="277558" y="304101"/>
                </a:lnTo>
                <a:lnTo>
                  <a:pt x="274294" y="303784"/>
                </a:lnTo>
                <a:lnTo>
                  <a:pt x="267195" y="302590"/>
                </a:lnTo>
                <a:lnTo>
                  <a:pt x="263931" y="301764"/>
                </a:lnTo>
                <a:lnTo>
                  <a:pt x="260997" y="300799"/>
                </a:lnTo>
                <a:lnTo>
                  <a:pt x="254368" y="351548"/>
                </a:lnTo>
                <a:lnTo>
                  <a:pt x="258775" y="352742"/>
                </a:lnTo>
                <a:lnTo>
                  <a:pt x="263982" y="353733"/>
                </a:lnTo>
                <a:lnTo>
                  <a:pt x="276034" y="355180"/>
                </a:lnTo>
                <a:lnTo>
                  <a:pt x="281838" y="355574"/>
                </a:lnTo>
                <a:lnTo>
                  <a:pt x="295833" y="355320"/>
                </a:lnTo>
                <a:lnTo>
                  <a:pt x="333248" y="344881"/>
                </a:lnTo>
                <a:lnTo>
                  <a:pt x="359003" y="314693"/>
                </a:lnTo>
                <a:lnTo>
                  <a:pt x="367995" y="294932"/>
                </a:lnTo>
                <a:lnTo>
                  <a:pt x="449973" y="84251"/>
                </a:lnTo>
                <a:close/>
              </a:path>
              <a:path w="1136015" h="355600">
                <a:moveTo>
                  <a:pt x="676821" y="175069"/>
                </a:moveTo>
                <a:lnTo>
                  <a:pt x="667461" y="130022"/>
                </a:lnTo>
                <a:lnTo>
                  <a:pt x="666661" y="128435"/>
                </a:lnTo>
                <a:lnTo>
                  <a:pt x="663473" y="122085"/>
                </a:lnTo>
                <a:lnTo>
                  <a:pt x="658825" y="114681"/>
                </a:lnTo>
                <a:lnTo>
                  <a:pt x="653529" y="107810"/>
                </a:lnTo>
                <a:lnTo>
                  <a:pt x="652500" y="106730"/>
                </a:lnTo>
                <a:lnTo>
                  <a:pt x="647611" y="101549"/>
                </a:lnTo>
                <a:lnTo>
                  <a:pt x="641070" y="95973"/>
                </a:lnTo>
                <a:lnTo>
                  <a:pt x="633907" y="91071"/>
                </a:lnTo>
                <a:lnTo>
                  <a:pt x="626122" y="86855"/>
                </a:lnTo>
                <a:lnTo>
                  <a:pt x="618363" y="83718"/>
                </a:lnTo>
                <a:lnTo>
                  <a:pt x="618363" y="169202"/>
                </a:lnTo>
                <a:lnTo>
                  <a:pt x="618312" y="181317"/>
                </a:lnTo>
                <a:lnTo>
                  <a:pt x="599465" y="215734"/>
                </a:lnTo>
                <a:lnTo>
                  <a:pt x="582472" y="222516"/>
                </a:lnTo>
                <a:lnTo>
                  <a:pt x="568464" y="222516"/>
                </a:lnTo>
                <a:lnTo>
                  <a:pt x="536359" y="198310"/>
                </a:lnTo>
                <a:lnTo>
                  <a:pt x="534327" y="192709"/>
                </a:lnTo>
                <a:lnTo>
                  <a:pt x="532206" y="187071"/>
                </a:lnTo>
                <a:lnTo>
                  <a:pt x="531177" y="181317"/>
                </a:lnTo>
                <a:lnTo>
                  <a:pt x="531253" y="169202"/>
                </a:lnTo>
                <a:lnTo>
                  <a:pt x="532257" y="163830"/>
                </a:lnTo>
                <a:lnTo>
                  <a:pt x="556958" y="132448"/>
                </a:lnTo>
                <a:lnTo>
                  <a:pt x="568464" y="128435"/>
                </a:lnTo>
                <a:lnTo>
                  <a:pt x="582422" y="128435"/>
                </a:lnTo>
                <a:lnTo>
                  <a:pt x="613740" y="152158"/>
                </a:lnTo>
                <a:lnTo>
                  <a:pt x="618363" y="169202"/>
                </a:lnTo>
                <a:lnTo>
                  <a:pt x="618363" y="83718"/>
                </a:lnTo>
                <a:lnTo>
                  <a:pt x="617791" y="83477"/>
                </a:lnTo>
                <a:lnTo>
                  <a:pt x="609015" y="81064"/>
                </a:lnTo>
                <a:lnTo>
                  <a:pt x="599782" y="79629"/>
                </a:lnTo>
                <a:lnTo>
                  <a:pt x="590080" y="79146"/>
                </a:lnTo>
                <a:lnTo>
                  <a:pt x="580288" y="79654"/>
                </a:lnTo>
                <a:lnTo>
                  <a:pt x="541667" y="96393"/>
                </a:lnTo>
                <a:lnTo>
                  <a:pt x="531609" y="106730"/>
                </a:lnTo>
                <a:lnTo>
                  <a:pt x="530529" y="106730"/>
                </a:lnTo>
                <a:lnTo>
                  <a:pt x="530529" y="84251"/>
                </a:lnTo>
                <a:lnTo>
                  <a:pt x="473151" y="84251"/>
                </a:lnTo>
                <a:lnTo>
                  <a:pt x="473151" y="355561"/>
                </a:lnTo>
                <a:lnTo>
                  <a:pt x="533463" y="355561"/>
                </a:lnTo>
                <a:lnTo>
                  <a:pt x="533463" y="247103"/>
                </a:lnTo>
                <a:lnTo>
                  <a:pt x="534212" y="247103"/>
                </a:lnTo>
                <a:lnTo>
                  <a:pt x="573239" y="270751"/>
                </a:lnTo>
                <a:lnTo>
                  <a:pt x="589699" y="272465"/>
                </a:lnTo>
                <a:lnTo>
                  <a:pt x="599719" y="271957"/>
                </a:lnTo>
                <a:lnTo>
                  <a:pt x="641400" y="254965"/>
                </a:lnTo>
                <a:lnTo>
                  <a:pt x="666648" y="222516"/>
                </a:lnTo>
                <a:lnTo>
                  <a:pt x="667689" y="220395"/>
                </a:lnTo>
                <a:lnTo>
                  <a:pt x="670966" y="211823"/>
                </a:lnTo>
                <a:lnTo>
                  <a:pt x="673531" y="202933"/>
                </a:lnTo>
                <a:lnTo>
                  <a:pt x="675360" y="193827"/>
                </a:lnTo>
                <a:lnTo>
                  <a:pt x="676452" y="184543"/>
                </a:lnTo>
                <a:lnTo>
                  <a:pt x="676821" y="175069"/>
                </a:lnTo>
                <a:close/>
              </a:path>
              <a:path w="1136015" h="355600">
                <a:moveTo>
                  <a:pt x="881976" y="7061"/>
                </a:moveTo>
                <a:lnTo>
                  <a:pt x="718032" y="7061"/>
                </a:lnTo>
                <a:lnTo>
                  <a:pt x="718032" y="61671"/>
                </a:lnTo>
                <a:lnTo>
                  <a:pt x="718032" y="267411"/>
                </a:lnTo>
                <a:lnTo>
                  <a:pt x="781278" y="267411"/>
                </a:lnTo>
                <a:lnTo>
                  <a:pt x="781278" y="61671"/>
                </a:lnTo>
                <a:lnTo>
                  <a:pt x="881976" y="61671"/>
                </a:lnTo>
                <a:lnTo>
                  <a:pt x="881976" y="7061"/>
                </a:lnTo>
                <a:close/>
              </a:path>
              <a:path w="1136015" h="355600">
                <a:moveTo>
                  <a:pt x="1135634" y="7061"/>
                </a:moveTo>
                <a:lnTo>
                  <a:pt x="1068387" y="7061"/>
                </a:lnTo>
                <a:lnTo>
                  <a:pt x="1016165" y="136474"/>
                </a:lnTo>
                <a:lnTo>
                  <a:pt x="961771" y="6997"/>
                </a:lnTo>
                <a:lnTo>
                  <a:pt x="891844" y="6997"/>
                </a:lnTo>
                <a:lnTo>
                  <a:pt x="983373" y="209600"/>
                </a:lnTo>
                <a:lnTo>
                  <a:pt x="979944" y="213995"/>
                </a:lnTo>
                <a:lnTo>
                  <a:pt x="976261" y="217093"/>
                </a:lnTo>
                <a:lnTo>
                  <a:pt x="968451" y="220776"/>
                </a:lnTo>
                <a:lnTo>
                  <a:pt x="963993" y="221703"/>
                </a:lnTo>
                <a:lnTo>
                  <a:pt x="952754" y="221703"/>
                </a:lnTo>
                <a:lnTo>
                  <a:pt x="947115" y="219798"/>
                </a:lnTo>
                <a:lnTo>
                  <a:pt x="937336" y="212204"/>
                </a:lnTo>
                <a:lnTo>
                  <a:pt x="933323" y="208572"/>
                </a:lnTo>
                <a:lnTo>
                  <a:pt x="930122" y="205143"/>
                </a:lnTo>
                <a:lnTo>
                  <a:pt x="891146" y="249110"/>
                </a:lnTo>
                <a:lnTo>
                  <a:pt x="928497" y="271919"/>
                </a:lnTo>
                <a:lnTo>
                  <a:pt x="956983" y="274675"/>
                </a:lnTo>
                <a:lnTo>
                  <a:pt x="966406" y="274370"/>
                </a:lnTo>
                <a:lnTo>
                  <a:pt x="1004176" y="263918"/>
                </a:lnTo>
                <a:lnTo>
                  <a:pt x="1033640" y="236080"/>
                </a:lnTo>
                <a:lnTo>
                  <a:pt x="1047051" y="210731"/>
                </a:lnTo>
                <a:lnTo>
                  <a:pt x="1135634" y="706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6" name="object 16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7041" y="1297362"/>
            <a:ext cx="1130606" cy="155146"/>
          </a:xfrm>
          <a:prstGeom prst="rect">
            <a:avLst/>
          </a:prstGeom>
        </p:spPr>
      </p:pic>
      <p:sp>
        <p:nvSpPr>
          <p:cNvPr id="10" name="object 30"/>
          <p:cNvSpPr txBox="1"/>
          <p:nvPr/>
        </p:nvSpPr>
        <p:spPr>
          <a:xfrm>
            <a:off x="1028747" y="2249768"/>
            <a:ext cx="8566104" cy="11663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just">
              <a:lnSpc>
                <a:spcPct val="125000"/>
              </a:lnSpc>
              <a:spcAft>
                <a:spcPts val="600"/>
              </a:spcAft>
            </a:pPr>
            <a:r>
              <a:rPr lang="ru-RU" sz="2000" dirty="0">
                <a:solidFill>
                  <a:srgbClr val="001F82"/>
                </a:solidFill>
                <a:latin typeface="Montserrat" panose="00000500000000000000" pitchFamily="2" charset="-52"/>
              </a:rPr>
              <a:t>Квоты приёма на целевое обучение за счёт средств федерального </a:t>
            </a:r>
            <a:r>
              <a:rPr lang="ru-RU" sz="2000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бюджета ежегодно </a:t>
            </a:r>
            <a:r>
              <a:rPr lang="ru-RU" sz="2000" dirty="0">
                <a:solidFill>
                  <a:srgbClr val="001F82"/>
                </a:solidFill>
                <a:latin typeface="Montserrat" panose="00000500000000000000" pitchFamily="2" charset="-52"/>
              </a:rPr>
              <a:t>устанавливаются Правительством </a:t>
            </a:r>
            <a:r>
              <a:rPr lang="ru-RU" sz="2000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Российской Федерации</a:t>
            </a:r>
            <a:endParaRPr lang="ru-RU" sz="2000" dirty="0">
              <a:solidFill>
                <a:srgbClr val="001F82"/>
              </a:solidFill>
              <a:latin typeface="Montserrat" panose="00000500000000000000" pitchFamily="2" charset="-52"/>
            </a:endParaRPr>
          </a:p>
        </p:txBody>
      </p:sp>
      <p:sp>
        <p:nvSpPr>
          <p:cNvPr id="11" name="object 30"/>
          <p:cNvSpPr txBox="1"/>
          <p:nvPr/>
        </p:nvSpPr>
        <p:spPr>
          <a:xfrm>
            <a:off x="10346244" y="2283464"/>
            <a:ext cx="8963347" cy="30130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just">
              <a:lnSpc>
                <a:spcPct val="125000"/>
              </a:lnSpc>
              <a:spcAft>
                <a:spcPts val="600"/>
              </a:spcAft>
            </a:pPr>
            <a:r>
              <a:rPr lang="ru-RU" sz="2000" b="1" dirty="0">
                <a:solidFill>
                  <a:srgbClr val="001F82"/>
                </a:solidFill>
                <a:latin typeface="Montserrat" panose="00000500000000000000" pitchFamily="2" charset="-52"/>
              </a:rPr>
              <a:t>ЛИЦА, ПОСТУПАЮЩИЕ ПО </a:t>
            </a:r>
            <a:r>
              <a:rPr lang="ru-RU" sz="2000" b="1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ЦЕЛЕВОЙ КВОТЕ</a:t>
            </a:r>
            <a:r>
              <a:rPr lang="ru-RU" sz="2000" b="1" dirty="0">
                <a:solidFill>
                  <a:srgbClr val="001F82"/>
                </a:solidFill>
                <a:latin typeface="Montserrat" panose="00000500000000000000" pitchFamily="2" charset="-52"/>
              </a:rPr>
              <a:t>:</a:t>
            </a:r>
          </a:p>
          <a:p>
            <a:pPr marL="342900" indent="-342900" algn="just">
              <a:lnSpc>
                <a:spcPct val="125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sz="2000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Обучаются </a:t>
            </a:r>
            <a:r>
              <a:rPr lang="ru-RU" sz="2000" dirty="0">
                <a:solidFill>
                  <a:srgbClr val="001F82"/>
                </a:solidFill>
                <a:latin typeface="Montserrat" panose="00000500000000000000" pitchFamily="2" charset="-52"/>
              </a:rPr>
              <a:t>на бюджете в рамках </a:t>
            </a:r>
            <a:r>
              <a:rPr lang="ru-RU" sz="2000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целевой квоты</a:t>
            </a:r>
            <a:r>
              <a:rPr lang="ru-RU" sz="2000" dirty="0">
                <a:solidFill>
                  <a:srgbClr val="001F82"/>
                </a:solidFill>
                <a:latin typeface="Montserrat" panose="00000500000000000000" pitchFamily="2" charset="-52"/>
              </a:rPr>
              <a:t>;</a:t>
            </a:r>
          </a:p>
          <a:p>
            <a:pPr marL="342900" indent="-342900" algn="just">
              <a:lnSpc>
                <a:spcPct val="125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sz="2000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Участвуют </a:t>
            </a:r>
            <a:r>
              <a:rPr lang="ru-RU" sz="2000" dirty="0">
                <a:solidFill>
                  <a:srgbClr val="001F82"/>
                </a:solidFill>
                <a:latin typeface="Montserrat" panose="00000500000000000000" pitchFamily="2" charset="-52"/>
              </a:rPr>
              <a:t>в конкурсе на </a:t>
            </a:r>
            <a:r>
              <a:rPr lang="ru-RU" sz="2000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выбранное направление </a:t>
            </a:r>
            <a:r>
              <a:rPr lang="ru-RU" sz="2000" dirty="0">
                <a:solidFill>
                  <a:srgbClr val="001F82"/>
                </a:solidFill>
                <a:latin typeface="Montserrat" panose="00000500000000000000" pitchFamily="2" charset="-52"/>
              </a:rPr>
              <a:t>только среди </a:t>
            </a:r>
            <a:r>
              <a:rPr lang="ru-RU" sz="2000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поступающих, имеющих </a:t>
            </a:r>
            <a:r>
              <a:rPr lang="ru-RU" sz="2000" dirty="0">
                <a:solidFill>
                  <a:srgbClr val="001F82"/>
                </a:solidFill>
                <a:latin typeface="Montserrat" panose="00000500000000000000" pitchFamily="2" charset="-52"/>
              </a:rPr>
              <a:t>целевое направление на </a:t>
            </a:r>
            <a:r>
              <a:rPr lang="ru-RU" sz="2000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эту специальность / направление подготовки;</a:t>
            </a:r>
            <a:endParaRPr lang="ru-RU" sz="2000" dirty="0">
              <a:solidFill>
                <a:srgbClr val="001F82"/>
              </a:solidFill>
              <a:latin typeface="Montserrat" panose="00000500000000000000" pitchFamily="2" charset="-52"/>
            </a:endParaRPr>
          </a:p>
          <a:p>
            <a:pPr marL="342900" indent="-342900" algn="just">
              <a:lnSpc>
                <a:spcPct val="125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sz="2000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Проходят </a:t>
            </a:r>
            <a:r>
              <a:rPr lang="ru-RU" sz="2000" dirty="0">
                <a:solidFill>
                  <a:srgbClr val="001F82"/>
                </a:solidFill>
                <a:latin typeface="Montserrat" panose="00000500000000000000" pitchFamily="2" charset="-52"/>
              </a:rPr>
              <a:t>все виды практик </a:t>
            </a:r>
            <a:r>
              <a:rPr lang="ru-RU" sz="2000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на </a:t>
            </a:r>
            <a:r>
              <a:rPr lang="ru-RU" sz="2000" dirty="0">
                <a:solidFill>
                  <a:srgbClr val="001F82"/>
                </a:solidFill>
                <a:latin typeface="Montserrat" panose="00000500000000000000" pitchFamily="2" charset="-52"/>
              </a:rPr>
              <a:t>этом предприятии;</a:t>
            </a:r>
          </a:p>
          <a:p>
            <a:pPr marL="342900" indent="-342900" algn="just">
              <a:lnSpc>
                <a:spcPct val="125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sz="2000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Получают гарантированное трудоустройство</a:t>
            </a:r>
            <a:r>
              <a:rPr lang="ru-RU" sz="2000" dirty="0">
                <a:solidFill>
                  <a:srgbClr val="001F82"/>
                </a:solidFill>
                <a:latin typeface="Montserrat" panose="00000500000000000000" pitchFamily="2" charset="-52"/>
              </a:rPr>
              <a:t>.</a:t>
            </a:r>
          </a:p>
        </p:txBody>
      </p:sp>
      <p:sp>
        <p:nvSpPr>
          <p:cNvPr id="12" name="object 30"/>
          <p:cNvSpPr txBox="1"/>
          <p:nvPr/>
        </p:nvSpPr>
        <p:spPr>
          <a:xfrm>
            <a:off x="10346243" y="6035675"/>
            <a:ext cx="8963347" cy="25513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just">
              <a:lnSpc>
                <a:spcPct val="125000"/>
              </a:lnSpc>
              <a:spcAft>
                <a:spcPts val="600"/>
              </a:spcAft>
            </a:pPr>
            <a:r>
              <a:rPr lang="ru-RU" sz="2400" b="1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29 июля </a:t>
            </a:r>
            <a:r>
              <a:rPr lang="ru-RU" sz="2000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Издание </a:t>
            </a:r>
            <a:r>
              <a:rPr lang="ru-RU" sz="2000" dirty="0">
                <a:solidFill>
                  <a:srgbClr val="001F82"/>
                </a:solidFill>
                <a:latin typeface="Montserrat" panose="00000500000000000000" pitchFamily="2" charset="-52"/>
              </a:rPr>
              <a:t>приказов о зачислении поступающих по целевой </a:t>
            </a:r>
            <a:r>
              <a:rPr lang="ru-RU" sz="2000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квоте.</a:t>
            </a:r>
          </a:p>
          <a:p>
            <a:pPr algn="just">
              <a:lnSpc>
                <a:spcPct val="125000"/>
              </a:lnSpc>
              <a:spcAft>
                <a:spcPts val="600"/>
              </a:spcAft>
            </a:pPr>
            <a:endParaRPr lang="ru-RU" sz="2000" dirty="0" smtClean="0">
              <a:solidFill>
                <a:srgbClr val="001F82"/>
              </a:solidFill>
              <a:latin typeface="Montserrat" panose="00000500000000000000" pitchFamily="2" charset="-52"/>
            </a:endParaRPr>
          </a:p>
          <a:p>
            <a:pPr algn="just">
              <a:lnSpc>
                <a:spcPct val="125000"/>
              </a:lnSpc>
              <a:spcAft>
                <a:spcPts val="600"/>
              </a:spcAft>
            </a:pPr>
            <a:r>
              <a:rPr lang="ru-RU" sz="2000" dirty="0">
                <a:solidFill>
                  <a:srgbClr val="001F82"/>
                </a:solidFill>
                <a:latin typeface="Montserrat" panose="00000500000000000000" pitchFamily="2" charset="-52"/>
              </a:rPr>
              <a:t>Если вы не зачислены по целевой </a:t>
            </a:r>
            <a:r>
              <a:rPr lang="ru-RU" sz="2000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квоте, то </a:t>
            </a:r>
            <a:r>
              <a:rPr lang="ru-RU" sz="2000" dirty="0">
                <a:solidFill>
                  <a:srgbClr val="001F82"/>
                </a:solidFill>
                <a:latin typeface="Montserrat" panose="00000500000000000000" pitchFamily="2" charset="-52"/>
              </a:rPr>
              <a:t>можете поступать в рамках общего </a:t>
            </a:r>
            <a:r>
              <a:rPr lang="ru-RU" sz="2000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конкурса (при условии наличия поданного заявления в рамках общего конкурса).</a:t>
            </a:r>
            <a:endParaRPr lang="ru-RU" sz="2000" dirty="0">
              <a:solidFill>
                <a:srgbClr val="001F82"/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569317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0104100" cy="1790064"/>
          </a:xfrm>
          <a:custGeom>
            <a:avLst/>
            <a:gdLst/>
            <a:ahLst/>
            <a:cxnLst/>
            <a:rect l="l" t="t" r="r" b="b"/>
            <a:pathLst>
              <a:path w="20104100" h="1790064">
                <a:moveTo>
                  <a:pt x="20104099" y="0"/>
                </a:moveTo>
                <a:lnTo>
                  <a:pt x="0" y="0"/>
                </a:lnTo>
                <a:lnTo>
                  <a:pt x="0" y="1789715"/>
                </a:lnTo>
                <a:lnTo>
                  <a:pt x="20104099" y="1789715"/>
                </a:lnTo>
                <a:lnTo>
                  <a:pt x="20104099" y="0"/>
                </a:lnTo>
                <a:close/>
              </a:path>
            </a:pathLst>
          </a:custGeom>
          <a:solidFill>
            <a:srgbClr val="001F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1290236" y="3063875"/>
            <a:ext cx="17677214" cy="642631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just">
              <a:lnSpc>
                <a:spcPct val="125000"/>
              </a:lnSpc>
              <a:spcAft>
                <a:spcPts val="600"/>
              </a:spcAft>
            </a:pPr>
            <a:r>
              <a:rPr lang="ru-RU" sz="3000" b="1" dirty="0">
                <a:solidFill>
                  <a:srgbClr val="001F82"/>
                </a:solidFill>
                <a:latin typeface="Montserrat" panose="00000500000000000000" pitchFamily="2" charset="-52"/>
              </a:rPr>
              <a:t>ЛИЦА, ИМЕЮЩИЕ ПРАВО НА ПРИЁМ В ПРЕДЕЛАХ ОСОБОЙ КВОТЫ:</a:t>
            </a:r>
          </a:p>
          <a:p>
            <a:pPr marL="457200" indent="-457200" algn="just">
              <a:lnSpc>
                <a:spcPct val="125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sz="3000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дети-сироты </a:t>
            </a:r>
            <a:r>
              <a:rPr lang="ru-RU" sz="3000" dirty="0">
                <a:solidFill>
                  <a:srgbClr val="001F82"/>
                </a:solidFill>
                <a:latin typeface="Montserrat" panose="00000500000000000000" pitchFamily="2" charset="-52"/>
              </a:rPr>
              <a:t>и дети, оставшиеся без попечения родителей, а также лица </a:t>
            </a:r>
            <a:r>
              <a:rPr lang="ru-RU" sz="3000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из числа </a:t>
            </a:r>
            <a:r>
              <a:rPr lang="ru-RU" sz="3000" dirty="0">
                <a:solidFill>
                  <a:srgbClr val="001F82"/>
                </a:solidFill>
                <a:latin typeface="Montserrat" panose="00000500000000000000" pitchFamily="2" charset="-52"/>
              </a:rPr>
              <a:t>детей-сирот и детей, оставшихся без попечения родителей;</a:t>
            </a:r>
          </a:p>
          <a:p>
            <a:pPr marL="457200" indent="-457200" algn="just">
              <a:lnSpc>
                <a:spcPct val="125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sz="3000" dirty="0">
                <a:solidFill>
                  <a:srgbClr val="001F82"/>
                </a:solidFill>
                <a:latin typeface="Montserrat" panose="00000500000000000000" pitchFamily="2" charset="-52"/>
              </a:rPr>
              <a:t>дети-инвалиды;</a:t>
            </a:r>
          </a:p>
          <a:p>
            <a:pPr marL="457200" indent="-457200" algn="just">
              <a:lnSpc>
                <a:spcPct val="125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sz="3000" dirty="0">
                <a:solidFill>
                  <a:srgbClr val="001F82"/>
                </a:solidFill>
                <a:latin typeface="Montserrat" panose="00000500000000000000" pitchFamily="2" charset="-52"/>
              </a:rPr>
              <a:t>инвалиды I и II групп;</a:t>
            </a:r>
          </a:p>
          <a:p>
            <a:pPr marL="457200" indent="-457200" algn="just">
              <a:lnSpc>
                <a:spcPct val="125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sz="3000" dirty="0">
                <a:solidFill>
                  <a:srgbClr val="001F82"/>
                </a:solidFill>
                <a:latin typeface="Montserrat" panose="00000500000000000000" pitchFamily="2" charset="-52"/>
              </a:rPr>
              <a:t>инвалиды с детства;</a:t>
            </a:r>
          </a:p>
          <a:p>
            <a:pPr marL="457200" indent="-457200" algn="just">
              <a:lnSpc>
                <a:spcPct val="125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sz="3000" dirty="0">
                <a:solidFill>
                  <a:srgbClr val="001F82"/>
                </a:solidFill>
                <a:latin typeface="Montserrat" panose="00000500000000000000" pitchFamily="2" charset="-52"/>
              </a:rPr>
              <a:t>инвалиды вследствие военной травмы или заболевания, полученных в </a:t>
            </a:r>
            <a:r>
              <a:rPr lang="ru-RU" sz="3000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период прохождения </a:t>
            </a:r>
            <a:r>
              <a:rPr lang="ru-RU" sz="3000" dirty="0">
                <a:solidFill>
                  <a:srgbClr val="001F82"/>
                </a:solidFill>
                <a:latin typeface="Montserrat" panose="00000500000000000000" pitchFamily="2" charset="-52"/>
              </a:rPr>
              <a:t>военной службы;</a:t>
            </a:r>
          </a:p>
          <a:p>
            <a:pPr marL="457200" indent="-457200" algn="just">
              <a:lnSpc>
                <a:spcPct val="125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sz="3000" dirty="0">
                <a:solidFill>
                  <a:srgbClr val="001F82"/>
                </a:solidFill>
                <a:latin typeface="Montserrat" panose="00000500000000000000" pitchFamily="2" charset="-52"/>
              </a:rPr>
              <a:t>ветераны боевых действий из числа лиц, указанных в подпунктах 1-4 пункта </a:t>
            </a:r>
            <a:r>
              <a:rPr lang="ru-RU" sz="3000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1 статьи 3 </a:t>
            </a:r>
            <a:r>
              <a:rPr lang="ru-RU" sz="3000" dirty="0">
                <a:solidFill>
                  <a:srgbClr val="001F82"/>
                </a:solidFill>
                <a:latin typeface="Montserrat" panose="00000500000000000000" pitchFamily="2" charset="-52"/>
              </a:rPr>
              <a:t>Федерального закона от 12 января 1995 г. № 5-ФЗ «О ветеранах»</a:t>
            </a:r>
            <a:endParaRPr lang="ru-RU" sz="3200" dirty="0">
              <a:solidFill>
                <a:srgbClr val="001F82"/>
              </a:solidFill>
              <a:latin typeface="Montserrat" panose="00000500000000000000" pitchFamily="2" charset="-52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title"/>
          </p:nvPr>
        </p:nvSpPr>
        <p:spPr>
          <a:xfrm>
            <a:off x="1063170" y="481694"/>
            <a:ext cx="13789480" cy="725199"/>
          </a:xfrm>
          <a:prstGeom prst="rect">
            <a:avLst/>
          </a:prstGeom>
        </p:spPr>
        <p:txBody>
          <a:bodyPr vert="horz" wrap="square" lIns="0" tIns="1714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ru-RU" b="1" dirty="0">
                <a:latin typeface="Montserrat" pitchFamily="2" charset="-52"/>
              </a:rPr>
              <a:t>ОСОБАЯ КВОТА</a:t>
            </a:r>
          </a:p>
        </p:txBody>
      </p:sp>
      <p:sp>
        <p:nvSpPr>
          <p:cNvPr id="34" name="object 14"/>
          <p:cNvSpPr/>
          <p:nvPr/>
        </p:nvSpPr>
        <p:spPr>
          <a:xfrm>
            <a:off x="17620831" y="493400"/>
            <a:ext cx="782955" cy="972185"/>
          </a:xfrm>
          <a:custGeom>
            <a:avLst/>
            <a:gdLst/>
            <a:ahLst/>
            <a:cxnLst/>
            <a:rect l="l" t="t" r="r" b="b"/>
            <a:pathLst>
              <a:path w="782955" h="972185">
                <a:moveTo>
                  <a:pt x="782701" y="580580"/>
                </a:moveTo>
                <a:lnTo>
                  <a:pt x="593788" y="580580"/>
                </a:lnTo>
                <a:lnTo>
                  <a:pt x="588429" y="626935"/>
                </a:lnTo>
                <a:lnTo>
                  <a:pt x="573176" y="669518"/>
                </a:lnTo>
                <a:lnTo>
                  <a:pt x="549249" y="707110"/>
                </a:lnTo>
                <a:lnTo>
                  <a:pt x="517880" y="738479"/>
                </a:lnTo>
                <a:lnTo>
                  <a:pt x="480301" y="762406"/>
                </a:lnTo>
                <a:lnTo>
                  <a:pt x="437705" y="777659"/>
                </a:lnTo>
                <a:lnTo>
                  <a:pt x="391350" y="783005"/>
                </a:lnTo>
                <a:lnTo>
                  <a:pt x="344995" y="777659"/>
                </a:lnTo>
                <a:lnTo>
                  <a:pt x="302412" y="762406"/>
                </a:lnTo>
                <a:lnTo>
                  <a:pt x="264820" y="738479"/>
                </a:lnTo>
                <a:lnTo>
                  <a:pt x="233451" y="707110"/>
                </a:lnTo>
                <a:lnTo>
                  <a:pt x="209524" y="669518"/>
                </a:lnTo>
                <a:lnTo>
                  <a:pt x="194271" y="626935"/>
                </a:lnTo>
                <a:lnTo>
                  <a:pt x="188925" y="580580"/>
                </a:lnTo>
                <a:lnTo>
                  <a:pt x="194271" y="534225"/>
                </a:lnTo>
                <a:lnTo>
                  <a:pt x="209524" y="491642"/>
                </a:lnTo>
                <a:lnTo>
                  <a:pt x="233451" y="454050"/>
                </a:lnTo>
                <a:lnTo>
                  <a:pt x="264820" y="422681"/>
                </a:lnTo>
                <a:lnTo>
                  <a:pt x="302412" y="398754"/>
                </a:lnTo>
                <a:lnTo>
                  <a:pt x="344995" y="383514"/>
                </a:lnTo>
                <a:lnTo>
                  <a:pt x="391350" y="378155"/>
                </a:lnTo>
                <a:lnTo>
                  <a:pt x="391350" y="189242"/>
                </a:lnTo>
                <a:lnTo>
                  <a:pt x="342328" y="192290"/>
                </a:lnTo>
                <a:lnTo>
                  <a:pt x="295109" y="201206"/>
                </a:lnTo>
                <a:lnTo>
                  <a:pt x="250050" y="215620"/>
                </a:lnTo>
                <a:lnTo>
                  <a:pt x="207530" y="235153"/>
                </a:lnTo>
                <a:lnTo>
                  <a:pt x="167919" y="259448"/>
                </a:lnTo>
                <a:lnTo>
                  <a:pt x="131584" y="288124"/>
                </a:lnTo>
                <a:lnTo>
                  <a:pt x="98894" y="320814"/>
                </a:lnTo>
                <a:lnTo>
                  <a:pt x="70218" y="357149"/>
                </a:lnTo>
                <a:lnTo>
                  <a:pt x="45923" y="396760"/>
                </a:lnTo>
                <a:lnTo>
                  <a:pt x="26390" y="439280"/>
                </a:lnTo>
                <a:lnTo>
                  <a:pt x="11976" y="484339"/>
                </a:lnTo>
                <a:lnTo>
                  <a:pt x="3060" y="531558"/>
                </a:lnTo>
                <a:lnTo>
                  <a:pt x="0" y="580580"/>
                </a:lnTo>
                <a:lnTo>
                  <a:pt x="3060" y="629602"/>
                </a:lnTo>
                <a:lnTo>
                  <a:pt x="11976" y="676821"/>
                </a:lnTo>
                <a:lnTo>
                  <a:pt x="26390" y="721880"/>
                </a:lnTo>
                <a:lnTo>
                  <a:pt x="45923" y="764400"/>
                </a:lnTo>
                <a:lnTo>
                  <a:pt x="70218" y="804011"/>
                </a:lnTo>
                <a:lnTo>
                  <a:pt x="98894" y="840346"/>
                </a:lnTo>
                <a:lnTo>
                  <a:pt x="131584" y="873036"/>
                </a:lnTo>
                <a:lnTo>
                  <a:pt x="167919" y="901712"/>
                </a:lnTo>
                <a:lnTo>
                  <a:pt x="207530" y="926007"/>
                </a:lnTo>
                <a:lnTo>
                  <a:pt x="250050" y="945540"/>
                </a:lnTo>
                <a:lnTo>
                  <a:pt x="295109" y="959954"/>
                </a:lnTo>
                <a:lnTo>
                  <a:pt x="342328" y="968870"/>
                </a:lnTo>
                <a:lnTo>
                  <a:pt x="391350" y="971931"/>
                </a:lnTo>
                <a:lnTo>
                  <a:pt x="440385" y="968870"/>
                </a:lnTo>
                <a:lnTo>
                  <a:pt x="487616" y="959954"/>
                </a:lnTo>
                <a:lnTo>
                  <a:pt x="532688" y="945540"/>
                </a:lnTo>
                <a:lnTo>
                  <a:pt x="575208" y="926007"/>
                </a:lnTo>
                <a:lnTo>
                  <a:pt x="614819" y="901712"/>
                </a:lnTo>
                <a:lnTo>
                  <a:pt x="651167" y="873036"/>
                </a:lnTo>
                <a:lnTo>
                  <a:pt x="683856" y="840346"/>
                </a:lnTo>
                <a:lnTo>
                  <a:pt x="712533" y="804011"/>
                </a:lnTo>
                <a:lnTo>
                  <a:pt x="736815" y="764400"/>
                </a:lnTo>
                <a:lnTo>
                  <a:pt x="756348" y="721880"/>
                </a:lnTo>
                <a:lnTo>
                  <a:pt x="770750" y="676821"/>
                </a:lnTo>
                <a:lnTo>
                  <a:pt x="779665" y="629602"/>
                </a:lnTo>
                <a:lnTo>
                  <a:pt x="782701" y="580580"/>
                </a:lnTo>
                <a:close/>
              </a:path>
              <a:path w="782955" h="972185">
                <a:moveTo>
                  <a:pt x="782751" y="391350"/>
                </a:moveTo>
                <a:lnTo>
                  <a:pt x="779703" y="342328"/>
                </a:lnTo>
                <a:lnTo>
                  <a:pt x="770775" y="295097"/>
                </a:lnTo>
                <a:lnTo>
                  <a:pt x="756373" y="250050"/>
                </a:lnTo>
                <a:lnTo>
                  <a:pt x="736828" y="207530"/>
                </a:lnTo>
                <a:lnTo>
                  <a:pt x="712546" y="167919"/>
                </a:lnTo>
                <a:lnTo>
                  <a:pt x="683869" y="131584"/>
                </a:lnTo>
                <a:lnTo>
                  <a:pt x="651179" y="98894"/>
                </a:lnTo>
                <a:lnTo>
                  <a:pt x="614832" y="70218"/>
                </a:lnTo>
                <a:lnTo>
                  <a:pt x="575221" y="45923"/>
                </a:lnTo>
                <a:lnTo>
                  <a:pt x="532701" y="26390"/>
                </a:lnTo>
                <a:lnTo>
                  <a:pt x="487654" y="11976"/>
                </a:lnTo>
                <a:lnTo>
                  <a:pt x="440423" y="3060"/>
                </a:lnTo>
                <a:lnTo>
                  <a:pt x="391401" y="0"/>
                </a:lnTo>
                <a:lnTo>
                  <a:pt x="391401" y="188912"/>
                </a:lnTo>
                <a:lnTo>
                  <a:pt x="437769" y="194271"/>
                </a:lnTo>
                <a:lnTo>
                  <a:pt x="480352" y="209524"/>
                </a:lnTo>
                <a:lnTo>
                  <a:pt x="517944" y="233438"/>
                </a:lnTo>
                <a:lnTo>
                  <a:pt x="549313" y="264807"/>
                </a:lnTo>
                <a:lnTo>
                  <a:pt x="573227" y="302399"/>
                </a:lnTo>
                <a:lnTo>
                  <a:pt x="588479" y="344982"/>
                </a:lnTo>
                <a:lnTo>
                  <a:pt x="593839" y="391350"/>
                </a:lnTo>
                <a:lnTo>
                  <a:pt x="782751" y="3913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15"/>
          <p:cNvSpPr/>
          <p:nvPr/>
        </p:nvSpPr>
        <p:spPr>
          <a:xfrm>
            <a:off x="18527039" y="836592"/>
            <a:ext cx="1136015" cy="355600"/>
          </a:xfrm>
          <a:custGeom>
            <a:avLst/>
            <a:gdLst/>
            <a:ahLst/>
            <a:cxnLst/>
            <a:rect l="l" t="t" r="r" b="b"/>
            <a:pathLst>
              <a:path w="1136015" h="355600">
                <a:moveTo>
                  <a:pt x="241134" y="231355"/>
                </a:moveTo>
                <a:lnTo>
                  <a:pt x="197370" y="190157"/>
                </a:lnTo>
                <a:lnTo>
                  <a:pt x="192798" y="195757"/>
                </a:lnTo>
                <a:lnTo>
                  <a:pt x="187528" y="200812"/>
                </a:lnTo>
                <a:lnTo>
                  <a:pt x="151295" y="216141"/>
                </a:lnTo>
                <a:lnTo>
                  <a:pt x="142227" y="216598"/>
                </a:lnTo>
                <a:lnTo>
                  <a:pt x="134277" y="216230"/>
                </a:lnTo>
                <a:lnTo>
                  <a:pt x="94195" y="199351"/>
                </a:lnTo>
                <a:lnTo>
                  <a:pt x="71424" y="161658"/>
                </a:lnTo>
                <a:lnTo>
                  <a:pt x="68326" y="136855"/>
                </a:lnTo>
                <a:lnTo>
                  <a:pt x="68668" y="128384"/>
                </a:lnTo>
                <a:lnTo>
                  <a:pt x="80454" y="91490"/>
                </a:lnTo>
                <a:lnTo>
                  <a:pt x="113004" y="63131"/>
                </a:lnTo>
                <a:lnTo>
                  <a:pt x="143357" y="57048"/>
                </a:lnTo>
                <a:lnTo>
                  <a:pt x="150850" y="57416"/>
                </a:lnTo>
                <a:lnTo>
                  <a:pt x="191211" y="75260"/>
                </a:lnTo>
                <a:lnTo>
                  <a:pt x="195961" y="80937"/>
                </a:lnTo>
                <a:lnTo>
                  <a:pt x="238633" y="38265"/>
                </a:lnTo>
                <a:lnTo>
                  <a:pt x="208102" y="15214"/>
                </a:lnTo>
                <a:lnTo>
                  <a:pt x="168529" y="2438"/>
                </a:lnTo>
                <a:lnTo>
                  <a:pt x="141185" y="0"/>
                </a:lnTo>
                <a:lnTo>
                  <a:pt x="126542" y="596"/>
                </a:lnTo>
                <a:lnTo>
                  <a:pt x="85648" y="9563"/>
                </a:lnTo>
                <a:lnTo>
                  <a:pt x="50787" y="28562"/>
                </a:lnTo>
                <a:lnTo>
                  <a:pt x="23761" y="56680"/>
                </a:lnTo>
                <a:lnTo>
                  <a:pt x="6108" y="93243"/>
                </a:lnTo>
                <a:lnTo>
                  <a:pt x="0" y="136804"/>
                </a:lnTo>
                <a:lnTo>
                  <a:pt x="660" y="151739"/>
                </a:lnTo>
                <a:lnTo>
                  <a:pt x="10642" y="192709"/>
                </a:lnTo>
                <a:lnTo>
                  <a:pt x="31191" y="226745"/>
                </a:lnTo>
                <a:lnTo>
                  <a:pt x="60490" y="252425"/>
                </a:lnTo>
                <a:lnTo>
                  <a:pt x="97421" y="268770"/>
                </a:lnTo>
                <a:lnTo>
                  <a:pt x="140042" y="274358"/>
                </a:lnTo>
                <a:lnTo>
                  <a:pt x="156095" y="273634"/>
                </a:lnTo>
                <a:lnTo>
                  <a:pt x="198513" y="262801"/>
                </a:lnTo>
                <a:lnTo>
                  <a:pt x="232003" y="240779"/>
                </a:lnTo>
                <a:lnTo>
                  <a:pt x="241134" y="231355"/>
                </a:lnTo>
                <a:close/>
              </a:path>
              <a:path w="1136015" h="355600">
                <a:moveTo>
                  <a:pt x="449973" y="84251"/>
                </a:moveTo>
                <a:lnTo>
                  <a:pt x="385965" y="84251"/>
                </a:lnTo>
                <a:lnTo>
                  <a:pt x="349592" y="201891"/>
                </a:lnTo>
                <a:lnTo>
                  <a:pt x="348500" y="201891"/>
                </a:lnTo>
                <a:lnTo>
                  <a:pt x="307682" y="84251"/>
                </a:lnTo>
                <a:lnTo>
                  <a:pt x="240753" y="84251"/>
                </a:lnTo>
                <a:lnTo>
                  <a:pt x="317246" y="264426"/>
                </a:lnTo>
                <a:lnTo>
                  <a:pt x="308444" y="287337"/>
                </a:lnTo>
                <a:lnTo>
                  <a:pt x="304914" y="293408"/>
                </a:lnTo>
                <a:lnTo>
                  <a:pt x="296545" y="301929"/>
                </a:lnTo>
                <a:lnTo>
                  <a:pt x="289763" y="304101"/>
                </a:lnTo>
                <a:lnTo>
                  <a:pt x="277558" y="304101"/>
                </a:lnTo>
                <a:lnTo>
                  <a:pt x="274294" y="303784"/>
                </a:lnTo>
                <a:lnTo>
                  <a:pt x="267195" y="302590"/>
                </a:lnTo>
                <a:lnTo>
                  <a:pt x="263931" y="301764"/>
                </a:lnTo>
                <a:lnTo>
                  <a:pt x="260997" y="300799"/>
                </a:lnTo>
                <a:lnTo>
                  <a:pt x="254368" y="351548"/>
                </a:lnTo>
                <a:lnTo>
                  <a:pt x="258775" y="352742"/>
                </a:lnTo>
                <a:lnTo>
                  <a:pt x="263982" y="353733"/>
                </a:lnTo>
                <a:lnTo>
                  <a:pt x="276034" y="355180"/>
                </a:lnTo>
                <a:lnTo>
                  <a:pt x="281838" y="355574"/>
                </a:lnTo>
                <a:lnTo>
                  <a:pt x="295833" y="355320"/>
                </a:lnTo>
                <a:lnTo>
                  <a:pt x="333248" y="344881"/>
                </a:lnTo>
                <a:lnTo>
                  <a:pt x="359003" y="314693"/>
                </a:lnTo>
                <a:lnTo>
                  <a:pt x="367995" y="294932"/>
                </a:lnTo>
                <a:lnTo>
                  <a:pt x="449973" y="84251"/>
                </a:lnTo>
                <a:close/>
              </a:path>
              <a:path w="1136015" h="355600">
                <a:moveTo>
                  <a:pt x="676821" y="175069"/>
                </a:moveTo>
                <a:lnTo>
                  <a:pt x="667461" y="130022"/>
                </a:lnTo>
                <a:lnTo>
                  <a:pt x="666661" y="128435"/>
                </a:lnTo>
                <a:lnTo>
                  <a:pt x="663473" y="122085"/>
                </a:lnTo>
                <a:lnTo>
                  <a:pt x="658825" y="114681"/>
                </a:lnTo>
                <a:lnTo>
                  <a:pt x="653529" y="107810"/>
                </a:lnTo>
                <a:lnTo>
                  <a:pt x="652500" y="106730"/>
                </a:lnTo>
                <a:lnTo>
                  <a:pt x="647611" y="101549"/>
                </a:lnTo>
                <a:lnTo>
                  <a:pt x="641070" y="95973"/>
                </a:lnTo>
                <a:lnTo>
                  <a:pt x="633907" y="91071"/>
                </a:lnTo>
                <a:lnTo>
                  <a:pt x="626122" y="86855"/>
                </a:lnTo>
                <a:lnTo>
                  <a:pt x="618363" y="83718"/>
                </a:lnTo>
                <a:lnTo>
                  <a:pt x="618363" y="169202"/>
                </a:lnTo>
                <a:lnTo>
                  <a:pt x="618312" y="181317"/>
                </a:lnTo>
                <a:lnTo>
                  <a:pt x="599465" y="215734"/>
                </a:lnTo>
                <a:lnTo>
                  <a:pt x="582472" y="222516"/>
                </a:lnTo>
                <a:lnTo>
                  <a:pt x="568464" y="222516"/>
                </a:lnTo>
                <a:lnTo>
                  <a:pt x="536359" y="198310"/>
                </a:lnTo>
                <a:lnTo>
                  <a:pt x="534327" y="192709"/>
                </a:lnTo>
                <a:lnTo>
                  <a:pt x="532206" y="187071"/>
                </a:lnTo>
                <a:lnTo>
                  <a:pt x="531177" y="181317"/>
                </a:lnTo>
                <a:lnTo>
                  <a:pt x="531253" y="169202"/>
                </a:lnTo>
                <a:lnTo>
                  <a:pt x="532257" y="163830"/>
                </a:lnTo>
                <a:lnTo>
                  <a:pt x="556958" y="132448"/>
                </a:lnTo>
                <a:lnTo>
                  <a:pt x="568464" y="128435"/>
                </a:lnTo>
                <a:lnTo>
                  <a:pt x="582422" y="128435"/>
                </a:lnTo>
                <a:lnTo>
                  <a:pt x="613740" y="152158"/>
                </a:lnTo>
                <a:lnTo>
                  <a:pt x="618363" y="169202"/>
                </a:lnTo>
                <a:lnTo>
                  <a:pt x="618363" y="83718"/>
                </a:lnTo>
                <a:lnTo>
                  <a:pt x="617791" y="83477"/>
                </a:lnTo>
                <a:lnTo>
                  <a:pt x="609015" y="81064"/>
                </a:lnTo>
                <a:lnTo>
                  <a:pt x="599782" y="79629"/>
                </a:lnTo>
                <a:lnTo>
                  <a:pt x="590080" y="79146"/>
                </a:lnTo>
                <a:lnTo>
                  <a:pt x="580288" y="79654"/>
                </a:lnTo>
                <a:lnTo>
                  <a:pt x="541667" y="96393"/>
                </a:lnTo>
                <a:lnTo>
                  <a:pt x="531609" y="106730"/>
                </a:lnTo>
                <a:lnTo>
                  <a:pt x="530529" y="106730"/>
                </a:lnTo>
                <a:lnTo>
                  <a:pt x="530529" y="84251"/>
                </a:lnTo>
                <a:lnTo>
                  <a:pt x="473151" y="84251"/>
                </a:lnTo>
                <a:lnTo>
                  <a:pt x="473151" y="355561"/>
                </a:lnTo>
                <a:lnTo>
                  <a:pt x="533463" y="355561"/>
                </a:lnTo>
                <a:lnTo>
                  <a:pt x="533463" y="247103"/>
                </a:lnTo>
                <a:lnTo>
                  <a:pt x="534212" y="247103"/>
                </a:lnTo>
                <a:lnTo>
                  <a:pt x="573239" y="270751"/>
                </a:lnTo>
                <a:lnTo>
                  <a:pt x="589699" y="272465"/>
                </a:lnTo>
                <a:lnTo>
                  <a:pt x="599719" y="271957"/>
                </a:lnTo>
                <a:lnTo>
                  <a:pt x="641400" y="254965"/>
                </a:lnTo>
                <a:lnTo>
                  <a:pt x="666648" y="222516"/>
                </a:lnTo>
                <a:lnTo>
                  <a:pt x="667689" y="220395"/>
                </a:lnTo>
                <a:lnTo>
                  <a:pt x="670966" y="211823"/>
                </a:lnTo>
                <a:lnTo>
                  <a:pt x="673531" y="202933"/>
                </a:lnTo>
                <a:lnTo>
                  <a:pt x="675360" y="193827"/>
                </a:lnTo>
                <a:lnTo>
                  <a:pt x="676452" y="184543"/>
                </a:lnTo>
                <a:lnTo>
                  <a:pt x="676821" y="175069"/>
                </a:lnTo>
                <a:close/>
              </a:path>
              <a:path w="1136015" h="355600">
                <a:moveTo>
                  <a:pt x="881976" y="7061"/>
                </a:moveTo>
                <a:lnTo>
                  <a:pt x="718032" y="7061"/>
                </a:lnTo>
                <a:lnTo>
                  <a:pt x="718032" y="61671"/>
                </a:lnTo>
                <a:lnTo>
                  <a:pt x="718032" y="267411"/>
                </a:lnTo>
                <a:lnTo>
                  <a:pt x="781278" y="267411"/>
                </a:lnTo>
                <a:lnTo>
                  <a:pt x="781278" y="61671"/>
                </a:lnTo>
                <a:lnTo>
                  <a:pt x="881976" y="61671"/>
                </a:lnTo>
                <a:lnTo>
                  <a:pt x="881976" y="7061"/>
                </a:lnTo>
                <a:close/>
              </a:path>
              <a:path w="1136015" h="355600">
                <a:moveTo>
                  <a:pt x="1135634" y="7061"/>
                </a:moveTo>
                <a:lnTo>
                  <a:pt x="1068387" y="7061"/>
                </a:lnTo>
                <a:lnTo>
                  <a:pt x="1016165" y="136474"/>
                </a:lnTo>
                <a:lnTo>
                  <a:pt x="961771" y="6997"/>
                </a:lnTo>
                <a:lnTo>
                  <a:pt x="891844" y="6997"/>
                </a:lnTo>
                <a:lnTo>
                  <a:pt x="983373" y="209600"/>
                </a:lnTo>
                <a:lnTo>
                  <a:pt x="979944" y="213995"/>
                </a:lnTo>
                <a:lnTo>
                  <a:pt x="976261" y="217093"/>
                </a:lnTo>
                <a:lnTo>
                  <a:pt x="968451" y="220776"/>
                </a:lnTo>
                <a:lnTo>
                  <a:pt x="963993" y="221703"/>
                </a:lnTo>
                <a:lnTo>
                  <a:pt x="952754" y="221703"/>
                </a:lnTo>
                <a:lnTo>
                  <a:pt x="947115" y="219798"/>
                </a:lnTo>
                <a:lnTo>
                  <a:pt x="937336" y="212204"/>
                </a:lnTo>
                <a:lnTo>
                  <a:pt x="933323" y="208572"/>
                </a:lnTo>
                <a:lnTo>
                  <a:pt x="930122" y="205143"/>
                </a:lnTo>
                <a:lnTo>
                  <a:pt x="891146" y="249110"/>
                </a:lnTo>
                <a:lnTo>
                  <a:pt x="928497" y="271919"/>
                </a:lnTo>
                <a:lnTo>
                  <a:pt x="956983" y="274675"/>
                </a:lnTo>
                <a:lnTo>
                  <a:pt x="966406" y="274370"/>
                </a:lnTo>
                <a:lnTo>
                  <a:pt x="1004176" y="263918"/>
                </a:lnTo>
                <a:lnTo>
                  <a:pt x="1033640" y="236080"/>
                </a:lnTo>
                <a:lnTo>
                  <a:pt x="1047051" y="210731"/>
                </a:lnTo>
                <a:lnTo>
                  <a:pt x="1135634" y="706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6" name="object 16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7041" y="1297362"/>
            <a:ext cx="1130606" cy="155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521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0104100" cy="1790064"/>
          </a:xfrm>
          <a:custGeom>
            <a:avLst/>
            <a:gdLst/>
            <a:ahLst/>
            <a:cxnLst/>
            <a:rect l="l" t="t" r="r" b="b"/>
            <a:pathLst>
              <a:path w="20104100" h="1790064">
                <a:moveTo>
                  <a:pt x="20104099" y="0"/>
                </a:moveTo>
                <a:lnTo>
                  <a:pt x="0" y="0"/>
                </a:lnTo>
                <a:lnTo>
                  <a:pt x="0" y="1789715"/>
                </a:lnTo>
                <a:lnTo>
                  <a:pt x="20104099" y="1789715"/>
                </a:lnTo>
                <a:lnTo>
                  <a:pt x="20104099" y="0"/>
                </a:lnTo>
                <a:close/>
              </a:path>
            </a:pathLst>
          </a:custGeom>
          <a:solidFill>
            <a:srgbClr val="001F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1063170" y="2043485"/>
            <a:ext cx="18056680" cy="882228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just">
              <a:lnSpc>
                <a:spcPct val="125000"/>
              </a:lnSpc>
              <a:spcAft>
                <a:spcPts val="600"/>
              </a:spcAft>
            </a:pPr>
            <a:r>
              <a:rPr lang="ru-RU" sz="2000" b="1" dirty="0">
                <a:solidFill>
                  <a:srgbClr val="001F82"/>
                </a:solidFill>
                <a:latin typeface="Montserrat" panose="00000500000000000000" pitchFamily="2" charset="-52"/>
              </a:rPr>
              <a:t>Зачисление на места в пределах отдельной квоты </a:t>
            </a:r>
            <a:r>
              <a:rPr lang="ru-RU" sz="2000" b="1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будет осуществляться </a:t>
            </a:r>
            <a:r>
              <a:rPr lang="ru-RU" sz="2000" b="1" dirty="0">
                <a:solidFill>
                  <a:srgbClr val="001F82"/>
                </a:solidFill>
                <a:latin typeface="Montserrat" panose="00000500000000000000" pitchFamily="2" charset="-52"/>
              </a:rPr>
              <a:t>только на приоритетном </a:t>
            </a:r>
            <a:r>
              <a:rPr lang="ru-RU" sz="2000" b="1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этапе.</a:t>
            </a:r>
            <a:endParaRPr lang="ru-RU" sz="2000" b="1" dirty="0">
              <a:solidFill>
                <a:srgbClr val="001F82"/>
              </a:solidFill>
              <a:latin typeface="Montserrat" panose="00000500000000000000" pitchFamily="2" charset="-52"/>
            </a:endParaRPr>
          </a:p>
          <a:p>
            <a:pPr algn="just">
              <a:lnSpc>
                <a:spcPct val="125000"/>
              </a:lnSpc>
              <a:spcAft>
                <a:spcPts val="600"/>
              </a:spcAft>
            </a:pPr>
            <a:r>
              <a:rPr lang="ru-RU" sz="3000" b="1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ЛИЦА</a:t>
            </a:r>
            <a:r>
              <a:rPr lang="ru-RU" sz="3000" b="1" dirty="0">
                <a:solidFill>
                  <a:srgbClr val="001F82"/>
                </a:solidFill>
                <a:latin typeface="Montserrat" panose="00000500000000000000" pitchFamily="2" charset="-52"/>
              </a:rPr>
              <a:t>, ИМЕЮЩИЕ ПРАВО НА ПРИЁМ В ПРЕДЕЛАХ </a:t>
            </a:r>
            <a:r>
              <a:rPr lang="ru-RU" sz="3000" b="1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ОТДЕЛЬНОЙ </a:t>
            </a:r>
            <a:r>
              <a:rPr lang="ru-RU" sz="3000" b="1" dirty="0">
                <a:solidFill>
                  <a:srgbClr val="001F82"/>
                </a:solidFill>
                <a:latin typeface="Montserrat" panose="00000500000000000000" pitchFamily="2" charset="-52"/>
              </a:rPr>
              <a:t>КВОТЫ:</a:t>
            </a:r>
          </a:p>
          <a:p>
            <a:pPr marL="457200" indent="-457200" algn="just">
              <a:lnSpc>
                <a:spcPct val="125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sz="2000" dirty="0">
                <a:solidFill>
                  <a:srgbClr val="001F82"/>
                </a:solidFill>
                <a:latin typeface="Montserrat" panose="00000500000000000000" pitchFamily="2" charset="-52"/>
              </a:rPr>
              <a:t>Герои Российской Федерации, лица, награжденные тремя орденами Мужества;</a:t>
            </a:r>
          </a:p>
          <a:p>
            <a:pPr marL="457200" indent="-457200" algn="just">
              <a:lnSpc>
                <a:spcPct val="125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sz="2000" dirty="0">
                <a:solidFill>
                  <a:srgbClr val="001F82"/>
                </a:solidFill>
                <a:latin typeface="Montserrat" panose="00000500000000000000" pitchFamily="2" charset="-52"/>
              </a:rPr>
              <a:t>граждане, проходящие (проходившие) военную службу в Вооруженных Силах Российской Федерации, граждане, проходящие (</a:t>
            </a:r>
            <a:r>
              <a:rPr lang="ru-RU" sz="2000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проходившие) военную </a:t>
            </a:r>
            <a:r>
              <a:rPr lang="ru-RU" sz="2000" dirty="0">
                <a:solidFill>
                  <a:srgbClr val="001F82"/>
                </a:solidFill>
                <a:latin typeface="Montserrat" panose="00000500000000000000" pitchFamily="2" charset="-52"/>
              </a:rPr>
              <a:t>службу (службу) в войсках национальной гвардии Российской Федерации, в воинских формированиях и органах, указанных в пункте 6 статьи </a:t>
            </a:r>
            <a:r>
              <a:rPr lang="ru-RU" sz="2000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1 Федерального </a:t>
            </a:r>
            <a:r>
              <a:rPr lang="ru-RU" sz="2000" dirty="0">
                <a:solidFill>
                  <a:srgbClr val="001F82"/>
                </a:solidFill>
                <a:latin typeface="Montserrat" panose="00000500000000000000" pitchFamily="2" charset="-52"/>
              </a:rPr>
              <a:t>закона от 31 мая 1996 года N 61-ФЗ "Об обороне", при условии их участия в специальной военной операции;</a:t>
            </a:r>
          </a:p>
          <a:p>
            <a:pPr marL="457200" indent="-457200" algn="just">
              <a:lnSpc>
                <a:spcPct val="125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sz="2000" dirty="0">
                <a:solidFill>
                  <a:srgbClr val="001F82"/>
                </a:solidFill>
                <a:latin typeface="Montserrat" panose="00000500000000000000" pitchFamily="2" charset="-52"/>
              </a:rPr>
              <a:t>граждане, призванные на военную службу по мобилизации в Вооруженные Силы Российской Федерации, граждане, заключившие контракт </a:t>
            </a:r>
            <a:r>
              <a:rPr lang="ru-RU" sz="2000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о добровольном </a:t>
            </a:r>
            <a:r>
              <a:rPr lang="ru-RU" sz="2000" dirty="0">
                <a:solidFill>
                  <a:srgbClr val="001F82"/>
                </a:solidFill>
                <a:latin typeface="Montserrat" panose="00000500000000000000" pitchFamily="2" charset="-52"/>
              </a:rPr>
              <a:t>содействии в выполнении задач, возложенных на Вооруженные Силы Российской Федерации или войска национальной </a:t>
            </a:r>
            <a:r>
              <a:rPr lang="ru-RU" sz="2000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гвардии Российской </a:t>
            </a:r>
            <a:r>
              <a:rPr lang="ru-RU" sz="2000" dirty="0">
                <a:solidFill>
                  <a:srgbClr val="001F82"/>
                </a:solidFill>
                <a:latin typeface="Montserrat" panose="00000500000000000000" pitchFamily="2" charset="-52"/>
              </a:rPr>
              <a:t>Федерации, при условии их участия в специальной военной операции;</a:t>
            </a:r>
          </a:p>
          <a:p>
            <a:pPr marL="457200" indent="-457200" algn="just">
              <a:lnSpc>
                <a:spcPct val="125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sz="2000" dirty="0">
                <a:solidFill>
                  <a:srgbClr val="001F82"/>
                </a:solidFill>
                <a:latin typeface="Montserrat" panose="00000500000000000000" pitchFamily="2" charset="-52"/>
              </a:rPr>
              <a:t>Дети лиц, принимавших участие в специальной военной операции на территориях Украины, Донецкой Народной Республики, Луганской </a:t>
            </a:r>
            <a:r>
              <a:rPr lang="ru-RU" sz="2000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Народной Республики</a:t>
            </a:r>
            <a:r>
              <a:rPr lang="ru-RU" sz="2000" dirty="0">
                <a:solidFill>
                  <a:srgbClr val="001F82"/>
                </a:solidFill>
                <a:latin typeface="Montserrat" panose="00000500000000000000" pitchFamily="2" charset="-52"/>
              </a:rPr>
              <a:t>, Запорожской области и Херсонской области (далее - лица, принимавшие участие в специальной военной операции);</a:t>
            </a:r>
          </a:p>
          <a:p>
            <a:pPr marL="457200" indent="-457200" algn="just">
              <a:lnSpc>
                <a:spcPct val="125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sz="2000" dirty="0">
                <a:solidFill>
                  <a:srgbClr val="001F82"/>
                </a:solidFill>
                <a:latin typeface="Montserrat" panose="00000500000000000000" pitchFamily="2" charset="-52"/>
              </a:rPr>
              <a:t>дети медицинских работников, умерших в результате инфицирования новой </a:t>
            </a:r>
            <a:r>
              <a:rPr lang="ru-RU" sz="2000" dirty="0" err="1">
                <a:solidFill>
                  <a:srgbClr val="001F82"/>
                </a:solidFill>
                <a:latin typeface="Montserrat" panose="00000500000000000000" pitchFamily="2" charset="-52"/>
              </a:rPr>
              <a:t>коронавирусной</a:t>
            </a:r>
            <a:r>
              <a:rPr lang="ru-RU" sz="2000" dirty="0">
                <a:solidFill>
                  <a:srgbClr val="001F82"/>
                </a:solidFill>
                <a:latin typeface="Montserrat" panose="00000500000000000000" pitchFamily="2" charset="-52"/>
              </a:rPr>
              <a:t> инфекцией (COVID-19) при исполнении ими </a:t>
            </a:r>
            <a:r>
              <a:rPr lang="ru-RU" sz="2000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трудовых обязанностей</a:t>
            </a:r>
            <a:r>
              <a:rPr lang="ru-RU" sz="2000" dirty="0">
                <a:solidFill>
                  <a:srgbClr val="001F82"/>
                </a:solidFill>
                <a:latin typeface="Montserrat" panose="00000500000000000000" pitchFamily="2" charset="-52"/>
              </a:rPr>
              <a:t>;</a:t>
            </a:r>
          </a:p>
          <a:p>
            <a:pPr marL="457200" indent="-457200" algn="just">
              <a:lnSpc>
                <a:spcPct val="125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sz="2000" dirty="0">
                <a:solidFill>
                  <a:srgbClr val="001F82"/>
                </a:solidFill>
                <a:latin typeface="Montserrat" panose="00000500000000000000" pitchFamily="2" charset="-52"/>
              </a:rPr>
              <a:t>Дети военнослужащих, сотрудников федеральных органов исполнительной власти и федеральных государственных органов, в </a:t>
            </a:r>
            <a:r>
              <a:rPr lang="ru-RU" sz="2000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которых федеральным </a:t>
            </a:r>
            <a:r>
              <a:rPr lang="ru-RU" sz="2000" dirty="0">
                <a:solidFill>
                  <a:srgbClr val="001F82"/>
                </a:solidFill>
                <a:latin typeface="Montserrat" panose="00000500000000000000" pitchFamily="2" charset="-52"/>
              </a:rPr>
              <a:t>законом предусмотрена военная служба, сотрудников органов внутренних дел Российской Федерации, направленных в </a:t>
            </a:r>
            <a:r>
              <a:rPr lang="ru-RU" sz="2000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другие государства </a:t>
            </a:r>
            <a:r>
              <a:rPr lang="ru-RU" sz="2000" dirty="0">
                <a:solidFill>
                  <a:srgbClr val="001F82"/>
                </a:solidFill>
                <a:latin typeface="Montserrat" panose="00000500000000000000" pitchFamily="2" charset="-52"/>
              </a:rPr>
              <a:t>органами государственной власти Российской Федерации и принимавших участие в боевых действиях при исполнении </a:t>
            </a:r>
            <a:r>
              <a:rPr lang="ru-RU" sz="2000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служебных обязанностей </a:t>
            </a:r>
            <a:r>
              <a:rPr lang="ru-RU" sz="2000" dirty="0">
                <a:solidFill>
                  <a:srgbClr val="001F82"/>
                </a:solidFill>
                <a:latin typeface="Montserrat" panose="00000500000000000000" pitchFamily="2" charset="-52"/>
              </a:rPr>
              <a:t>в этих государствах (далее – военнослужащие, сотрудники, направленные в другие государства).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title"/>
          </p:nvPr>
        </p:nvSpPr>
        <p:spPr>
          <a:xfrm>
            <a:off x="1063170" y="481694"/>
            <a:ext cx="13789480" cy="725199"/>
          </a:xfrm>
          <a:prstGeom prst="rect">
            <a:avLst/>
          </a:prstGeom>
        </p:spPr>
        <p:txBody>
          <a:bodyPr vert="horz" wrap="square" lIns="0" tIns="1714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ru-RU" b="1" dirty="0" smtClean="0">
                <a:latin typeface="Montserrat" pitchFamily="2" charset="-52"/>
              </a:rPr>
              <a:t>ОТДЕЛЬНАЯ </a:t>
            </a:r>
            <a:r>
              <a:rPr lang="ru-RU" b="1" dirty="0">
                <a:latin typeface="Montserrat" pitchFamily="2" charset="-52"/>
              </a:rPr>
              <a:t>КВОТА</a:t>
            </a:r>
          </a:p>
        </p:txBody>
      </p:sp>
      <p:sp>
        <p:nvSpPr>
          <p:cNvPr id="34" name="object 14"/>
          <p:cNvSpPr/>
          <p:nvPr/>
        </p:nvSpPr>
        <p:spPr>
          <a:xfrm>
            <a:off x="17620831" y="493400"/>
            <a:ext cx="782955" cy="972185"/>
          </a:xfrm>
          <a:custGeom>
            <a:avLst/>
            <a:gdLst/>
            <a:ahLst/>
            <a:cxnLst/>
            <a:rect l="l" t="t" r="r" b="b"/>
            <a:pathLst>
              <a:path w="782955" h="972185">
                <a:moveTo>
                  <a:pt x="782701" y="580580"/>
                </a:moveTo>
                <a:lnTo>
                  <a:pt x="593788" y="580580"/>
                </a:lnTo>
                <a:lnTo>
                  <a:pt x="588429" y="626935"/>
                </a:lnTo>
                <a:lnTo>
                  <a:pt x="573176" y="669518"/>
                </a:lnTo>
                <a:lnTo>
                  <a:pt x="549249" y="707110"/>
                </a:lnTo>
                <a:lnTo>
                  <a:pt x="517880" y="738479"/>
                </a:lnTo>
                <a:lnTo>
                  <a:pt x="480301" y="762406"/>
                </a:lnTo>
                <a:lnTo>
                  <a:pt x="437705" y="777659"/>
                </a:lnTo>
                <a:lnTo>
                  <a:pt x="391350" y="783005"/>
                </a:lnTo>
                <a:lnTo>
                  <a:pt x="344995" y="777659"/>
                </a:lnTo>
                <a:lnTo>
                  <a:pt x="302412" y="762406"/>
                </a:lnTo>
                <a:lnTo>
                  <a:pt x="264820" y="738479"/>
                </a:lnTo>
                <a:lnTo>
                  <a:pt x="233451" y="707110"/>
                </a:lnTo>
                <a:lnTo>
                  <a:pt x="209524" y="669518"/>
                </a:lnTo>
                <a:lnTo>
                  <a:pt x="194271" y="626935"/>
                </a:lnTo>
                <a:lnTo>
                  <a:pt x="188925" y="580580"/>
                </a:lnTo>
                <a:lnTo>
                  <a:pt x="194271" y="534225"/>
                </a:lnTo>
                <a:lnTo>
                  <a:pt x="209524" y="491642"/>
                </a:lnTo>
                <a:lnTo>
                  <a:pt x="233451" y="454050"/>
                </a:lnTo>
                <a:lnTo>
                  <a:pt x="264820" y="422681"/>
                </a:lnTo>
                <a:lnTo>
                  <a:pt x="302412" y="398754"/>
                </a:lnTo>
                <a:lnTo>
                  <a:pt x="344995" y="383514"/>
                </a:lnTo>
                <a:lnTo>
                  <a:pt x="391350" y="378155"/>
                </a:lnTo>
                <a:lnTo>
                  <a:pt x="391350" y="189242"/>
                </a:lnTo>
                <a:lnTo>
                  <a:pt x="342328" y="192290"/>
                </a:lnTo>
                <a:lnTo>
                  <a:pt x="295109" y="201206"/>
                </a:lnTo>
                <a:lnTo>
                  <a:pt x="250050" y="215620"/>
                </a:lnTo>
                <a:lnTo>
                  <a:pt x="207530" y="235153"/>
                </a:lnTo>
                <a:lnTo>
                  <a:pt x="167919" y="259448"/>
                </a:lnTo>
                <a:lnTo>
                  <a:pt x="131584" y="288124"/>
                </a:lnTo>
                <a:lnTo>
                  <a:pt x="98894" y="320814"/>
                </a:lnTo>
                <a:lnTo>
                  <a:pt x="70218" y="357149"/>
                </a:lnTo>
                <a:lnTo>
                  <a:pt x="45923" y="396760"/>
                </a:lnTo>
                <a:lnTo>
                  <a:pt x="26390" y="439280"/>
                </a:lnTo>
                <a:lnTo>
                  <a:pt x="11976" y="484339"/>
                </a:lnTo>
                <a:lnTo>
                  <a:pt x="3060" y="531558"/>
                </a:lnTo>
                <a:lnTo>
                  <a:pt x="0" y="580580"/>
                </a:lnTo>
                <a:lnTo>
                  <a:pt x="3060" y="629602"/>
                </a:lnTo>
                <a:lnTo>
                  <a:pt x="11976" y="676821"/>
                </a:lnTo>
                <a:lnTo>
                  <a:pt x="26390" y="721880"/>
                </a:lnTo>
                <a:lnTo>
                  <a:pt x="45923" y="764400"/>
                </a:lnTo>
                <a:lnTo>
                  <a:pt x="70218" y="804011"/>
                </a:lnTo>
                <a:lnTo>
                  <a:pt x="98894" y="840346"/>
                </a:lnTo>
                <a:lnTo>
                  <a:pt x="131584" y="873036"/>
                </a:lnTo>
                <a:lnTo>
                  <a:pt x="167919" y="901712"/>
                </a:lnTo>
                <a:lnTo>
                  <a:pt x="207530" y="926007"/>
                </a:lnTo>
                <a:lnTo>
                  <a:pt x="250050" y="945540"/>
                </a:lnTo>
                <a:lnTo>
                  <a:pt x="295109" y="959954"/>
                </a:lnTo>
                <a:lnTo>
                  <a:pt x="342328" y="968870"/>
                </a:lnTo>
                <a:lnTo>
                  <a:pt x="391350" y="971931"/>
                </a:lnTo>
                <a:lnTo>
                  <a:pt x="440385" y="968870"/>
                </a:lnTo>
                <a:lnTo>
                  <a:pt x="487616" y="959954"/>
                </a:lnTo>
                <a:lnTo>
                  <a:pt x="532688" y="945540"/>
                </a:lnTo>
                <a:lnTo>
                  <a:pt x="575208" y="926007"/>
                </a:lnTo>
                <a:lnTo>
                  <a:pt x="614819" y="901712"/>
                </a:lnTo>
                <a:lnTo>
                  <a:pt x="651167" y="873036"/>
                </a:lnTo>
                <a:lnTo>
                  <a:pt x="683856" y="840346"/>
                </a:lnTo>
                <a:lnTo>
                  <a:pt x="712533" y="804011"/>
                </a:lnTo>
                <a:lnTo>
                  <a:pt x="736815" y="764400"/>
                </a:lnTo>
                <a:lnTo>
                  <a:pt x="756348" y="721880"/>
                </a:lnTo>
                <a:lnTo>
                  <a:pt x="770750" y="676821"/>
                </a:lnTo>
                <a:lnTo>
                  <a:pt x="779665" y="629602"/>
                </a:lnTo>
                <a:lnTo>
                  <a:pt x="782701" y="580580"/>
                </a:lnTo>
                <a:close/>
              </a:path>
              <a:path w="782955" h="972185">
                <a:moveTo>
                  <a:pt x="782751" y="391350"/>
                </a:moveTo>
                <a:lnTo>
                  <a:pt x="779703" y="342328"/>
                </a:lnTo>
                <a:lnTo>
                  <a:pt x="770775" y="295097"/>
                </a:lnTo>
                <a:lnTo>
                  <a:pt x="756373" y="250050"/>
                </a:lnTo>
                <a:lnTo>
                  <a:pt x="736828" y="207530"/>
                </a:lnTo>
                <a:lnTo>
                  <a:pt x="712546" y="167919"/>
                </a:lnTo>
                <a:lnTo>
                  <a:pt x="683869" y="131584"/>
                </a:lnTo>
                <a:lnTo>
                  <a:pt x="651179" y="98894"/>
                </a:lnTo>
                <a:lnTo>
                  <a:pt x="614832" y="70218"/>
                </a:lnTo>
                <a:lnTo>
                  <a:pt x="575221" y="45923"/>
                </a:lnTo>
                <a:lnTo>
                  <a:pt x="532701" y="26390"/>
                </a:lnTo>
                <a:lnTo>
                  <a:pt x="487654" y="11976"/>
                </a:lnTo>
                <a:lnTo>
                  <a:pt x="440423" y="3060"/>
                </a:lnTo>
                <a:lnTo>
                  <a:pt x="391401" y="0"/>
                </a:lnTo>
                <a:lnTo>
                  <a:pt x="391401" y="188912"/>
                </a:lnTo>
                <a:lnTo>
                  <a:pt x="437769" y="194271"/>
                </a:lnTo>
                <a:lnTo>
                  <a:pt x="480352" y="209524"/>
                </a:lnTo>
                <a:lnTo>
                  <a:pt x="517944" y="233438"/>
                </a:lnTo>
                <a:lnTo>
                  <a:pt x="549313" y="264807"/>
                </a:lnTo>
                <a:lnTo>
                  <a:pt x="573227" y="302399"/>
                </a:lnTo>
                <a:lnTo>
                  <a:pt x="588479" y="344982"/>
                </a:lnTo>
                <a:lnTo>
                  <a:pt x="593839" y="391350"/>
                </a:lnTo>
                <a:lnTo>
                  <a:pt x="782751" y="3913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15"/>
          <p:cNvSpPr/>
          <p:nvPr/>
        </p:nvSpPr>
        <p:spPr>
          <a:xfrm>
            <a:off x="18527039" y="836592"/>
            <a:ext cx="1136015" cy="355600"/>
          </a:xfrm>
          <a:custGeom>
            <a:avLst/>
            <a:gdLst/>
            <a:ahLst/>
            <a:cxnLst/>
            <a:rect l="l" t="t" r="r" b="b"/>
            <a:pathLst>
              <a:path w="1136015" h="355600">
                <a:moveTo>
                  <a:pt x="241134" y="231355"/>
                </a:moveTo>
                <a:lnTo>
                  <a:pt x="197370" y="190157"/>
                </a:lnTo>
                <a:lnTo>
                  <a:pt x="192798" y="195757"/>
                </a:lnTo>
                <a:lnTo>
                  <a:pt x="187528" y="200812"/>
                </a:lnTo>
                <a:lnTo>
                  <a:pt x="151295" y="216141"/>
                </a:lnTo>
                <a:lnTo>
                  <a:pt x="142227" y="216598"/>
                </a:lnTo>
                <a:lnTo>
                  <a:pt x="134277" y="216230"/>
                </a:lnTo>
                <a:lnTo>
                  <a:pt x="94195" y="199351"/>
                </a:lnTo>
                <a:lnTo>
                  <a:pt x="71424" y="161658"/>
                </a:lnTo>
                <a:lnTo>
                  <a:pt x="68326" y="136855"/>
                </a:lnTo>
                <a:lnTo>
                  <a:pt x="68668" y="128384"/>
                </a:lnTo>
                <a:lnTo>
                  <a:pt x="80454" y="91490"/>
                </a:lnTo>
                <a:lnTo>
                  <a:pt x="113004" y="63131"/>
                </a:lnTo>
                <a:lnTo>
                  <a:pt x="143357" y="57048"/>
                </a:lnTo>
                <a:lnTo>
                  <a:pt x="150850" y="57416"/>
                </a:lnTo>
                <a:lnTo>
                  <a:pt x="191211" y="75260"/>
                </a:lnTo>
                <a:lnTo>
                  <a:pt x="195961" y="80937"/>
                </a:lnTo>
                <a:lnTo>
                  <a:pt x="238633" y="38265"/>
                </a:lnTo>
                <a:lnTo>
                  <a:pt x="208102" y="15214"/>
                </a:lnTo>
                <a:lnTo>
                  <a:pt x="168529" y="2438"/>
                </a:lnTo>
                <a:lnTo>
                  <a:pt x="141185" y="0"/>
                </a:lnTo>
                <a:lnTo>
                  <a:pt x="126542" y="596"/>
                </a:lnTo>
                <a:lnTo>
                  <a:pt x="85648" y="9563"/>
                </a:lnTo>
                <a:lnTo>
                  <a:pt x="50787" y="28562"/>
                </a:lnTo>
                <a:lnTo>
                  <a:pt x="23761" y="56680"/>
                </a:lnTo>
                <a:lnTo>
                  <a:pt x="6108" y="93243"/>
                </a:lnTo>
                <a:lnTo>
                  <a:pt x="0" y="136804"/>
                </a:lnTo>
                <a:lnTo>
                  <a:pt x="660" y="151739"/>
                </a:lnTo>
                <a:lnTo>
                  <a:pt x="10642" y="192709"/>
                </a:lnTo>
                <a:lnTo>
                  <a:pt x="31191" y="226745"/>
                </a:lnTo>
                <a:lnTo>
                  <a:pt x="60490" y="252425"/>
                </a:lnTo>
                <a:lnTo>
                  <a:pt x="97421" y="268770"/>
                </a:lnTo>
                <a:lnTo>
                  <a:pt x="140042" y="274358"/>
                </a:lnTo>
                <a:lnTo>
                  <a:pt x="156095" y="273634"/>
                </a:lnTo>
                <a:lnTo>
                  <a:pt x="198513" y="262801"/>
                </a:lnTo>
                <a:lnTo>
                  <a:pt x="232003" y="240779"/>
                </a:lnTo>
                <a:lnTo>
                  <a:pt x="241134" y="231355"/>
                </a:lnTo>
                <a:close/>
              </a:path>
              <a:path w="1136015" h="355600">
                <a:moveTo>
                  <a:pt x="449973" y="84251"/>
                </a:moveTo>
                <a:lnTo>
                  <a:pt x="385965" y="84251"/>
                </a:lnTo>
                <a:lnTo>
                  <a:pt x="349592" y="201891"/>
                </a:lnTo>
                <a:lnTo>
                  <a:pt x="348500" y="201891"/>
                </a:lnTo>
                <a:lnTo>
                  <a:pt x="307682" y="84251"/>
                </a:lnTo>
                <a:lnTo>
                  <a:pt x="240753" y="84251"/>
                </a:lnTo>
                <a:lnTo>
                  <a:pt x="317246" y="264426"/>
                </a:lnTo>
                <a:lnTo>
                  <a:pt x="308444" y="287337"/>
                </a:lnTo>
                <a:lnTo>
                  <a:pt x="304914" y="293408"/>
                </a:lnTo>
                <a:lnTo>
                  <a:pt x="296545" y="301929"/>
                </a:lnTo>
                <a:lnTo>
                  <a:pt x="289763" y="304101"/>
                </a:lnTo>
                <a:lnTo>
                  <a:pt x="277558" y="304101"/>
                </a:lnTo>
                <a:lnTo>
                  <a:pt x="274294" y="303784"/>
                </a:lnTo>
                <a:lnTo>
                  <a:pt x="267195" y="302590"/>
                </a:lnTo>
                <a:lnTo>
                  <a:pt x="263931" y="301764"/>
                </a:lnTo>
                <a:lnTo>
                  <a:pt x="260997" y="300799"/>
                </a:lnTo>
                <a:lnTo>
                  <a:pt x="254368" y="351548"/>
                </a:lnTo>
                <a:lnTo>
                  <a:pt x="258775" y="352742"/>
                </a:lnTo>
                <a:lnTo>
                  <a:pt x="263982" y="353733"/>
                </a:lnTo>
                <a:lnTo>
                  <a:pt x="276034" y="355180"/>
                </a:lnTo>
                <a:lnTo>
                  <a:pt x="281838" y="355574"/>
                </a:lnTo>
                <a:lnTo>
                  <a:pt x="295833" y="355320"/>
                </a:lnTo>
                <a:lnTo>
                  <a:pt x="333248" y="344881"/>
                </a:lnTo>
                <a:lnTo>
                  <a:pt x="359003" y="314693"/>
                </a:lnTo>
                <a:lnTo>
                  <a:pt x="367995" y="294932"/>
                </a:lnTo>
                <a:lnTo>
                  <a:pt x="449973" y="84251"/>
                </a:lnTo>
                <a:close/>
              </a:path>
              <a:path w="1136015" h="355600">
                <a:moveTo>
                  <a:pt x="676821" y="175069"/>
                </a:moveTo>
                <a:lnTo>
                  <a:pt x="667461" y="130022"/>
                </a:lnTo>
                <a:lnTo>
                  <a:pt x="666661" y="128435"/>
                </a:lnTo>
                <a:lnTo>
                  <a:pt x="663473" y="122085"/>
                </a:lnTo>
                <a:lnTo>
                  <a:pt x="658825" y="114681"/>
                </a:lnTo>
                <a:lnTo>
                  <a:pt x="653529" y="107810"/>
                </a:lnTo>
                <a:lnTo>
                  <a:pt x="652500" y="106730"/>
                </a:lnTo>
                <a:lnTo>
                  <a:pt x="647611" y="101549"/>
                </a:lnTo>
                <a:lnTo>
                  <a:pt x="641070" y="95973"/>
                </a:lnTo>
                <a:lnTo>
                  <a:pt x="633907" y="91071"/>
                </a:lnTo>
                <a:lnTo>
                  <a:pt x="626122" y="86855"/>
                </a:lnTo>
                <a:lnTo>
                  <a:pt x="618363" y="83718"/>
                </a:lnTo>
                <a:lnTo>
                  <a:pt x="618363" y="169202"/>
                </a:lnTo>
                <a:lnTo>
                  <a:pt x="618312" y="181317"/>
                </a:lnTo>
                <a:lnTo>
                  <a:pt x="599465" y="215734"/>
                </a:lnTo>
                <a:lnTo>
                  <a:pt x="582472" y="222516"/>
                </a:lnTo>
                <a:lnTo>
                  <a:pt x="568464" y="222516"/>
                </a:lnTo>
                <a:lnTo>
                  <a:pt x="536359" y="198310"/>
                </a:lnTo>
                <a:lnTo>
                  <a:pt x="534327" y="192709"/>
                </a:lnTo>
                <a:lnTo>
                  <a:pt x="532206" y="187071"/>
                </a:lnTo>
                <a:lnTo>
                  <a:pt x="531177" y="181317"/>
                </a:lnTo>
                <a:lnTo>
                  <a:pt x="531253" y="169202"/>
                </a:lnTo>
                <a:lnTo>
                  <a:pt x="532257" y="163830"/>
                </a:lnTo>
                <a:lnTo>
                  <a:pt x="556958" y="132448"/>
                </a:lnTo>
                <a:lnTo>
                  <a:pt x="568464" y="128435"/>
                </a:lnTo>
                <a:lnTo>
                  <a:pt x="582422" y="128435"/>
                </a:lnTo>
                <a:lnTo>
                  <a:pt x="613740" y="152158"/>
                </a:lnTo>
                <a:lnTo>
                  <a:pt x="618363" y="169202"/>
                </a:lnTo>
                <a:lnTo>
                  <a:pt x="618363" y="83718"/>
                </a:lnTo>
                <a:lnTo>
                  <a:pt x="617791" y="83477"/>
                </a:lnTo>
                <a:lnTo>
                  <a:pt x="609015" y="81064"/>
                </a:lnTo>
                <a:lnTo>
                  <a:pt x="599782" y="79629"/>
                </a:lnTo>
                <a:lnTo>
                  <a:pt x="590080" y="79146"/>
                </a:lnTo>
                <a:lnTo>
                  <a:pt x="580288" y="79654"/>
                </a:lnTo>
                <a:lnTo>
                  <a:pt x="541667" y="96393"/>
                </a:lnTo>
                <a:lnTo>
                  <a:pt x="531609" y="106730"/>
                </a:lnTo>
                <a:lnTo>
                  <a:pt x="530529" y="106730"/>
                </a:lnTo>
                <a:lnTo>
                  <a:pt x="530529" y="84251"/>
                </a:lnTo>
                <a:lnTo>
                  <a:pt x="473151" y="84251"/>
                </a:lnTo>
                <a:lnTo>
                  <a:pt x="473151" y="355561"/>
                </a:lnTo>
                <a:lnTo>
                  <a:pt x="533463" y="355561"/>
                </a:lnTo>
                <a:lnTo>
                  <a:pt x="533463" y="247103"/>
                </a:lnTo>
                <a:lnTo>
                  <a:pt x="534212" y="247103"/>
                </a:lnTo>
                <a:lnTo>
                  <a:pt x="573239" y="270751"/>
                </a:lnTo>
                <a:lnTo>
                  <a:pt x="589699" y="272465"/>
                </a:lnTo>
                <a:lnTo>
                  <a:pt x="599719" y="271957"/>
                </a:lnTo>
                <a:lnTo>
                  <a:pt x="641400" y="254965"/>
                </a:lnTo>
                <a:lnTo>
                  <a:pt x="666648" y="222516"/>
                </a:lnTo>
                <a:lnTo>
                  <a:pt x="667689" y="220395"/>
                </a:lnTo>
                <a:lnTo>
                  <a:pt x="670966" y="211823"/>
                </a:lnTo>
                <a:lnTo>
                  <a:pt x="673531" y="202933"/>
                </a:lnTo>
                <a:lnTo>
                  <a:pt x="675360" y="193827"/>
                </a:lnTo>
                <a:lnTo>
                  <a:pt x="676452" y="184543"/>
                </a:lnTo>
                <a:lnTo>
                  <a:pt x="676821" y="175069"/>
                </a:lnTo>
                <a:close/>
              </a:path>
              <a:path w="1136015" h="355600">
                <a:moveTo>
                  <a:pt x="881976" y="7061"/>
                </a:moveTo>
                <a:lnTo>
                  <a:pt x="718032" y="7061"/>
                </a:lnTo>
                <a:lnTo>
                  <a:pt x="718032" y="61671"/>
                </a:lnTo>
                <a:lnTo>
                  <a:pt x="718032" y="267411"/>
                </a:lnTo>
                <a:lnTo>
                  <a:pt x="781278" y="267411"/>
                </a:lnTo>
                <a:lnTo>
                  <a:pt x="781278" y="61671"/>
                </a:lnTo>
                <a:lnTo>
                  <a:pt x="881976" y="61671"/>
                </a:lnTo>
                <a:lnTo>
                  <a:pt x="881976" y="7061"/>
                </a:lnTo>
                <a:close/>
              </a:path>
              <a:path w="1136015" h="355600">
                <a:moveTo>
                  <a:pt x="1135634" y="7061"/>
                </a:moveTo>
                <a:lnTo>
                  <a:pt x="1068387" y="7061"/>
                </a:lnTo>
                <a:lnTo>
                  <a:pt x="1016165" y="136474"/>
                </a:lnTo>
                <a:lnTo>
                  <a:pt x="961771" y="6997"/>
                </a:lnTo>
                <a:lnTo>
                  <a:pt x="891844" y="6997"/>
                </a:lnTo>
                <a:lnTo>
                  <a:pt x="983373" y="209600"/>
                </a:lnTo>
                <a:lnTo>
                  <a:pt x="979944" y="213995"/>
                </a:lnTo>
                <a:lnTo>
                  <a:pt x="976261" y="217093"/>
                </a:lnTo>
                <a:lnTo>
                  <a:pt x="968451" y="220776"/>
                </a:lnTo>
                <a:lnTo>
                  <a:pt x="963993" y="221703"/>
                </a:lnTo>
                <a:lnTo>
                  <a:pt x="952754" y="221703"/>
                </a:lnTo>
                <a:lnTo>
                  <a:pt x="947115" y="219798"/>
                </a:lnTo>
                <a:lnTo>
                  <a:pt x="937336" y="212204"/>
                </a:lnTo>
                <a:lnTo>
                  <a:pt x="933323" y="208572"/>
                </a:lnTo>
                <a:lnTo>
                  <a:pt x="930122" y="205143"/>
                </a:lnTo>
                <a:lnTo>
                  <a:pt x="891146" y="249110"/>
                </a:lnTo>
                <a:lnTo>
                  <a:pt x="928497" y="271919"/>
                </a:lnTo>
                <a:lnTo>
                  <a:pt x="956983" y="274675"/>
                </a:lnTo>
                <a:lnTo>
                  <a:pt x="966406" y="274370"/>
                </a:lnTo>
                <a:lnTo>
                  <a:pt x="1004176" y="263918"/>
                </a:lnTo>
                <a:lnTo>
                  <a:pt x="1033640" y="236080"/>
                </a:lnTo>
                <a:lnTo>
                  <a:pt x="1047051" y="210731"/>
                </a:lnTo>
                <a:lnTo>
                  <a:pt x="1135634" y="706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6" name="object 16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7041" y="1297362"/>
            <a:ext cx="1130606" cy="155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135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Таблица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469481"/>
              </p:ext>
            </p:extLst>
          </p:nvPr>
        </p:nvGraphicFramePr>
        <p:xfrm>
          <a:off x="1852156" y="2378075"/>
          <a:ext cx="16399788" cy="63373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66596">
                  <a:extLst>
                    <a:ext uri="{9D8B030D-6E8A-4147-A177-3AD203B41FA5}">
                      <a16:colId xmlns:a16="http://schemas.microsoft.com/office/drawing/2014/main" val="557330496"/>
                    </a:ext>
                  </a:extLst>
                </a:gridCol>
                <a:gridCol w="5466596">
                  <a:extLst>
                    <a:ext uri="{9D8B030D-6E8A-4147-A177-3AD203B41FA5}">
                      <a16:colId xmlns:a16="http://schemas.microsoft.com/office/drawing/2014/main" val="3553087024"/>
                    </a:ext>
                  </a:extLst>
                </a:gridCol>
                <a:gridCol w="5466596">
                  <a:extLst>
                    <a:ext uri="{9D8B030D-6E8A-4147-A177-3AD203B41FA5}">
                      <a16:colId xmlns:a16="http://schemas.microsoft.com/office/drawing/2014/main" val="3678209321"/>
                    </a:ext>
                  </a:extLst>
                </a:gridCol>
              </a:tblGrid>
              <a:tr h="2298745">
                <a:tc>
                  <a:txBody>
                    <a:bodyPr/>
                    <a:lstStyle/>
                    <a:p>
                      <a:pPr algn="ctr"/>
                      <a:r>
                        <a:rPr lang="ru-RU" sz="2700" b="1" dirty="0" smtClean="0">
                          <a:solidFill>
                            <a:schemeClr val="bg1"/>
                          </a:solidFill>
                          <a:latin typeface="Montserrat" panose="00000500000000000000" pitchFamily="2" charset="-52"/>
                          <a:ea typeface="Open Sans" pitchFamily="2" charset="0"/>
                          <a:cs typeface="Open Sans" pitchFamily="2" charset="0"/>
                        </a:rPr>
                        <a:t>ЕГЭ</a:t>
                      </a:r>
                      <a:endParaRPr lang="ru-RU" sz="2700" b="1" dirty="0">
                        <a:solidFill>
                          <a:schemeClr val="bg1"/>
                        </a:solidFill>
                        <a:latin typeface="Montserrat" panose="00000500000000000000" pitchFamily="2" charset="-52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1F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700" b="1" dirty="0" smtClean="0">
                          <a:solidFill>
                            <a:schemeClr val="bg1"/>
                          </a:solidFill>
                          <a:latin typeface="Montserrat" panose="00000500000000000000" pitchFamily="2" charset="-52"/>
                          <a:ea typeface="Open Sans" pitchFamily="2" charset="0"/>
                          <a:cs typeface="Open Sans" pitchFamily="2" charset="0"/>
                        </a:rPr>
                        <a:t>ЕГЭ + Экзамены творческой</a:t>
                      </a:r>
                    </a:p>
                    <a:p>
                      <a:pPr algn="ctr"/>
                      <a:r>
                        <a:rPr lang="ru-RU" sz="2700" b="1" dirty="0" smtClean="0">
                          <a:solidFill>
                            <a:schemeClr val="bg1"/>
                          </a:solidFill>
                          <a:latin typeface="Montserrat" panose="00000500000000000000" pitchFamily="2" charset="-52"/>
                          <a:ea typeface="Open Sans" pitchFamily="2" charset="0"/>
                          <a:cs typeface="Open Sans" pitchFamily="2" charset="0"/>
                        </a:rPr>
                        <a:t>и (или) профессиональной</a:t>
                      </a:r>
                    </a:p>
                    <a:p>
                      <a:pPr algn="ctr"/>
                      <a:r>
                        <a:rPr lang="ru-RU" sz="2700" b="1" dirty="0" smtClean="0">
                          <a:solidFill>
                            <a:schemeClr val="bg1"/>
                          </a:solidFill>
                          <a:latin typeface="Montserrat" panose="00000500000000000000" pitchFamily="2" charset="-52"/>
                          <a:ea typeface="Open Sans" pitchFamily="2" charset="0"/>
                          <a:cs typeface="Open Sans" pitchFamily="2" charset="0"/>
                        </a:rPr>
                        <a:t>направленности</a:t>
                      </a:r>
                      <a:endParaRPr lang="ru-RU" sz="2700" b="1" dirty="0">
                        <a:solidFill>
                          <a:schemeClr val="bg1"/>
                        </a:solidFill>
                        <a:latin typeface="Montserrat" panose="00000500000000000000" pitchFamily="2" charset="-52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1F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700" b="1" dirty="0" smtClean="0">
                          <a:solidFill>
                            <a:schemeClr val="bg1"/>
                          </a:solidFill>
                          <a:latin typeface="Montserrat" panose="00000500000000000000" pitchFamily="2" charset="-52"/>
                          <a:ea typeface="Open Sans" pitchFamily="2" charset="0"/>
                          <a:cs typeface="Open Sans" pitchFamily="2" charset="0"/>
                        </a:rPr>
                        <a:t>Вступительные</a:t>
                      </a:r>
                    </a:p>
                    <a:p>
                      <a:pPr algn="ctr"/>
                      <a:r>
                        <a:rPr lang="ru-RU" sz="2700" b="1" dirty="0" smtClean="0">
                          <a:solidFill>
                            <a:schemeClr val="bg1"/>
                          </a:solidFill>
                          <a:latin typeface="Montserrat" panose="00000500000000000000" pitchFamily="2" charset="-52"/>
                          <a:ea typeface="Open Sans" pitchFamily="2" charset="0"/>
                          <a:cs typeface="Open Sans" pitchFamily="2" charset="0"/>
                        </a:rPr>
                        <a:t>экзамены в СурГУ</a:t>
                      </a:r>
                      <a:endParaRPr lang="ru-RU" sz="2700" b="1" dirty="0">
                        <a:solidFill>
                          <a:schemeClr val="bg1"/>
                        </a:solidFill>
                        <a:latin typeface="Montserrat" panose="00000500000000000000" pitchFamily="2" charset="-52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1F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2887450"/>
                  </a:ext>
                </a:extLst>
              </a:tr>
              <a:tr h="1889760">
                <a:tc>
                  <a:txBody>
                    <a:bodyPr/>
                    <a:lstStyle/>
                    <a:p>
                      <a:pPr algn="ctr"/>
                      <a:r>
                        <a:rPr lang="ru-RU" sz="2700" b="1" dirty="0" smtClean="0">
                          <a:solidFill>
                            <a:srgbClr val="001F82"/>
                          </a:solidFill>
                          <a:latin typeface="Montserrat" panose="00000500000000000000" pitchFamily="2" charset="-52"/>
                          <a:ea typeface="Open Sans" pitchFamily="2" charset="0"/>
                          <a:cs typeface="Open Sans" pitchFamily="2" charset="0"/>
                        </a:rPr>
                        <a:t>25 июля </a:t>
                      </a:r>
                      <a:r>
                        <a:rPr lang="ru-RU" sz="2700" dirty="0" smtClean="0">
                          <a:solidFill>
                            <a:srgbClr val="001F82"/>
                          </a:solidFill>
                          <a:latin typeface="Montserrat" panose="00000500000000000000" pitchFamily="2" charset="-52"/>
                          <a:ea typeface="Open Sans" pitchFamily="2" charset="0"/>
                          <a:cs typeface="Open Sans" pitchFamily="2" charset="0"/>
                        </a:rPr>
                        <a:t>– бюджет</a:t>
                      </a:r>
                      <a:endParaRPr lang="ru-RU" sz="2700" dirty="0">
                        <a:solidFill>
                          <a:srgbClr val="001F82"/>
                        </a:solidFill>
                        <a:latin typeface="Montserrat" panose="00000500000000000000" pitchFamily="2" charset="-52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700" b="1" dirty="0" smtClean="0">
                          <a:solidFill>
                            <a:srgbClr val="001F82"/>
                          </a:solidFill>
                          <a:latin typeface="Montserrat" panose="00000500000000000000" pitchFamily="2" charset="-52"/>
                          <a:ea typeface="Open Sans" pitchFamily="2" charset="0"/>
                          <a:cs typeface="Open Sans" pitchFamily="2" charset="0"/>
                        </a:rPr>
                        <a:t>20 июля </a:t>
                      </a:r>
                      <a:r>
                        <a:rPr lang="ru-RU" sz="2700" dirty="0" smtClean="0">
                          <a:solidFill>
                            <a:srgbClr val="001F82"/>
                          </a:solidFill>
                          <a:latin typeface="Montserrat" panose="00000500000000000000" pitchFamily="2" charset="-52"/>
                          <a:ea typeface="Open Sans" pitchFamily="2" charset="0"/>
                          <a:cs typeface="Open Sans" pitchFamily="2" charset="0"/>
                        </a:rPr>
                        <a:t>– бюджет</a:t>
                      </a:r>
                      <a:endParaRPr lang="ru-RU" sz="2700" dirty="0">
                        <a:solidFill>
                          <a:srgbClr val="001F82"/>
                        </a:solidFill>
                        <a:latin typeface="Montserrat" panose="00000500000000000000" pitchFamily="2" charset="-52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700" b="1" dirty="0" smtClean="0">
                          <a:solidFill>
                            <a:srgbClr val="001F82"/>
                          </a:solidFill>
                          <a:latin typeface="Montserrat" panose="00000500000000000000" pitchFamily="2" charset="-52"/>
                          <a:ea typeface="Open Sans" pitchFamily="2" charset="0"/>
                          <a:cs typeface="Open Sans" pitchFamily="2" charset="0"/>
                        </a:rPr>
                        <a:t>20 июля </a:t>
                      </a:r>
                      <a:r>
                        <a:rPr lang="ru-RU" sz="2700" dirty="0" smtClean="0">
                          <a:solidFill>
                            <a:srgbClr val="001F82"/>
                          </a:solidFill>
                          <a:latin typeface="Montserrat" panose="00000500000000000000" pitchFamily="2" charset="-52"/>
                          <a:ea typeface="Open Sans" pitchFamily="2" charset="0"/>
                          <a:cs typeface="Open Sans" pitchFamily="2" charset="0"/>
                        </a:rPr>
                        <a:t>– бюджет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61611006"/>
                  </a:ext>
                </a:extLst>
              </a:tr>
              <a:tr h="761074">
                <a:tc>
                  <a:txBody>
                    <a:bodyPr/>
                    <a:lstStyle/>
                    <a:p>
                      <a:pPr algn="ctr"/>
                      <a:endParaRPr lang="ru-RU" sz="2700" b="1" dirty="0" smtClean="0">
                        <a:solidFill>
                          <a:srgbClr val="001F82"/>
                        </a:solidFill>
                        <a:latin typeface="Montserrat" panose="00000500000000000000" pitchFamily="2" charset="-52"/>
                        <a:ea typeface="Open Sans" pitchFamily="2" charset="0"/>
                        <a:cs typeface="Open Sans" pitchFamily="2" charset="0"/>
                      </a:endParaRPr>
                    </a:p>
                    <a:p>
                      <a:pPr algn="ctr"/>
                      <a:r>
                        <a:rPr lang="ru-RU" sz="2700" b="1" dirty="0" smtClean="0">
                          <a:solidFill>
                            <a:srgbClr val="001F82"/>
                          </a:solidFill>
                          <a:latin typeface="Montserrat" panose="00000500000000000000" pitchFamily="2" charset="-52"/>
                          <a:ea typeface="Open Sans" pitchFamily="2" charset="0"/>
                          <a:cs typeface="Open Sans" pitchFamily="2" charset="0"/>
                        </a:rPr>
                        <a:t>9 августа </a:t>
                      </a:r>
                      <a:r>
                        <a:rPr lang="ru-RU" sz="2700" dirty="0" smtClean="0">
                          <a:solidFill>
                            <a:srgbClr val="001F82"/>
                          </a:solidFill>
                          <a:latin typeface="Montserrat" panose="00000500000000000000" pitchFamily="2" charset="-52"/>
                          <a:ea typeface="Open Sans" pitchFamily="2" charset="0"/>
                          <a:cs typeface="Open Sans" pitchFamily="2" charset="0"/>
                        </a:rPr>
                        <a:t>–</a:t>
                      </a:r>
                      <a:r>
                        <a:rPr lang="ru-RU" sz="2700" baseline="0" dirty="0" smtClean="0">
                          <a:solidFill>
                            <a:srgbClr val="001F82"/>
                          </a:solidFill>
                          <a:latin typeface="Montserrat" panose="00000500000000000000" pitchFamily="2" charset="-52"/>
                          <a:ea typeface="Open Sans" pitchFamily="2" charset="0"/>
                          <a:cs typeface="Open Sans" pitchFamily="2" charset="0"/>
                        </a:rPr>
                        <a:t> </a:t>
                      </a:r>
                      <a:r>
                        <a:rPr lang="ru-RU" sz="2700" dirty="0" err="1" smtClean="0">
                          <a:solidFill>
                            <a:srgbClr val="001F82"/>
                          </a:solidFill>
                          <a:latin typeface="Montserrat" panose="00000500000000000000" pitchFamily="2" charset="-52"/>
                          <a:ea typeface="Open Sans" pitchFamily="2" charset="0"/>
                          <a:cs typeface="Open Sans" pitchFamily="2" charset="0"/>
                        </a:rPr>
                        <a:t>внебюджет</a:t>
                      </a:r>
                      <a:endParaRPr lang="ru-RU" sz="2700" dirty="0" smtClean="0">
                        <a:solidFill>
                          <a:srgbClr val="001F82"/>
                        </a:solidFill>
                        <a:latin typeface="Montserrat" panose="00000500000000000000" pitchFamily="2" charset="-52"/>
                        <a:ea typeface="Open Sans" pitchFamily="2" charset="0"/>
                        <a:cs typeface="Open Sans" pitchFamily="2" charset="0"/>
                      </a:endParaRPr>
                    </a:p>
                    <a:p>
                      <a:pPr algn="ctr"/>
                      <a:r>
                        <a:rPr lang="ru-RU" sz="2700" dirty="0" smtClean="0">
                          <a:solidFill>
                            <a:srgbClr val="001F82"/>
                          </a:solidFill>
                          <a:latin typeface="Montserrat" panose="00000500000000000000" pitchFamily="2" charset="-52"/>
                          <a:ea typeface="Open Sans" pitchFamily="2" charset="0"/>
                          <a:cs typeface="Open Sans" pitchFamily="2" charset="0"/>
                        </a:rPr>
                        <a:t>(очная, очно-заочная</a:t>
                      </a:r>
                    </a:p>
                    <a:p>
                      <a:pPr algn="ctr"/>
                      <a:r>
                        <a:rPr lang="ru-RU" sz="2700" dirty="0" smtClean="0">
                          <a:solidFill>
                            <a:srgbClr val="001F82"/>
                          </a:solidFill>
                          <a:latin typeface="Montserrat" panose="00000500000000000000" pitchFamily="2" charset="-52"/>
                          <a:ea typeface="Open Sans" pitchFamily="2" charset="0"/>
                          <a:cs typeface="Open Sans" pitchFamily="2" charset="0"/>
                        </a:rPr>
                        <a:t>и заочная формы обучения)</a:t>
                      </a:r>
                    </a:p>
                    <a:p>
                      <a:pPr algn="ctr"/>
                      <a:endParaRPr lang="ru-RU" sz="2700" dirty="0" smtClean="0">
                        <a:solidFill>
                          <a:srgbClr val="001F82"/>
                        </a:solidFill>
                        <a:latin typeface="Montserrat" panose="00000500000000000000" pitchFamily="2" charset="-52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700" b="1" dirty="0" smtClean="0">
                          <a:solidFill>
                            <a:srgbClr val="001F82"/>
                          </a:solidFill>
                          <a:latin typeface="Montserrat" panose="00000500000000000000" pitchFamily="2" charset="-52"/>
                          <a:ea typeface="Open Sans" pitchFamily="2" charset="0"/>
                          <a:cs typeface="Open Sans" pitchFamily="2" charset="0"/>
                        </a:rPr>
                        <a:t>20 июля </a:t>
                      </a:r>
                      <a:r>
                        <a:rPr lang="ru-RU" sz="2700" dirty="0" smtClean="0">
                          <a:solidFill>
                            <a:srgbClr val="001F82"/>
                          </a:solidFill>
                          <a:latin typeface="Montserrat" panose="00000500000000000000" pitchFamily="2" charset="-52"/>
                          <a:ea typeface="Open Sans" pitchFamily="2" charset="0"/>
                          <a:cs typeface="Open Sans" pitchFamily="2" charset="0"/>
                        </a:rPr>
                        <a:t>– </a:t>
                      </a:r>
                      <a:r>
                        <a:rPr lang="ru-RU" sz="2700" dirty="0" err="1" smtClean="0">
                          <a:solidFill>
                            <a:srgbClr val="001F82"/>
                          </a:solidFill>
                          <a:latin typeface="Montserrat" panose="00000500000000000000" pitchFamily="2" charset="-52"/>
                          <a:ea typeface="Open Sans" pitchFamily="2" charset="0"/>
                          <a:cs typeface="Open Sans" pitchFamily="2" charset="0"/>
                        </a:rPr>
                        <a:t>внебюджет</a:t>
                      </a:r>
                      <a:endParaRPr lang="ru-RU" sz="2700" dirty="0" smtClean="0">
                        <a:solidFill>
                          <a:srgbClr val="001F82"/>
                        </a:solidFill>
                        <a:latin typeface="Montserrat" panose="00000500000000000000" pitchFamily="2" charset="-52"/>
                        <a:ea typeface="Open Sans" pitchFamily="2" charset="0"/>
                        <a:cs typeface="Open Sans" pitchFamily="2" charset="0"/>
                      </a:endParaRPr>
                    </a:p>
                    <a:p>
                      <a:pPr algn="ctr"/>
                      <a:r>
                        <a:rPr lang="ru-RU" sz="2700" dirty="0" smtClean="0">
                          <a:solidFill>
                            <a:srgbClr val="001F82"/>
                          </a:solidFill>
                          <a:latin typeface="Montserrat" panose="00000500000000000000" pitchFamily="2" charset="-52"/>
                          <a:ea typeface="Open Sans" pitchFamily="2" charset="0"/>
                          <a:cs typeface="Open Sans" pitchFamily="2" charset="0"/>
                        </a:rPr>
                        <a:t>(очная, очно-заочная</a:t>
                      </a:r>
                    </a:p>
                    <a:p>
                      <a:pPr algn="ctr"/>
                      <a:r>
                        <a:rPr lang="ru-RU" sz="2700" dirty="0" smtClean="0">
                          <a:solidFill>
                            <a:srgbClr val="001F82"/>
                          </a:solidFill>
                          <a:latin typeface="Montserrat" panose="00000500000000000000" pitchFamily="2" charset="-52"/>
                          <a:ea typeface="Open Sans" pitchFamily="2" charset="0"/>
                          <a:cs typeface="Open Sans" pitchFamily="2" charset="0"/>
                        </a:rPr>
                        <a:t>и заочная формы обучения)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700" b="1" dirty="0" smtClean="0">
                          <a:solidFill>
                            <a:srgbClr val="001F82"/>
                          </a:solidFill>
                          <a:latin typeface="Montserrat" panose="00000500000000000000" pitchFamily="2" charset="-52"/>
                          <a:ea typeface="Open Sans" pitchFamily="2" charset="0"/>
                          <a:cs typeface="Open Sans" pitchFamily="2" charset="0"/>
                        </a:rPr>
                        <a:t>20 июля </a:t>
                      </a:r>
                      <a:r>
                        <a:rPr lang="ru-RU" sz="2700" dirty="0" smtClean="0">
                          <a:solidFill>
                            <a:srgbClr val="001F82"/>
                          </a:solidFill>
                          <a:latin typeface="Montserrat" panose="00000500000000000000" pitchFamily="2" charset="-52"/>
                          <a:ea typeface="Open Sans" pitchFamily="2" charset="0"/>
                          <a:cs typeface="Open Sans" pitchFamily="2" charset="0"/>
                        </a:rPr>
                        <a:t>– </a:t>
                      </a:r>
                      <a:r>
                        <a:rPr lang="ru-RU" sz="2700" dirty="0" err="1" smtClean="0">
                          <a:solidFill>
                            <a:srgbClr val="001F82"/>
                          </a:solidFill>
                          <a:latin typeface="Montserrat" panose="00000500000000000000" pitchFamily="2" charset="-52"/>
                          <a:ea typeface="Open Sans" pitchFamily="2" charset="0"/>
                          <a:cs typeface="Open Sans" pitchFamily="2" charset="0"/>
                        </a:rPr>
                        <a:t>внебюджет</a:t>
                      </a:r>
                      <a:endParaRPr lang="ru-RU" sz="2700" dirty="0" smtClean="0">
                        <a:solidFill>
                          <a:srgbClr val="001F82"/>
                        </a:solidFill>
                        <a:latin typeface="Montserrat" panose="00000500000000000000" pitchFamily="2" charset="-52"/>
                        <a:ea typeface="Open Sans" pitchFamily="2" charset="0"/>
                        <a:cs typeface="Open Sans" pitchFamily="2" charset="0"/>
                      </a:endParaRPr>
                    </a:p>
                    <a:p>
                      <a:pPr algn="ctr"/>
                      <a:r>
                        <a:rPr lang="ru-RU" sz="2700" dirty="0" smtClean="0">
                          <a:solidFill>
                            <a:srgbClr val="001F82"/>
                          </a:solidFill>
                          <a:latin typeface="Montserrat" panose="00000500000000000000" pitchFamily="2" charset="-52"/>
                          <a:ea typeface="Open Sans" pitchFamily="2" charset="0"/>
                          <a:cs typeface="Open Sans" pitchFamily="2" charset="0"/>
                        </a:rPr>
                        <a:t>(очная, очно-заочная</a:t>
                      </a:r>
                    </a:p>
                    <a:p>
                      <a:pPr algn="ctr"/>
                      <a:r>
                        <a:rPr lang="ru-RU" sz="2700" dirty="0" smtClean="0">
                          <a:solidFill>
                            <a:srgbClr val="001F82"/>
                          </a:solidFill>
                          <a:latin typeface="Montserrat" panose="00000500000000000000" pitchFamily="2" charset="-52"/>
                          <a:ea typeface="Open Sans" pitchFamily="2" charset="0"/>
                          <a:cs typeface="Open Sans" pitchFamily="2" charset="0"/>
                        </a:rPr>
                        <a:t>и заочная формы обучения)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9822618"/>
                  </a:ext>
                </a:extLst>
              </a:tr>
            </a:tbl>
          </a:graphicData>
        </a:graphic>
      </p:graphicFrame>
      <p:sp>
        <p:nvSpPr>
          <p:cNvPr id="8" name="object 30"/>
          <p:cNvSpPr txBox="1"/>
          <p:nvPr/>
        </p:nvSpPr>
        <p:spPr>
          <a:xfrm>
            <a:off x="1852156" y="9816960"/>
            <a:ext cx="16262303" cy="3969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just">
              <a:lnSpc>
                <a:spcPct val="125000"/>
              </a:lnSpc>
              <a:spcAft>
                <a:spcPts val="600"/>
              </a:spcAft>
            </a:pPr>
            <a:r>
              <a:rPr lang="ru-RU" sz="2000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Изменения </a:t>
            </a:r>
            <a:r>
              <a:rPr lang="ru-RU" sz="2000" dirty="0">
                <a:solidFill>
                  <a:srgbClr val="001F82"/>
                </a:solidFill>
                <a:latin typeface="Montserrat" panose="00000500000000000000" pitchFamily="2" charset="-52"/>
              </a:rPr>
              <a:t>в заявление, в том числе приоритеты – можно вносить до дня завершения приёма документов</a:t>
            </a:r>
          </a:p>
        </p:txBody>
      </p:sp>
      <p:sp>
        <p:nvSpPr>
          <p:cNvPr id="9" name="Заголовок 7"/>
          <p:cNvSpPr txBox="1">
            <a:spLocks/>
          </p:cNvSpPr>
          <p:nvPr/>
        </p:nvSpPr>
        <p:spPr>
          <a:xfrm>
            <a:off x="1852156" y="1098961"/>
            <a:ext cx="18440400" cy="728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chemeClr val="bg1"/>
                </a:solidFill>
                <a:latin typeface="Microsoft Sans Serif"/>
                <a:ea typeface="+mj-ea"/>
                <a:cs typeface="Microsoft Sans Serif"/>
              </a:defRPr>
            </a:lvl1pPr>
          </a:lstStyle>
          <a:p>
            <a:r>
              <a:rPr lang="ru-RU" kern="0" dirty="0">
                <a:solidFill>
                  <a:srgbClr val="001F82"/>
                </a:solidFill>
              </a:rPr>
              <a:t>З</a:t>
            </a:r>
            <a:r>
              <a:rPr lang="ru-RU" kern="0" dirty="0" smtClean="0">
                <a:solidFill>
                  <a:srgbClr val="001F82"/>
                </a:solidFill>
              </a:rPr>
              <a:t>авершение приема документов</a:t>
            </a:r>
            <a:endParaRPr lang="ru-RU" kern="0" dirty="0">
              <a:solidFill>
                <a:srgbClr val="001F8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6767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0104100" cy="1790064"/>
          </a:xfrm>
          <a:custGeom>
            <a:avLst/>
            <a:gdLst/>
            <a:ahLst/>
            <a:cxnLst/>
            <a:rect l="l" t="t" r="r" b="b"/>
            <a:pathLst>
              <a:path w="20104100" h="1790064">
                <a:moveTo>
                  <a:pt x="20104099" y="0"/>
                </a:moveTo>
                <a:lnTo>
                  <a:pt x="0" y="0"/>
                </a:lnTo>
                <a:lnTo>
                  <a:pt x="0" y="1789715"/>
                </a:lnTo>
                <a:lnTo>
                  <a:pt x="20104099" y="1789715"/>
                </a:lnTo>
                <a:lnTo>
                  <a:pt x="20104099" y="0"/>
                </a:lnTo>
                <a:close/>
              </a:path>
            </a:pathLst>
          </a:custGeom>
          <a:solidFill>
            <a:srgbClr val="001F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1938110" y="2987675"/>
            <a:ext cx="16227880" cy="678326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ru-RU" sz="3200" b="1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Поступающий </a:t>
            </a:r>
            <a:r>
              <a:rPr lang="ru-RU" sz="3200" b="1" dirty="0">
                <a:solidFill>
                  <a:srgbClr val="001F82"/>
                </a:solidFill>
                <a:latin typeface="Montserrat" panose="00000500000000000000" pitchFamily="2" charset="-52"/>
              </a:rPr>
              <a:t>подлежит зачислению</a:t>
            </a:r>
            <a:r>
              <a:rPr lang="ru-RU" sz="3200" dirty="0">
                <a:solidFill>
                  <a:srgbClr val="001F82"/>
                </a:solidFill>
                <a:latin typeface="Montserrat" panose="00000500000000000000" pitchFamily="2" charset="-52"/>
              </a:rPr>
              <a:t>, если по состоянию на день завершения приема оригинала выполнено одно из следующих условий</a:t>
            </a:r>
            <a:r>
              <a:rPr lang="ru-RU" sz="3200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:</a:t>
            </a:r>
          </a:p>
          <a:p>
            <a:pPr algn="just">
              <a:lnSpc>
                <a:spcPct val="125000"/>
              </a:lnSpc>
            </a:pPr>
            <a:endParaRPr lang="ru-RU" sz="3200" dirty="0" smtClean="0">
              <a:solidFill>
                <a:srgbClr val="001F82"/>
              </a:solidFill>
              <a:latin typeface="Montserrat" panose="00000500000000000000" pitchFamily="2" charset="-52"/>
            </a:endParaRPr>
          </a:p>
          <a:p>
            <a:pPr indent="725488" algn="just">
              <a:lnSpc>
                <a:spcPct val="125000"/>
              </a:lnSpc>
              <a:buAutoNum type="arabicParenR"/>
            </a:pPr>
            <a:r>
              <a:rPr lang="ru-RU" sz="3200" b="1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в </a:t>
            </a:r>
            <a:r>
              <a:rPr lang="ru-RU" sz="3200" b="1" dirty="0">
                <a:solidFill>
                  <a:srgbClr val="001F82"/>
                </a:solidFill>
                <a:latin typeface="Montserrat" panose="00000500000000000000" pitchFamily="2" charset="-52"/>
              </a:rPr>
              <a:t>Университете </a:t>
            </a:r>
            <a:r>
              <a:rPr lang="ru-RU" sz="3200" dirty="0">
                <a:solidFill>
                  <a:srgbClr val="001F82"/>
                </a:solidFill>
                <a:latin typeface="Montserrat" panose="00000500000000000000" pitchFamily="2" charset="-52"/>
              </a:rPr>
              <a:t>имеется представленный поступающим </a:t>
            </a:r>
            <a:r>
              <a:rPr lang="ru-RU" sz="3200" b="1" dirty="0">
                <a:solidFill>
                  <a:srgbClr val="001F82"/>
                </a:solidFill>
                <a:latin typeface="Montserrat" panose="00000500000000000000" pitchFamily="2" charset="-52"/>
              </a:rPr>
              <a:t>оригинал документа установленного образца</a:t>
            </a:r>
            <a:r>
              <a:rPr lang="ru-RU" sz="3200" b="1" dirty="0" smtClean="0">
                <a:solidFill>
                  <a:srgbClr val="001F82"/>
                </a:solidFill>
                <a:latin typeface="Montserrat" panose="00000500000000000000" pitchFamily="2" charset="-52"/>
              </a:rPr>
              <a:t>;</a:t>
            </a:r>
          </a:p>
          <a:p>
            <a:pPr algn="just">
              <a:lnSpc>
                <a:spcPct val="125000"/>
              </a:lnSpc>
            </a:pPr>
            <a:endParaRPr lang="ru-RU" sz="3200" dirty="0">
              <a:solidFill>
                <a:srgbClr val="001F82"/>
              </a:solidFill>
              <a:latin typeface="Montserrat" panose="00000500000000000000" pitchFamily="2" charset="-52"/>
            </a:endParaRPr>
          </a:p>
          <a:p>
            <a:pPr algn="just">
              <a:lnSpc>
                <a:spcPct val="125000"/>
              </a:lnSpc>
            </a:pPr>
            <a:r>
              <a:rPr lang="ru-RU" sz="3200" dirty="0">
                <a:solidFill>
                  <a:srgbClr val="001F82"/>
                </a:solidFill>
                <a:latin typeface="Montserrat" panose="00000500000000000000" pitchFamily="2" charset="-52"/>
              </a:rPr>
              <a:t>2) информация о документе установленного образца подтверждена сведениями из ФРДО, и на ЕПГУ имеется </a:t>
            </a:r>
            <a:r>
              <a:rPr lang="ru-RU" sz="3200" b="1" dirty="0">
                <a:solidFill>
                  <a:srgbClr val="001F82"/>
                </a:solidFill>
                <a:latin typeface="Montserrat" panose="00000500000000000000" pitchFamily="2" charset="-52"/>
              </a:rPr>
              <a:t>отметка о представлении в Университет оригинала документа установленного образца </a:t>
            </a:r>
            <a:r>
              <a:rPr lang="ru-RU" sz="3200" dirty="0">
                <a:solidFill>
                  <a:srgbClr val="001F82"/>
                </a:solidFill>
                <a:latin typeface="Montserrat" panose="00000500000000000000" pitchFamily="2" charset="-52"/>
              </a:rPr>
              <a:t>(далее – </a:t>
            </a:r>
            <a:r>
              <a:rPr lang="ru-RU" sz="3200" b="1" dirty="0">
                <a:solidFill>
                  <a:srgbClr val="001F82"/>
                </a:solidFill>
                <a:latin typeface="Montserrat" panose="00000500000000000000" pitchFamily="2" charset="-52"/>
              </a:rPr>
              <a:t>отметка о представлении оригинала на</a:t>
            </a:r>
            <a:r>
              <a:rPr lang="ru-RU" sz="3200" dirty="0">
                <a:solidFill>
                  <a:srgbClr val="001F82"/>
                </a:solidFill>
                <a:latin typeface="Montserrat" panose="00000500000000000000" pitchFamily="2" charset="-52"/>
              </a:rPr>
              <a:t> </a:t>
            </a:r>
            <a:r>
              <a:rPr lang="ru-RU" sz="3200" b="1" dirty="0">
                <a:solidFill>
                  <a:srgbClr val="001F82"/>
                </a:solidFill>
                <a:latin typeface="Montserrat" panose="00000500000000000000" pitchFamily="2" charset="-52"/>
              </a:rPr>
              <a:t>ЕПГУ</a:t>
            </a:r>
            <a:r>
              <a:rPr lang="ru-RU" sz="3200" dirty="0">
                <a:solidFill>
                  <a:srgbClr val="001F82"/>
                </a:solidFill>
                <a:latin typeface="Montserrat" panose="00000500000000000000" pitchFamily="2" charset="-52"/>
              </a:rPr>
              <a:t>).</a:t>
            </a:r>
          </a:p>
          <a:p>
            <a:pPr algn="just">
              <a:lnSpc>
                <a:spcPct val="125000"/>
              </a:lnSpc>
            </a:pPr>
            <a:endParaRPr lang="ru-RU" sz="3200" dirty="0">
              <a:solidFill>
                <a:srgbClr val="001F82"/>
              </a:solidFill>
              <a:latin typeface="Montserrat" panose="00000500000000000000" pitchFamily="2" charset="-52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title"/>
          </p:nvPr>
        </p:nvSpPr>
        <p:spPr>
          <a:xfrm>
            <a:off x="1063170" y="481694"/>
            <a:ext cx="13789480" cy="725199"/>
          </a:xfrm>
          <a:prstGeom prst="rect">
            <a:avLst/>
          </a:prstGeom>
        </p:spPr>
        <p:txBody>
          <a:bodyPr vert="horz" wrap="square" lIns="0" tIns="1714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ru-RU" b="1" dirty="0" smtClean="0">
                <a:latin typeface="Montserrat" pitchFamily="2" charset="-52"/>
              </a:rPr>
              <a:t>ЗАЧИСЛЕНИЕ</a:t>
            </a:r>
            <a:endParaRPr lang="ru-RU" b="1" dirty="0">
              <a:latin typeface="Montserrat" pitchFamily="2" charset="-52"/>
            </a:endParaRPr>
          </a:p>
        </p:txBody>
      </p:sp>
      <p:sp>
        <p:nvSpPr>
          <p:cNvPr id="34" name="object 14"/>
          <p:cNvSpPr/>
          <p:nvPr/>
        </p:nvSpPr>
        <p:spPr>
          <a:xfrm>
            <a:off x="17620831" y="493400"/>
            <a:ext cx="782955" cy="972185"/>
          </a:xfrm>
          <a:custGeom>
            <a:avLst/>
            <a:gdLst/>
            <a:ahLst/>
            <a:cxnLst/>
            <a:rect l="l" t="t" r="r" b="b"/>
            <a:pathLst>
              <a:path w="782955" h="972185">
                <a:moveTo>
                  <a:pt x="782701" y="580580"/>
                </a:moveTo>
                <a:lnTo>
                  <a:pt x="593788" y="580580"/>
                </a:lnTo>
                <a:lnTo>
                  <a:pt x="588429" y="626935"/>
                </a:lnTo>
                <a:lnTo>
                  <a:pt x="573176" y="669518"/>
                </a:lnTo>
                <a:lnTo>
                  <a:pt x="549249" y="707110"/>
                </a:lnTo>
                <a:lnTo>
                  <a:pt x="517880" y="738479"/>
                </a:lnTo>
                <a:lnTo>
                  <a:pt x="480301" y="762406"/>
                </a:lnTo>
                <a:lnTo>
                  <a:pt x="437705" y="777659"/>
                </a:lnTo>
                <a:lnTo>
                  <a:pt x="391350" y="783005"/>
                </a:lnTo>
                <a:lnTo>
                  <a:pt x="344995" y="777659"/>
                </a:lnTo>
                <a:lnTo>
                  <a:pt x="302412" y="762406"/>
                </a:lnTo>
                <a:lnTo>
                  <a:pt x="264820" y="738479"/>
                </a:lnTo>
                <a:lnTo>
                  <a:pt x="233451" y="707110"/>
                </a:lnTo>
                <a:lnTo>
                  <a:pt x="209524" y="669518"/>
                </a:lnTo>
                <a:lnTo>
                  <a:pt x="194271" y="626935"/>
                </a:lnTo>
                <a:lnTo>
                  <a:pt x="188925" y="580580"/>
                </a:lnTo>
                <a:lnTo>
                  <a:pt x="194271" y="534225"/>
                </a:lnTo>
                <a:lnTo>
                  <a:pt x="209524" y="491642"/>
                </a:lnTo>
                <a:lnTo>
                  <a:pt x="233451" y="454050"/>
                </a:lnTo>
                <a:lnTo>
                  <a:pt x="264820" y="422681"/>
                </a:lnTo>
                <a:lnTo>
                  <a:pt x="302412" y="398754"/>
                </a:lnTo>
                <a:lnTo>
                  <a:pt x="344995" y="383514"/>
                </a:lnTo>
                <a:lnTo>
                  <a:pt x="391350" y="378155"/>
                </a:lnTo>
                <a:lnTo>
                  <a:pt x="391350" y="189242"/>
                </a:lnTo>
                <a:lnTo>
                  <a:pt x="342328" y="192290"/>
                </a:lnTo>
                <a:lnTo>
                  <a:pt x="295109" y="201206"/>
                </a:lnTo>
                <a:lnTo>
                  <a:pt x="250050" y="215620"/>
                </a:lnTo>
                <a:lnTo>
                  <a:pt x="207530" y="235153"/>
                </a:lnTo>
                <a:lnTo>
                  <a:pt x="167919" y="259448"/>
                </a:lnTo>
                <a:lnTo>
                  <a:pt x="131584" y="288124"/>
                </a:lnTo>
                <a:lnTo>
                  <a:pt x="98894" y="320814"/>
                </a:lnTo>
                <a:lnTo>
                  <a:pt x="70218" y="357149"/>
                </a:lnTo>
                <a:lnTo>
                  <a:pt x="45923" y="396760"/>
                </a:lnTo>
                <a:lnTo>
                  <a:pt x="26390" y="439280"/>
                </a:lnTo>
                <a:lnTo>
                  <a:pt x="11976" y="484339"/>
                </a:lnTo>
                <a:lnTo>
                  <a:pt x="3060" y="531558"/>
                </a:lnTo>
                <a:lnTo>
                  <a:pt x="0" y="580580"/>
                </a:lnTo>
                <a:lnTo>
                  <a:pt x="3060" y="629602"/>
                </a:lnTo>
                <a:lnTo>
                  <a:pt x="11976" y="676821"/>
                </a:lnTo>
                <a:lnTo>
                  <a:pt x="26390" y="721880"/>
                </a:lnTo>
                <a:lnTo>
                  <a:pt x="45923" y="764400"/>
                </a:lnTo>
                <a:lnTo>
                  <a:pt x="70218" y="804011"/>
                </a:lnTo>
                <a:lnTo>
                  <a:pt x="98894" y="840346"/>
                </a:lnTo>
                <a:lnTo>
                  <a:pt x="131584" y="873036"/>
                </a:lnTo>
                <a:lnTo>
                  <a:pt x="167919" y="901712"/>
                </a:lnTo>
                <a:lnTo>
                  <a:pt x="207530" y="926007"/>
                </a:lnTo>
                <a:lnTo>
                  <a:pt x="250050" y="945540"/>
                </a:lnTo>
                <a:lnTo>
                  <a:pt x="295109" y="959954"/>
                </a:lnTo>
                <a:lnTo>
                  <a:pt x="342328" y="968870"/>
                </a:lnTo>
                <a:lnTo>
                  <a:pt x="391350" y="971931"/>
                </a:lnTo>
                <a:lnTo>
                  <a:pt x="440385" y="968870"/>
                </a:lnTo>
                <a:lnTo>
                  <a:pt x="487616" y="959954"/>
                </a:lnTo>
                <a:lnTo>
                  <a:pt x="532688" y="945540"/>
                </a:lnTo>
                <a:lnTo>
                  <a:pt x="575208" y="926007"/>
                </a:lnTo>
                <a:lnTo>
                  <a:pt x="614819" y="901712"/>
                </a:lnTo>
                <a:lnTo>
                  <a:pt x="651167" y="873036"/>
                </a:lnTo>
                <a:lnTo>
                  <a:pt x="683856" y="840346"/>
                </a:lnTo>
                <a:lnTo>
                  <a:pt x="712533" y="804011"/>
                </a:lnTo>
                <a:lnTo>
                  <a:pt x="736815" y="764400"/>
                </a:lnTo>
                <a:lnTo>
                  <a:pt x="756348" y="721880"/>
                </a:lnTo>
                <a:lnTo>
                  <a:pt x="770750" y="676821"/>
                </a:lnTo>
                <a:lnTo>
                  <a:pt x="779665" y="629602"/>
                </a:lnTo>
                <a:lnTo>
                  <a:pt x="782701" y="580580"/>
                </a:lnTo>
                <a:close/>
              </a:path>
              <a:path w="782955" h="972185">
                <a:moveTo>
                  <a:pt x="782751" y="391350"/>
                </a:moveTo>
                <a:lnTo>
                  <a:pt x="779703" y="342328"/>
                </a:lnTo>
                <a:lnTo>
                  <a:pt x="770775" y="295097"/>
                </a:lnTo>
                <a:lnTo>
                  <a:pt x="756373" y="250050"/>
                </a:lnTo>
                <a:lnTo>
                  <a:pt x="736828" y="207530"/>
                </a:lnTo>
                <a:lnTo>
                  <a:pt x="712546" y="167919"/>
                </a:lnTo>
                <a:lnTo>
                  <a:pt x="683869" y="131584"/>
                </a:lnTo>
                <a:lnTo>
                  <a:pt x="651179" y="98894"/>
                </a:lnTo>
                <a:lnTo>
                  <a:pt x="614832" y="70218"/>
                </a:lnTo>
                <a:lnTo>
                  <a:pt x="575221" y="45923"/>
                </a:lnTo>
                <a:lnTo>
                  <a:pt x="532701" y="26390"/>
                </a:lnTo>
                <a:lnTo>
                  <a:pt x="487654" y="11976"/>
                </a:lnTo>
                <a:lnTo>
                  <a:pt x="440423" y="3060"/>
                </a:lnTo>
                <a:lnTo>
                  <a:pt x="391401" y="0"/>
                </a:lnTo>
                <a:lnTo>
                  <a:pt x="391401" y="188912"/>
                </a:lnTo>
                <a:lnTo>
                  <a:pt x="437769" y="194271"/>
                </a:lnTo>
                <a:lnTo>
                  <a:pt x="480352" y="209524"/>
                </a:lnTo>
                <a:lnTo>
                  <a:pt x="517944" y="233438"/>
                </a:lnTo>
                <a:lnTo>
                  <a:pt x="549313" y="264807"/>
                </a:lnTo>
                <a:lnTo>
                  <a:pt x="573227" y="302399"/>
                </a:lnTo>
                <a:lnTo>
                  <a:pt x="588479" y="344982"/>
                </a:lnTo>
                <a:lnTo>
                  <a:pt x="593839" y="391350"/>
                </a:lnTo>
                <a:lnTo>
                  <a:pt x="782751" y="3913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15"/>
          <p:cNvSpPr/>
          <p:nvPr/>
        </p:nvSpPr>
        <p:spPr>
          <a:xfrm>
            <a:off x="18527039" y="836592"/>
            <a:ext cx="1136015" cy="355600"/>
          </a:xfrm>
          <a:custGeom>
            <a:avLst/>
            <a:gdLst/>
            <a:ahLst/>
            <a:cxnLst/>
            <a:rect l="l" t="t" r="r" b="b"/>
            <a:pathLst>
              <a:path w="1136015" h="355600">
                <a:moveTo>
                  <a:pt x="241134" y="231355"/>
                </a:moveTo>
                <a:lnTo>
                  <a:pt x="197370" y="190157"/>
                </a:lnTo>
                <a:lnTo>
                  <a:pt x="192798" y="195757"/>
                </a:lnTo>
                <a:lnTo>
                  <a:pt x="187528" y="200812"/>
                </a:lnTo>
                <a:lnTo>
                  <a:pt x="151295" y="216141"/>
                </a:lnTo>
                <a:lnTo>
                  <a:pt x="142227" y="216598"/>
                </a:lnTo>
                <a:lnTo>
                  <a:pt x="134277" y="216230"/>
                </a:lnTo>
                <a:lnTo>
                  <a:pt x="94195" y="199351"/>
                </a:lnTo>
                <a:lnTo>
                  <a:pt x="71424" y="161658"/>
                </a:lnTo>
                <a:lnTo>
                  <a:pt x="68326" y="136855"/>
                </a:lnTo>
                <a:lnTo>
                  <a:pt x="68668" y="128384"/>
                </a:lnTo>
                <a:lnTo>
                  <a:pt x="80454" y="91490"/>
                </a:lnTo>
                <a:lnTo>
                  <a:pt x="113004" y="63131"/>
                </a:lnTo>
                <a:lnTo>
                  <a:pt x="143357" y="57048"/>
                </a:lnTo>
                <a:lnTo>
                  <a:pt x="150850" y="57416"/>
                </a:lnTo>
                <a:lnTo>
                  <a:pt x="191211" y="75260"/>
                </a:lnTo>
                <a:lnTo>
                  <a:pt x="195961" y="80937"/>
                </a:lnTo>
                <a:lnTo>
                  <a:pt x="238633" y="38265"/>
                </a:lnTo>
                <a:lnTo>
                  <a:pt x="208102" y="15214"/>
                </a:lnTo>
                <a:lnTo>
                  <a:pt x="168529" y="2438"/>
                </a:lnTo>
                <a:lnTo>
                  <a:pt x="141185" y="0"/>
                </a:lnTo>
                <a:lnTo>
                  <a:pt x="126542" y="596"/>
                </a:lnTo>
                <a:lnTo>
                  <a:pt x="85648" y="9563"/>
                </a:lnTo>
                <a:lnTo>
                  <a:pt x="50787" y="28562"/>
                </a:lnTo>
                <a:lnTo>
                  <a:pt x="23761" y="56680"/>
                </a:lnTo>
                <a:lnTo>
                  <a:pt x="6108" y="93243"/>
                </a:lnTo>
                <a:lnTo>
                  <a:pt x="0" y="136804"/>
                </a:lnTo>
                <a:lnTo>
                  <a:pt x="660" y="151739"/>
                </a:lnTo>
                <a:lnTo>
                  <a:pt x="10642" y="192709"/>
                </a:lnTo>
                <a:lnTo>
                  <a:pt x="31191" y="226745"/>
                </a:lnTo>
                <a:lnTo>
                  <a:pt x="60490" y="252425"/>
                </a:lnTo>
                <a:lnTo>
                  <a:pt x="97421" y="268770"/>
                </a:lnTo>
                <a:lnTo>
                  <a:pt x="140042" y="274358"/>
                </a:lnTo>
                <a:lnTo>
                  <a:pt x="156095" y="273634"/>
                </a:lnTo>
                <a:lnTo>
                  <a:pt x="198513" y="262801"/>
                </a:lnTo>
                <a:lnTo>
                  <a:pt x="232003" y="240779"/>
                </a:lnTo>
                <a:lnTo>
                  <a:pt x="241134" y="231355"/>
                </a:lnTo>
                <a:close/>
              </a:path>
              <a:path w="1136015" h="355600">
                <a:moveTo>
                  <a:pt x="449973" y="84251"/>
                </a:moveTo>
                <a:lnTo>
                  <a:pt x="385965" y="84251"/>
                </a:lnTo>
                <a:lnTo>
                  <a:pt x="349592" y="201891"/>
                </a:lnTo>
                <a:lnTo>
                  <a:pt x="348500" y="201891"/>
                </a:lnTo>
                <a:lnTo>
                  <a:pt x="307682" y="84251"/>
                </a:lnTo>
                <a:lnTo>
                  <a:pt x="240753" y="84251"/>
                </a:lnTo>
                <a:lnTo>
                  <a:pt x="317246" y="264426"/>
                </a:lnTo>
                <a:lnTo>
                  <a:pt x="308444" y="287337"/>
                </a:lnTo>
                <a:lnTo>
                  <a:pt x="304914" y="293408"/>
                </a:lnTo>
                <a:lnTo>
                  <a:pt x="296545" y="301929"/>
                </a:lnTo>
                <a:lnTo>
                  <a:pt x="289763" y="304101"/>
                </a:lnTo>
                <a:lnTo>
                  <a:pt x="277558" y="304101"/>
                </a:lnTo>
                <a:lnTo>
                  <a:pt x="274294" y="303784"/>
                </a:lnTo>
                <a:lnTo>
                  <a:pt x="267195" y="302590"/>
                </a:lnTo>
                <a:lnTo>
                  <a:pt x="263931" y="301764"/>
                </a:lnTo>
                <a:lnTo>
                  <a:pt x="260997" y="300799"/>
                </a:lnTo>
                <a:lnTo>
                  <a:pt x="254368" y="351548"/>
                </a:lnTo>
                <a:lnTo>
                  <a:pt x="258775" y="352742"/>
                </a:lnTo>
                <a:lnTo>
                  <a:pt x="263982" y="353733"/>
                </a:lnTo>
                <a:lnTo>
                  <a:pt x="276034" y="355180"/>
                </a:lnTo>
                <a:lnTo>
                  <a:pt x="281838" y="355574"/>
                </a:lnTo>
                <a:lnTo>
                  <a:pt x="295833" y="355320"/>
                </a:lnTo>
                <a:lnTo>
                  <a:pt x="333248" y="344881"/>
                </a:lnTo>
                <a:lnTo>
                  <a:pt x="359003" y="314693"/>
                </a:lnTo>
                <a:lnTo>
                  <a:pt x="367995" y="294932"/>
                </a:lnTo>
                <a:lnTo>
                  <a:pt x="449973" y="84251"/>
                </a:lnTo>
                <a:close/>
              </a:path>
              <a:path w="1136015" h="355600">
                <a:moveTo>
                  <a:pt x="676821" y="175069"/>
                </a:moveTo>
                <a:lnTo>
                  <a:pt x="667461" y="130022"/>
                </a:lnTo>
                <a:lnTo>
                  <a:pt x="666661" y="128435"/>
                </a:lnTo>
                <a:lnTo>
                  <a:pt x="663473" y="122085"/>
                </a:lnTo>
                <a:lnTo>
                  <a:pt x="658825" y="114681"/>
                </a:lnTo>
                <a:lnTo>
                  <a:pt x="653529" y="107810"/>
                </a:lnTo>
                <a:lnTo>
                  <a:pt x="652500" y="106730"/>
                </a:lnTo>
                <a:lnTo>
                  <a:pt x="647611" y="101549"/>
                </a:lnTo>
                <a:lnTo>
                  <a:pt x="641070" y="95973"/>
                </a:lnTo>
                <a:lnTo>
                  <a:pt x="633907" y="91071"/>
                </a:lnTo>
                <a:lnTo>
                  <a:pt x="626122" y="86855"/>
                </a:lnTo>
                <a:lnTo>
                  <a:pt x="618363" y="83718"/>
                </a:lnTo>
                <a:lnTo>
                  <a:pt x="618363" y="169202"/>
                </a:lnTo>
                <a:lnTo>
                  <a:pt x="618312" y="181317"/>
                </a:lnTo>
                <a:lnTo>
                  <a:pt x="599465" y="215734"/>
                </a:lnTo>
                <a:lnTo>
                  <a:pt x="582472" y="222516"/>
                </a:lnTo>
                <a:lnTo>
                  <a:pt x="568464" y="222516"/>
                </a:lnTo>
                <a:lnTo>
                  <a:pt x="536359" y="198310"/>
                </a:lnTo>
                <a:lnTo>
                  <a:pt x="534327" y="192709"/>
                </a:lnTo>
                <a:lnTo>
                  <a:pt x="532206" y="187071"/>
                </a:lnTo>
                <a:lnTo>
                  <a:pt x="531177" y="181317"/>
                </a:lnTo>
                <a:lnTo>
                  <a:pt x="531253" y="169202"/>
                </a:lnTo>
                <a:lnTo>
                  <a:pt x="532257" y="163830"/>
                </a:lnTo>
                <a:lnTo>
                  <a:pt x="556958" y="132448"/>
                </a:lnTo>
                <a:lnTo>
                  <a:pt x="568464" y="128435"/>
                </a:lnTo>
                <a:lnTo>
                  <a:pt x="582422" y="128435"/>
                </a:lnTo>
                <a:lnTo>
                  <a:pt x="613740" y="152158"/>
                </a:lnTo>
                <a:lnTo>
                  <a:pt x="618363" y="169202"/>
                </a:lnTo>
                <a:lnTo>
                  <a:pt x="618363" y="83718"/>
                </a:lnTo>
                <a:lnTo>
                  <a:pt x="617791" y="83477"/>
                </a:lnTo>
                <a:lnTo>
                  <a:pt x="609015" y="81064"/>
                </a:lnTo>
                <a:lnTo>
                  <a:pt x="599782" y="79629"/>
                </a:lnTo>
                <a:lnTo>
                  <a:pt x="590080" y="79146"/>
                </a:lnTo>
                <a:lnTo>
                  <a:pt x="580288" y="79654"/>
                </a:lnTo>
                <a:lnTo>
                  <a:pt x="541667" y="96393"/>
                </a:lnTo>
                <a:lnTo>
                  <a:pt x="531609" y="106730"/>
                </a:lnTo>
                <a:lnTo>
                  <a:pt x="530529" y="106730"/>
                </a:lnTo>
                <a:lnTo>
                  <a:pt x="530529" y="84251"/>
                </a:lnTo>
                <a:lnTo>
                  <a:pt x="473151" y="84251"/>
                </a:lnTo>
                <a:lnTo>
                  <a:pt x="473151" y="355561"/>
                </a:lnTo>
                <a:lnTo>
                  <a:pt x="533463" y="355561"/>
                </a:lnTo>
                <a:lnTo>
                  <a:pt x="533463" y="247103"/>
                </a:lnTo>
                <a:lnTo>
                  <a:pt x="534212" y="247103"/>
                </a:lnTo>
                <a:lnTo>
                  <a:pt x="573239" y="270751"/>
                </a:lnTo>
                <a:lnTo>
                  <a:pt x="589699" y="272465"/>
                </a:lnTo>
                <a:lnTo>
                  <a:pt x="599719" y="271957"/>
                </a:lnTo>
                <a:lnTo>
                  <a:pt x="641400" y="254965"/>
                </a:lnTo>
                <a:lnTo>
                  <a:pt x="666648" y="222516"/>
                </a:lnTo>
                <a:lnTo>
                  <a:pt x="667689" y="220395"/>
                </a:lnTo>
                <a:lnTo>
                  <a:pt x="670966" y="211823"/>
                </a:lnTo>
                <a:lnTo>
                  <a:pt x="673531" y="202933"/>
                </a:lnTo>
                <a:lnTo>
                  <a:pt x="675360" y="193827"/>
                </a:lnTo>
                <a:lnTo>
                  <a:pt x="676452" y="184543"/>
                </a:lnTo>
                <a:lnTo>
                  <a:pt x="676821" y="175069"/>
                </a:lnTo>
                <a:close/>
              </a:path>
              <a:path w="1136015" h="355600">
                <a:moveTo>
                  <a:pt x="881976" y="7061"/>
                </a:moveTo>
                <a:lnTo>
                  <a:pt x="718032" y="7061"/>
                </a:lnTo>
                <a:lnTo>
                  <a:pt x="718032" y="61671"/>
                </a:lnTo>
                <a:lnTo>
                  <a:pt x="718032" y="267411"/>
                </a:lnTo>
                <a:lnTo>
                  <a:pt x="781278" y="267411"/>
                </a:lnTo>
                <a:lnTo>
                  <a:pt x="781278" y="61671"/>
                </a:lnTo>
                <a:lnTo>
                  <a:pt x="881976" y="61671"/>
                </a:lnTo>
                <a:lnTo>
                  <a:pt x="881976" y="7061"/>
                </a:lnTo>
                <a:close/>
              </a:path>
              <a:path w="1136015" h="355600">
                <a:moveTo>
                  <a:pt x="1135634" y="7061"/>
                </a:moveTo>
                <a:lnTo>
                  <a:pt x="1068387" y="7061"/>
                </a:lnTo>
                <a:lnTo>
                  <a:pt x="1016165" y="136474"/>
                </a:lnTo>
                <a:lnTo>
                  <a:pt x="961771" y="6997"/>
                </a:lnTo>
                <a:lnTo>
                  <a:pt x="891844" y="6997"/>
                </a:lnTo>
                <a:lnTo>
                  <a:pt x="983373" y="209600"/>
                </a:lnTo>
                <a:lnTo>
                  <a:pt x="979944" y="213995"/>
                </a:lnTo>
                <a:lnTo>
                  <a:pt x="976261" y="217093"/>
                </a:lnTo>
                <a:lnTo>
                  <a:pt x="968451" y="220776"/>
                </a:lnTo>
                <a:lnTo>
                  <a:pt x="963993" y="221703"/>
                </a:lnTo>
                <a:lnTo>
                  <a:pt x="952754" y="221703"/>
                </a:lnTo>
                <a:lnTo>
                  <a:pt x="947115" y="219798"/>
                </a:lnTo>
                <a:lnTo>
                  <a:pt x="937336" y="212204"/>
                </a:lnTo>
                <a:lnTo>
                  <a:pt x="933323" y="208572"/>
                </a:lnTo>
                <a:lnTo>
                  <a:pt x="930122" y="205143"/>
                </a:lnTo>
                <a:lnTo>
                  <a:pt x="891146" y="249110"/>
                </a:lnTo>
                <a:lnTo>
                  <a:pt x="928497" y="271919"/>
                </a:lnTo>
                <a:lnTo>
                  <a:pt x="956983" y="274675"/>
                </a:lnTo>
                <a:lnTo>
                  <a:pt x="966406" y="274370"/>
                </a:lnTo>
                <a:lnTo>
                  <a:pt x="1004176" y="263918"/>
                </a:lnTo>
                <a:lnTo>
                  <a:pt x="1033640" y="236080"/>
                </a:lnTo>
                <a:lnTo>
                  <a:pt x="1047051" y="210731"/>
                </a:lnTo>
                <a:lnTo>
                  <a:pt x="1135634" y="706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6" name="object 16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7041" y="1297362"/>
            <a:ext cx="1130606" cy="155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741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object 16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7041" y="1297362"/>
            <a:ext cx="1130606" cy="155146"/>
          </a:xfrm>
          <a:prstGeom prst="rect">
            <a:avLst/>
          </a:prstGeom>
        </p:spPr>
      </p:pic>
      <p:graphicFrame>
        <p:nvGraphicFramePr>
          <p:cNvPr id="13" name="Таблица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3056405"/>
              </p:ext>
            </p:extLst>
          </p:nvPr>
        </p:nvGraphicFramePr>
        <p:xfrm>
          <a:off x="1617886" y="3761713"/>
          <a:ext cx="17097266" cy="222828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48633">
                  <a:extLst>
                    <a:ext uri="{9D8B030D-6E8A-4147-A177-3AD203B41FA5}">
                      <a16:colId xmlns:a16="http://schemas.microsoft.com/office/drawing/2014/main" val="557330496"/>
                    </a:ext>
                  </a:extLst>
                </a:gridCol>
                <a:gridCol w="8548633">
                  <a:extLst>
                    <a:ext uri="{9D8B030D-6E8A-4147-A177-3AD203B41FA5}">
                      <a16:colId xmlns:a16="http://schemas.microsoft.com/office/drawing/2014/main" val="3553087024"/>
                    </a:ext>
                  </a:extLst>
                </a:gridCol>
              </a:tblGrid>
              <a:tr h="1126659">
                <a:tc>
                  <a:txBody>
                    <a:bodyPr/>
                    <a:lstStyle/>
                    <a:p>
                      <a:pPr algn="ctr"/>
                      <a:r>
                        <a:rPr lang="ru-RU" sz="2400" b="0" dirty="0" smtClean="0">
                          <a:solidFill>
                            <a:schemeClr val="bg1"/>
                          </a:solidFill>
                          <a:latin typeface="Montserrat" panose="00000500000000000000" pitchFamily="2" charset="-52"/>
                          <a:ea typeface="Open Sans" pitchFamily="2" charset="0"/>
                          <a:cs typeface="Open Sans" pitchFamily="2" charset="0"/>
                        </a:rPr>
                        <a:t>Особая, целевая, отдельная квоты,</a:t>
                      </a:r>
                    </a:p>
                    <a:p>
                      <a:pPr algn="ctr"/>
                      <a:r>
                        <a:rPr lang="ru-RU" sz="2400" b="0" dirty="0" smtClean="0">
                          <a:solidFill>
                            <a:schemeClr val="bg1"/>
                          </a:solidFill>
                          <a:latin typeface="Montserrat" panose="00000500000000000000" pitchFamily="2" charset="-52"/>
                          <a:ea typeface="Open Sans" pitchFamily="2" charset="0"/>
                          <a:cs typeface="Open Sans" pitchFamily="2" charset="0"/>
                        </a:rPr>
                        <a:t>без вступительных испытаний</a:t>
                      </a:r>
                      <a:endParaRPr lang="ru-RU" sz="2400" b="0" dirty="0">
                        <a:solidFill>
                          <a:schemeClr val="bg1"/>
                        </a:solidFill>
                        <a:latin typeface="Montserrat" panose="00000500000000000000" pitchFamily="2" charset="-52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1F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b="0" dirty="0" smtClean="0">
                          <a:solidFill>
                            <a:schemeClr val="bg1"/>
                          </a:solidFill>
                          <a:latin typeface="Montserrat" panose="00000500000000000000" pitchFamily="2" charset="-52"/>
                          <a:ea typeface="Open Sans" pitchFamily="2" charset="0"/>
                          <a:cs typeface="Open Sans" pitchFamily="2" charset="0"/>
                        </a:rPr>
                        <a:t>Поступающие</a:t>
                      </a:r>
                    </a:p>
                    <a:p>
                      <a:pPr algn="ctr"/>
                      <a:r>
                        <a:rPr lang="ru-RU" sz="2400" b="0" dirty="0" smtClean="0">
                          <a:solidFill>
                            <a:schemeClr val="bg1"/>
                          </a:solidFill>
                          <a:latin typeface="Montserrat" panose="00000500000000000000" pitchFamily="2" charset="-52"/>
                          <a:ea typeface="Open Sans" pitchFamily="2" charset="0"/>
                          <a:cs typeface="Open Sans" pitchFamily="2" charset="0"/>
                        </a:rPr>
                        <a:t>на бюджет по общему конкурсу</a:t>
                      </a:r>
                      <a:endParaRPr lang="ru-RU" sz="2400" b="0" dirty="0">
                        <a:solidFill>
                          <a:schemeClr val="bg1"/>
                        </a:solidFill>
                        <a:latin typeface="Montserrat" panose="00000500000000000000" pitchFamily="2" charset="-52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1F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2887450"/>
                  </a:ext>
                </a:extLst>
              </a:tr>
              <a:tr h="1101622">
                <a:tc>
                  <a:txBody>
                    <a:bodyPr/>
                    <a:lstStyle/>
                    <a:p>
                      <a:pPr algn="ctr"/>
                      <a:r>
                        <a:rPr lang="ru-RU" sz="2400" b="0" dirty="0" smtClean="0">
                          <a:solidFill>
                            <a:srgbClr val="001F82"/>
                          </a:solidFill>
                          <a:latin typeface="Montserrat" panose="00000500000000000000" pitchFamily="2" charset="-52"/>
                          <a:ea typeface="Open Sans" pitchFamily="2" charset="0"/>
                          <a:cs typeface="Open Sans" pitchFamily="2" charset="0"/>
                        </a:rPr>
                        <a:t>28 июля в 12:00</a:t>
                      </a:r>
                    </a:p>
                    <a:p>
                      <a:pPr algn="ctr"/>
                      <a:r>
                        <a:rPr lang="ru-RU" sz="2400" b="0" dirty="0" smtClean="0">
                          <a:solidFill>
                            <a:srgbClr val="001F82"/>
                          </a:solidFill>
                          <a:latin typeface="Montserrat" panose="00000500000000000000" pitchFamily="2" charset="-52"/>
                          <a:ea typeface="Open Sans" pitchFamily="2" charset="0"/>
                          <a:cs typeface="Open Sans" pitchFamily="2" charset="0"/>
                        </a:rPr>
                        <a:t>(время </a:t>
                      </a:r>
                      <a:r>
                        <a:rPr lang="ru-RU" sz="2400" b="0" dirty="0" err="1" smtClean="0">
                          <a:solidFill>
                            <a:srgbClr val="001F82"/>
                          </a:solidFill>
                          <a:latin typeface="Montserrat" panose="00000500000000000000" pitchFamily="2" charset="-52"/>
                          <a:ea typeface="Open Sans" pitchFamily="2" charset="0"/>
                          <a:cs typeface="Open Sans" pitchFamily="2" charset="0"/>
                        </a:rPr>
                        <a:t>мск</a:t>
                      </a:r>
                      <a:r>
                        <a:rPr lang="ru-RU" sz="2400" b="0" dirty="0" smtClean="0">
                          <a:solidFill>
                            <a:srgbClr val="001F82"/>
                          </a:solidFill>
                          <a:latin typeface="Montserrat" panose="00000500000000000000" pitchFamily="2" charset="-52"/>
                          <a:ea typeface="Open Sans" pitchFamily="2" charset="0"/>
                          <a:cs typeface="Open Sans" pitchFamily="2" charset="0"/>
                        </a:rPr>
                        <a:t>.)</a:t>
                      </a:r>
                      <a:endParaRPr lang="ru-RU" sz="2400" b="0" dirty="0">
                        <a:solidFill>
                          <a:srgbClr val="001F82"/>
                        </a:solidFill>
                        <a:latin typeface="Montserrat" panose="00000500000000000000" pitchFamily="2" charset="-52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b="0" dirty="0" smtClean="0">
                          <a:solidFill>
                            <a:srgbClr val="001F82"/>
                          </a:solidFill>
                          <a:latin typeface="Montserrat" panose="00000500000000000000" pitchFamily="2" charset="-52"/>
                          <a:ea typeface="Open Sans" pitchFamily="2" charset="0"/>
                          <a:cs typeface="Open Sans" pitchFamily="2" charset="0"/>
                        </a:rPr>
                        <a:t>3 августа в 12:00</a:t>
                      </a:r>
                    </a:p>
                    <a:p>
                      <a:pPr algn="ctr"/>
                      <a:r>
                        <a:rPr lang="ru-RU" sz="2400" b="0" dirty="0" smtClean="0">
                          <a:solidFill>
                            <a:srgbClr val="001F82"/>
                          </a:solidFill>
                          <a:latin typeface="Montserrat" panose="00000500000000000000" pitchFamily="2" charset="-52"/>
                          <a:ea typeface="Open Sans" pitchFamily="2" charset="0"/>
                          <a:cs typeface="Open Sans" pitchFamily="2" charset="0"/>
                        </a:rPr>
                        <a:t>(время </a:t>
                      </a:r>
                      <a:r>
                        <a:rPr lang="ru-RU" sz="2400" b="0" dirty="0" err="1" smtClean="0">
                          <a:solidFill>
                            <a:srgbClr val="001F82"/>
                          </a:solidFill>
                          <a:latin typeface="Montserrat" panose="00000500000000000000" pitchFamily="2" charset="-52"/>
                          <a:ea typeface="Open Sans" pitchFamily="2" charset="0"/>
                          <a:cs typeface="Open Sans" pitchFamily="2" charset="0"/>
                        </a:rPr>
                        <a:t>мск</a:t>
                      </a:r>
                      <a:r>
                        <a:rPr lang="ru-RU" sz="2400" b="0" dirty="0" smtClean="0">
                          <a:solidFill>
                            <a:srgbClr val="001F82"/>
                          </a:solidFill>
                          <a:latin typeface="Montserrat" panose="00000500000000000000" pitchFamily="2" charset="-52"/>
                          <a:ea typeface="Open Sans" pitchFamily="2" charset="0"/>
                          <a:cs typeface="Open Sans" pitchFamily="2" charset="0"/>
                        </a:rPr>
                        <a:t>.)</a:t>
                      </a:r>
                      <a:endParaRPr lang="ru-RU" sz="2400" b="0" dirty="0">
                        <a:solidFill>
                          <a:srgbClr val="001F82"/>
                        </a:solidFill>
                        <a:latin typeface="Montserrat" panose="00000500000000000000" pitchFamily="2" charset="-52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61611006"/>
                  </a:ext>
                </a:extLst>
              </a:tr>
            </a:tbl>
          </a:graphicData>
        </a:graphic>
      </p:graphicFrame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1640439" y="1692275"/>
            <a:ext cx="17020617" cy="728344"/>
          </a:xfrm>
        </p:spPr>
        <p:txBody>
          <a:bodyPr/>
          <a:lstStyle/>
          <a:p>
            <a:r>
              <a:rPr lang="ru-RU" dirty="0" smtClean="0">
                <a:solidFill>
                  <a:srgbClr val="001F82"/>
                </a:solidFill>
              </a:rPr>
              <a:t>Сроки завершения приёма оригиналов документов</a:t>
            </a:r>
            <a:endParaRPr lang="ru-RU" dirty="0">
              <a:solidFill>
                <a:srgbClr val="001F82"/>
              </a:solidFill>
            </a:endParaRPr>
          </a:p>
        </p:txBody>
      </p:sp>
      <p:grpSp>
        <p:nvGrpSpPr>
          <p:cNvPr id="15" name="Группа 14"/>
          <p:cNvGrpSpPr/>
          <p:nvPr/>
        </p:nvGrpSpPr>
        <p:grpSpPr>
          <a:xfrm>
            <a:off x="9899650" y="10012130"/>
            <a:ext cx="5422990" cy="1227517"/>
            <a:chOff x="13233767" y="9599728"/>
            <a:chExt cx="6770815" cy="1620163"/>
          </a:xfrm>
        </p:grpSpPr>
        <p:sp>
          <p:nvSpPr>
            <p:cNvPr id="16" name="object 4"/>
            <p:cNvSpPr/>
            <p:nvPr/>
          </p:nvSpPr>
          <p:spPr>
            <a:xfrm>
              <a:off x="15821556" y="10463603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5"/>
                  </a:lnTo>
                  <a:lnTo>
                    <a:pt x="364621" y="141170"/>
                  </a:lnTo>
                  <a:lnTo>
                    <a:pt x="345102" y="183651"/>
                  </a:lnTo>
                  <a:lnTo>
                    <a:pt x="320833" y="223227"/>
                  </a:lnTo>
                  <a:lnTo>
                    <a:pt x="292184" y="259531"/>
                  </a:lnTo>
                  <a:lnTo>
                    <a:pt x="259523" y="292193"/>
                  </a:lnTo>
                  <a:lnTo>
                    <a:pt x="223219" y="320843"/>
                  </a:lnTo>
                  <a:lnTo>
                    <a:pt x="183644" y="345112"/>
                  </a:lnTo>
                  <a:lnTo>
                    <a:pt x="141164" y="364631"/>
                  </a:lnTo>
                  <a:lnTo>
                    <a:pt x="96151" y="379030"/>
                  </a:lnTo>
                  <a:lnTo>
                    <a:pt x="48973" y="387941"/>
                  </a:lnTo>
                  <a:lnTo>
                    <a:pt x="0" y="390993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5"/>
            <p:cNvSpPr/>
            <p:nvPr/>
          </p:nvSpPr>
          <p:spPr>
            <a:xfrm>
              <a:off x="16670669" y="10463606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0" y="0"/>
                  </a:moveTo>
                  <a:lnTo>
                    <a:pt x="0" y="364941"/>
                  </a:lnTo>
                  <a:lnTo>
                    <a:pt x="48973" y="367993"/>
                  </a:lnTo>
                  <a:lnTo>
                    <a:pt x="96151" y="376903"/>
                  </a:lnTo>
                  <a:lnTo>
                    <a:pt x="141164" y="391302"/>
                  </a:lnTo>
                  <a:lnTo>
                    <a:pt x="183644" y="410820"/>
                  </a:lnTo>
                  <a:lnTo>
                    <a:pt x="223219" y="435088"/>
                  </a:lnTo>
                  <a:lnTo>
                    <a:pt x="259523" y="463736"/>
                  </a:lnTo>
                  <a:lnTo>
                    <a:pt x="292184" y="496397"/>
                  </a:lnTo>
                  <a:lnTo>
                    <a:pt x="320833" y="532700"/>
                  </a:lnTo>
                  <a:lnTo>
                    <a:pt x="345102" y="572275"/>
                  </a:lnTo>
                  <a:lnTo>
                    <a:pt x="364621" y="614755"/>
                  </a:lnTo>
                  <a:lnTo>
                    <a:pt x="379020" y="659769"/>
                  </a:lnTo>
                  <a:lnTo>
                    <a:pt x="387930" y="706949"/>
                  </a:lnTo>
                  <a:lnTo>
                    <a:pt x="390982" y="755924"/>
                  </a:lnTo>
                  <a:lnTo>
                    <a:pt x="755924" y="755924"/>
                  </a:lnTo>
                  <a:lnTo>
                    <a:pt x="754434" y="708189"/>
                  </a:lnTo>
                  <a:lnTo>
                    <a:pt x="750023" y="661232"/>
                  </a:lnTo>
                  <a:lnTo>
                    <a:pt x="742781" y="615144"/>
                  </a:lnTo>
                  <a:lnTo>
                    <a:pt x="732797" y="570014"/>
                  </a:lnTo>
                  <a:lnTo>
                    <a:pt x="720160" y="525930"/>
                  </a:lnTo>
                  <a:lnTo>
                    <a:pt x="704959" y="482983"/>
                  </a:lnTo>
                  <a:lnTo>
                    <a:pt x="687284" y="441260"/>
                  </a:lnTo>
                  <a:lnTo>
                    <a:pt x="667224" y="400852"/>
                  </a:lnTo>
                  <a:lnTo>
                    <a:pt x="644867" y="361848"/>
                  </a:lnTo>
                  <a:lnTo>
                    <a:pt x="620304" y="324337"/>
                  </a:lnTo>
                  <a:lnTo>
                    <a:pt x="593624" y="288408"/>
                  </a:lnTo>
                  <a:lnTo>
                    <a:pt x="564915" y="254150"/>
                  </a:lnTo>
                  <a:lnTo>
                    <a:pt x="534267" y="221652"/>
                  </a:lnTo>
                  <a:lnTo>
                    <a:pt x="501770" y="191005"/>
                  </a:lnTo>
                  <a:lnTo>
                    <a:pt x="467512" y="162297"/>
                  </a:lnTo>
                  <a:lnTo>
                    <a:pt x="431582" y="135616"/>
                  </a:lnTo>
                  <a:lnTo>
                    <a:pt x="394071" y="111054"/>
                  </a:lnTo>
                  <a:lnTo>
                    <a:pt x="355067" y="88698"/>
                  </a:lnTo>
                  <a:lnTo>
                    <a:pt x="314659" y="68638"/>
                  </a:lnTo>
                  <a:lnTo>
                    <a:pt x="272937" y="50963"/>
                  </a:lnTo>
                  <a:lnTo>
                    <a:pt x="229989" y="35763"/>
                  </a:lnTo>
                  <a:lnTo>
                    <a:pt x="185906" y="23126"/>
                  </a:lnTo>
                  <a:lnTo>
                    <a:pt x="140776" y="13142"/>
                  </a:lnTo>
                  <a:lnTo>
                    <a:pt x="94689" y="5900"/>
                  </a:lnTo>
                  <a:lnTo>
                    <a:pt x="47734" y="14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6"/>
            <p:cNvSpPr/>
            <p:nvPr/>
          </p:nvSpPr>
          <p:spPr>
            <a:xfrm>
              <a:off x="17519778" y="10463606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708190" y="1490"/>
                  </a:lnTo>
                  <a:lnTo>
                    <a:pt x="661235" y="5900"/>
                  </a:lnTo>
                  <a:lnTo>
                    <a:pt x="615147" y="13142"/>
                  </a:lnTo>
                  <a:lnTo>
                    <a:pt x="570018" y="23126"/>
                  </a:lnTo>
                  <a:lnTo>
                    <a:pt x="525934" y="35763"/>
                  </a:lnTo>
                  <a:lnTo>
                    <a:pt x="482987" y="50963"/>
                  </a:lnTo>
                  <a:lnTo>
                    <a:pt x="441265" y="68638"/>
                  </a:lnTo>
                  <a:lnTo>
                    <a:pt x="400857" y="88698"/>
                  </a:lnTo>
                  <a:lnTo>
                    <a:pt x="361853" y="111054"/>
                  </a:lnTo>
                  <a:lnTo>
                    <a:pt x="324341" y="135616"/>
                  </a:lnTo>
                  <a:lnTo>
                    <a:pt x="288412" y="162297"/>
                  </a:lnTo>
                  <a:lnTo>
                    <a:pt x="254154" y="191005"/>
                  </a:lnTo>
                  <a:lnTo>
                    <a:pt x="221656" y="221652"/>
                  </a:lnTo>
                  <a:lnTo>
                    <a:pt x="191009" y="254150"/>
                  </a:lnTo>
                  <a:lnTo>
                    <a:pt x="162300" y="288408"/>
                  </a:lnTo>
                  <a:lnTo>
                    <a:pt x="135619" y="324337"/>
                  </a:lnTo>
                  <a:lnTo>
                    <a:pt x="111056" y="361848"/>
                  </a:lnTo>
                  <a:lnTo>
                    <a:pt x="88700" y="400852"/>
                  </a:lnTo>
                  <a:lnTo>
                    <a:pt x="68639" y="441260"/>
                  </a:lnTo>
                  <a:lnTo>
                    <a:pt x="50964" y="482983"/>
                  </a:lnTo>
                  <a:lnTo>
                    <a:pt x="35764" y="525930"/>
                  </a:lnTo>
                  <a:lnTo>
                    <a:pt x="23126" y="570014"/>
                  </a:lnTo>
                  <a:lnTo>
                    <a:pt x="13142" y="615144"/>
                  </a:lnTo>
                  <a:lnTo>
                    <a:pt x="5900" y="661232"/>
                  </a:lnTo>
                  <a:lnTo>
                    <a:pt x="1490" y="708189"/>
                  </a:lnTo>
                  <a:lnTo>
                    <a:pt x="0" y="755924"/>
                  </a:lnTo>
                  <a:lnTo>
                    <a:pt x="364941" y="755924"/>
                  </a:lnTo>
                  <a:lnTo>
                    <a:pt x="367993" y="706949"/>
                  </a:lnTo>
                  <a:lnTo>
                    <a:pt x="376904" y="659769"/>
                  </a:lnTo>
                  <a:lnTo>
                    <a:pt x="391303" y="614755"/>
                  </a:lnTo>
                  <a:lnTo>
                    <a:pt x="410822" y="572275"/>
                  </a:lnTo>
                  <a:lnTo>
                    <a:pt x="435090" y="532700"/>
                  </a:lnTo>
                  <a:lnTo>
                    <a:pt x="463740" y="496397"/>
                  </a:lnTo>
                  <a:lnTo>
                    <a:pt x="496401" y="463736"/>
                  </a:lnTo>
                  <a:lnTo>
                    <a:pt x="532704" y="435088"/>
                  </a:lnTo>
                  <a:lnTo>
                    <a:pt x="572280" y="410820"/>
                  </a:lnTo>
                  <a:lnTo>
                    <a:pt x="614759" y="391302"/>
                  </a:lnTo>
                  <a:lnTo>
                    <a:pt x="659773" y="376903"/>
                  </a:lnTo>
                  <a:lnTo>
                    <a:pt x="706951" y="367993"/>
                  </a:lnTo>
                  <a:lnTo>
                    <a:pt x="755924" y="364941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7"/>
            <p:cNvSpPr/>
            <p:nvPr/>
          </p:nvSpPr>
          <p:spPr>
            <a:xfrm>
              <a:off x="19248297" y="10463606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708190" y="1490"/>
                  </a:lnTo>
                  <a:lnTo>
                    <a:pt x="661235" y="5900"/>
                  </a:lnTo>
                  <a:lnTo>
                    <a:pt x="615147" y="13142"/>
                  </a:lnTo>
                  <a:lnTo>
                    <a:pt x="570018" y="23126"/>
                  </a:lnTo>
                  <a:lnTo>
                    <a:pt x="525934" y="35763"/>
                  </a:lnTo>
                  <a:lnTo>
                    <a:pt x="482987" y="50963"/>
                  </a:lnTo>
                  <a:lnTo>
                    <a:pt x="441265" y="68638"/>
                  </a:lnTo>
                  <a:lnTo>
                    <a:pt x="400857" y="88698"/>
                  </a:lnTo>
                  <a:lnTo>
                    <a:pt x="361853" y="111054"/>
                  </a:lnTo>
                  <a:lnTo>
                    <a:pt x="324341" y="135616"/>
                  </a:lnTo>
                  <a:lnTo>
                    <a:pt x="288412" y="162297"/>
                  </a:lnTo>
                  <a:lnTo>
                    <a:pt x="254154" y="191005"/>
                  </a:lnTo>
                  <a:lnTo>
                    <a:pt x="221656" y="221652"/>
                  </a:lnTo>
                  <a:lnTo>
                    <a:pt x="191009" y="254150"/>
                  </a:lnTo>
                  <a:lnTo>
                    <a:pt x="162300" y="288408"/>
                  </a:lnTo>
                  <a:lnTo>
                    <a:pt x="135619" y="324337"/>
                  </a:lnTo>
                  <a:lnTo>
                    <a:pt x="111056" y="361848"/>
                  </a:lnTo>
                  <a:lnTo>
                    <a:pt x="88700" y="400852"/>
                  </a:lnTo>
                  <a:lnTo>
                    <a:pt x="68639" y="441260"/>
                  </a:lnTo>
                  <a:lnTo>
                    <a:pt x="50964" y="482983"/>
                  </a:lnTo>
                  <a:lnTo>
                    <a:pt x="35764" y="525930"/>
                  </a:lnTo>
                  <a:lnTo>
                    <a:pt x="23126" y="570014"/>
                  </a:lnTo>
                  <a:lnTo>
                    <a:pt x="13142" y="615144"/>
                  </a:lnTo>
                  <a:lnTo>
                    <a:pt x="5900" y="661232"/>
                  </a:lnTo>
                  <a:lnTo>
                    <a:pt x="1490" y="708189"/>
                  </a:lnTo>
                  <a:lnTo>
                    <a:pt x="0" y="755924"/>
                  </a:lnTo>
                  <a:lnTo>
                    <a:pt x="364941" y="755924"/>
                  </a:lnTo>
                  <a:lnTo>
                    <a:pt x="367993" y="706949"/>
                  </a:lnTo>
                  <a:lnTo>
                    <a:pt x="376904" y="659769"/>
                  </a:lnTo>
                  <a:lnTo>
                    <a:pt x="391303" y="614755"/>
                  </a:lnTo>
                  <a:lnTo>
                    <a:pt x="410822" y="572275"/>
                  </a:lnTo>
                  <a:lnTo>
                    <a:pt x="435090" y="532700"/>
                  </a:lnTo>
                  <a:lnTo>
                    <a:pt x="463740" y="496397"/>
                  </a:lnTo>
                  <a:lnTo>
                    <a:pt x="496401" y="463736"/>
                  </a:lnTo>
                  <a:lnTo>
                    <a:pt x="532704" y="435088"/>
                  </a:lnTo>
                  <a:lnTo>
                    <a:pt x="572280" y="410820"/>
                  </a:lnTo>
                  <a:lnTo>
                    <a:pt x="614759" y="391302"/>
                  </a:lnTo>
                  <a:lnTo>
                    <a:pt x="659773" y="376903"/>
                  </a:lnTo>
                  <a:lnTo>
                    <a:pt x="706951" y="367993"/>
                  </a:lnTo>
                  <a:lnTo>
                    <a:pt x="755924" y="364941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8"/>
            <p:cNvSpPr/>
            <p:nvPr/>
          </p:nvSpPr>
          <p:spPr>
            <a:xfrm>
              <a:off x="18395339" y="10463606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0" y="0"/>
                  </a:moveTo>
                  <a:lnTo>
                    <a:pt x="0" y="364941"/>
                  </a:lnTo>
                  <a:lnTo>
                    <a:pt x="48973" y="367993"/>
                  </a:lnTo>
                  <a:lnTo>
                    <a:pt x="96151" y="376903"/>
                  </a:lnTo>
                  <a:lnTo>
                    <a:pt x="141164" y="391302"/>
                  </a:lnTo>
                  <a:lnTo>
                    <a:pt x="183644" y="410820"/>
                  </a:lnTo>
                  <a:lnTo>
                    <a:pt x="223219" y="435088"/>
                  </a:lnTo>
                  <a:lnTo>
                    <a:pt x="259523" y="463736"/>
                  </a:lnTo>
                  <a:lnTo>
                    <a:pt x="292184" y="496397"/>
                  </a:lnTo>
                  <a:lnTo>
                    <a:pt x="320833" y="532700"/>
                  </a:lnTo>
                  <a:lnTo>
                    <a:pt x="345102" y="572275"/>
                  </a:lnTo>
                  <a:lnTo>
                    <a:pt x="364621" y="614755"/>
                  </a:lnTo>
                  <a:lnTo>
                    <a:pt x="379020" y="659769"/>
                  </a:lnTo>
                  <a:lnTo>
                    <a:pt x="387930" y="706949"/>
                  </a:lnTo>
                  <a:lnTo>
                    <a:pt x="390982" y="755924"/>
                  </a:lnTo>
                  <a:lnTo>
                    <a:pt x="755924" y="755924"/>
                  </a:lnTo>
                  <a:lnTo>
                    <a:pt x="754434" y="708189"/>
                  </a:lnTo>
                  <a:lnTo>
                    <a:pt x="750023" y="661232"/>
                  </a:lnTo>
                  <a:lnTo>
                    <a:pt x="742781" y="615144"/>
                  </a:lnTo>
                  <a:lnTo>
                    <a:pt x="732797" y="570014"/>
                  </a:lnTo>
                  <a:lnTo>
                    <a:pt x="720160" y="525930"/>
                  </a:lnTo>
                  <a:lnTo>
                    <a:pt x="704959" y="482983"/>
                  </a:lnTo>
                  <a:lnTo>
                    <a:pt x="687284" y="441260"/>
                  </a:lnTo>
                  <a:lnTo>
                    <a:pt x="667224" y="400852"/>
                  </a:lnTo>
                  <a:lnTo>
                    <a:pt x="644867" y="361848"/>
                  </a:lnTo>
                  <a:lnTo>
                    <a:pt x="620304" y="324337"/>
                  </a:lnTo>
                  <a:lnTo>
                    <a:pt x="593624" y="288408"/>
                  </a:lnTo>
                  <a:lnTo>
                    <a:pt x="564915" y="254150"/>
                  </a:lnTo>
                  <a:lnTo>
                    <a:pt x="534267" y="221652"/>
                  </a:lnTo>
                  <a:lnTo>
                    <a:pt x="501770" y="191005"/>
                  </a:lnTo>
                  <a:lnTo>
                    <a:pt x="467512" y="162297"/>
                  </a:lnTo>
                  <a:lnTo>
                    <a:pt x="431582" y="135616"/>
                  </a:lnTo>
                  <a:lnTo>
                    <a:pt x="394071" y="111054"/>
                  </a:lnTo>
                  <a:lnTo>
                    <a:pt x="355067" y="88698"/>
                  </a:lnTo>
                  <a:lnTo>
                    <a:pt x="314659" y="68638"/>
                  </a:lnTo>
                  <a:lnTo>
                    <a:pt x="272937" y="50963"/>
                  </a:lnTo>
                  <a:lnTo>
                    <a:pt x="229989" y="35763"/>
                  </a:lnTo>
                  <a:lnTo>
                    <a:pt x="185906" y="23126"/>
                  </a:lnTo>
                  <a:lnTo>
                    <a:pt x="140776" y="13142"/>
                  </a:lnTo>
                  <a:lnTo>
                    <a:pt x="94689" y="5900"/>
                  </a:lnTo>
                  <a:lnTo>
                    <a:pt x="47734" y="14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9"/>
            <p:cNvSpPr/>
            <p:nvPr/>
          </p:nvSpPr>
          <p:spPr>
            <a:xfrm>
              <a:off x="14945996" y="10463603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93"/>
                  </a:lnTo>
                  <a:lnTo>
                    <a:pt x="706951" y="387941"/>
                  </a:lnTo>
                  <a:lnTo>
                    <a:pt x="659773" y="379030"/>
                  </a:lnTo>
                  <a:lnTo>
                    <a:pt x="614759" y="364631"/>
                  </a:lnTo>
                  <a:lnTo>
                    <a:pt x="572280" y="345112"/>
                  </a:lnTo>
                  <a:lnTo>
                    <a:pt x="532704" y="320843"/>
                  </a:lnTo>
                  <a:lnTo>
                    <a:pt x="496401" y="292193"/>
                  </a:lnTo>
                  <a:lnTo>
                    <a:pt x="463740" y="259531"/>
                  </a:lnTo>
                  <a:lnTo>
                    <a:pt x="435090" y="223227"/>
                  </a:lnTo>
                  <a:lnTo>
                    <a:pt x="410822" y="183651"/>
                  </a:lnTo>
                  <a:lnTo>
                    <a:pt x="391303" y="141170"/>
                  </a:lnTo>
                  <a:lnTo>
                    <a:pt x="376904" y="96155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10"/>
            <p:cNvSpPr/>
            <p:nvPr/>
          </p:nvSpPr>
          <p:spPr>
            <a:xfrm>
              <a:off x="14109326" y="10463603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5"/>
                  </a:lnTo>
                  <a:lnTo>
                    <a:pt x="364621" y="141170"/>
                  </a:lnTo>
                  <a:lnTo>
                    <a:pt x="345102" y="183651"/>
                  </a:lnTo>
                  <a:lnTo>
                    <a:pt x="320833" y="223227"/>
                  </a:lnTo>
                  <a:lnTo>
                    <a:pt x="292184" y="259531"/>
                  </a:lnTo>
                  <a:lnTo>
                    <a:pt x="259523" y="292193"/>
                  </a:lnTo>
                  <a:lnTo>
                    <a:pt x="223219" y="320843"/>
                  </a:lnTo>
                  <a:lnTo>
                    <a:pt x="183644" y="345112"/>
                  </a:lnTo>
                  <a:lnTo>
                    <a:pt x="141164" y="364631"/>
                  </a:lnTo>
                  <a:lnTo>
                    <a:pt x="96151" y="379030"/>
                  </a:lnTo>
                  <a:lnTo>
                    <a:pt x="48973" y="387941"/>
                  </a:lnTo>
                  <a:lnTo>
                    <a:pt x="0" y="390993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11"/>
            <p:cNvSpPr/>
            <p:nvPr/>
          </p:nvSpPr>
          <p:spPr>
            <a:xfrm>
              <a:off x="13233767" y="10463603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93"/>
                  </a:lnTo>
                  <a:lnTo>
                    <a:pt x="706951" y="387941"/>
                  </a:lnTo>
                  <a:lnTo>
                    <a:pt x="659773" y="379030"/>
                  </a:lnTo>
                  <a:lnTo>
                    <a:pt x="614759" y="364631"/>
                  </a:lnTo>
                  <a:lnTo>
                    <a:pt x="572280" y="345112"/>
                  </a:lnTo>
                  <a:lnTo>
                    <a:pt x="532704" y="320843"/>
                  </a:lnTo>
                  <a:lnTo>
                    <a:pt x="496401" y="292193"/>
                  </a:lnTo>
                  <a:lnTo>
                    <a:pt x="463740" y="259531"/>
                  </a:lnTo>
                  <a:lnTo>
                    <a:pt x="435090" y="223227"/>
                  </a:lnTo>
                  <a:lnTo>
                    <a:pt x="410822" y="183651"/>
                  </a:lnTo>
                  <a:lnTo>
                    <a:pt x="391303" y="141170"/>
                  </a:lnTo>
                  <a:lnTo>
                    <a:pt x="376904" y="96155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12"/>
            <p:cNvSpPr/>
            <p:nvPr/>
          </p:nvSpPr>
          <p:spPr>
            <a:xfrm>
              <a:off x="15821556" y="9599732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0" y="0"/>
                  </a:moveTo>
                  <a:lnTo>
                    <a:pt x="0" y="364931"/>
                  </a:lnTo>
                  <a:lnTo>
                    <a:pt x="48973" y="367983"/>
                  </a:lnTo>
                  <a:lnTo>
                    <a:pt x="96151" y="376893"/>
                  </a:lnTo>
                  <a:lnTo>
                    <a:pt x="141164" y="391293"/>
                  </a:lnTo>
                  <a:lnTo>
                    <a:pt x="183644" y="410812"/>
                  </a:lnTo>
                  <a:lnTo>
                    <a:pt x="223219" y="435081"/>
                  </a:lnTo>
                  <a:lnTo>
                    <a:pt x="259523" y="463731"/>
                  </a:lnTo>
                  <a:lnTo>
                    <a:pt x="292184" y="496392"/>
                  </a:lnTo>
                  <a:lnTo>
                    <a:pt x="320833" y="532696"/>
                  </a:lnTo>
                  <a:lnTo>
                    <a:pt x="345102" y="572273"/>
                  </a:lnTo>
                  <a:lnTo>
                    <a:pt x="364621" y="614754"/>
                  </a:lnTo>
                  <a:lnTo>
                    <a:pt x="379020" y="659769"/>
                  </a:lnTo>
                  <a:lnTo>
                    <a:pt x="387930" y="706948"/>
                  </a:lnTo>
                  <a:lnTo>
                    <a:pt x="390982" y="755924"/>
                  </a:lnTo>
                  <a:lnTo>
                    <a:pt x="755924" y="755924"/>
                  </a:lnTo>
                  <a:lnTo>
                    <a:pt x="754434" y="708189"/>
                  </a:lnTo>
                  <a:lnTo>
                    <a:pt x="750023" y="661232"/>
                  </a:lnTo>
                  <a:lnTo>
                    <a:pt x="742781" y="615144"/>
                  </a:lnTo>
                  <a:lnTo>
                    <a:pt x="732797" y="570014"/>
                  </a:lnTo>
                  <a:lnTo>
                    <a:pt x="720160" y="525930"/>
                  </a:lnTo>
                  <a:lnTo>
                    <a:pt x="704959" y="482983"/>
                  </a:lnTo>
                  <a:lnTo>
                    <a:pt x="687284" y="441260"/>
                  </a:lnTo>
                  <a:lnTo>
                    <a:pt x="667224" y="400852"/>
                  </a:lnTo>
                  <a:lnTo>
                    <a:pt x="644867" y="361848"/>
                  </a:lnTo>
                  <a:lnTo>
                    <a:pt x="620304" y="324337"/>
                  </a:lnTo>
                  <a:lnTo>
                    <a:pt x="593624" y="288408"/>
                  </a:lnTo>
                  <a:lnTo>
                    <a:pt x="564915" y="254150"/>
                  </a:lnTo>
                  <a:lnTo>
                    <a:pt x="534267" y="221652"/>
                  </a:lnTo>
                  <a:lnTo>
                    <a:pt x="501770" y="191005"/>
                  </a:lnTo>
                  <a:lnTo>
                    <a:pt x="467512" y="162297"/>
                  </a:lnTo>
                  <a:lnTo>
                    <a:pt x="431582" y="135616"/>
                  </a:lnTo>
                  <a:lnTo>
                    <a:pt x="394071" y="111054"/>
                  </a:lnTo>
                  <a:lnTo>
                    <a:pt x="355067" y="88698"/>
                  </a:lnTo>
                  <a:lnTo>
                    <a:pt x="314659" y="68638"/>
                  </a:lnTo>
                  <a:lnTo>
                    <a:pt x="272937" y="50963"/>
                  </a:lnTo>
                  <a:lnTo>
                    <a:pt x="229989" y="35763"/>
                  </a:lnTo>
                  <a:lnTo>
                    <a:pt x="185906" y="23126"/>
                  </a:lnTo>
                  <a:lnTo>
                    <a:pt x="140776" y="13142"/>
                  </a:lnTo>
                  <a:lnTo>
                    <a:pt x="94689" y="5900"/>
                  </a:lnTo>
                  <a:lnTo>
                    <a:pt x="47734" y="14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13"/>
            <p:cNvSpPr/>
            <p:nvPr/>
          </p:nvSpPr>
          <p:spPr>
            <a:xfrm>
              <a:off x="16670669" y="9599728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4"/>
                  </a:lnTo>
                  <a:lnTo>
                    <a:pt x="364621" y="141169"/>
                  </a:lnTo>
                  <a:lnTo>
                    <a:pt x="345102" y="183648"/>
                  </a:lnTo>
                  <a:lnTo>
                    <a:pt x="320833" y="223224"/>
                  </a:lnTo>
                  <a:lnTo>
                    <a:pt x="292184" y="259527"/>
                  </a:lnTo>
                  <a:lnTo>
                    <a:pt x="259523" y="292187"/>
                  </a:lnTo>
                  <a:lnTo>
                    <a:pt x="223219" y="320836"/>
                  </a:lnTo>
                  <a:lnTo>
                    <a:pt x="183644" y="345104"/>
                  </a:lnTo>
                  <a:lnTo>
                    <a:pt x="141164" y="364622"/>
                  </a:lnTo>
                  <a:lnTo>
                    <a:pt x="96151" y="379020"/>
                  </a:lnTo>
                  <a:lnTo>
                    <a:pt x="48973" y="387930"/>
                  </a:lnTo>
                  <a:lnTo>
                    <a:pt x="0" y="390982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14"/>
            <p:cNvSpPr/>
            <p:nvPr/>
          </p:nvSpPr>
          <p:spPr>
            <a:xfrm>
              <a:off x="17519778" y="9599728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82"/>
                  </a:lnTo>
                  <a:lnTo>
                    <a:pt x="706951" y="387930"/>
                  </a:lnTo>
                  <a:lnTo>
                    <a:pt x="659773" y="379020"/>
                  </a:lnTo>
                  <a:lnTo>
                    <a:pt x="614759" y="364622"/>
                  </a:lnTo>
                  <a:lnTo>
                    <a:pt x="572280" y="345104"/>
                  </a:lnTo>
                  <a:lnTo>
                    <a:pt x="532704" y="320836"/>
                  </a:lnTo>
                  <a:lnTo>
                    <a:pt x="496401" y="292187"/>
                  </a:lnTo>
                  <a:lnTo>
                    <a:pt x="463740" y="259527"/>
                  </a:lnTo>
                  <a:lnTo>
                    <a:pt x="435090" y="223224"/>
                  </a:lnTo>
                  <a:lnTo>
                    <a:pt x="410822" y="183648"/>
                  </a:lnTo>
                  <a:lnTo>
                    <a:pt x="391303" y="141169"/>
                  </a:lnTo>
                  <a:lnTo>
                    <a:pt x="376904" y="96154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15"/>
            <p:cNvSpPr/>
            <p:nvPr/>
          </p:nvSpPr>
          <p:spPr>
            <a:xfrm>
              <a:off x="19248297" y="9599728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82"/>
                  </a:lnTo>
                  <a:lnTo>
                    <a:pt x="706951" y="387930"/>
                  </a:lnTo>
                  <a:lnTo>
                    <a:pt x="659773" y="379020"/>
                  </a:lnTo>
                  <a:lnTo>
                    <a:pt x="614759" y="364622"/>
                  </a:lnTo>
                  <a:lnTo>
                    <a:pt x="572280" y="345104"/>
                  </a:lnTo>
                  <a:lnTo>
                    <a:pt x="532704" y="320836"/>
                  </a:lnTo>
                  <a:lnTo>
                    <a:pt x="496401" y="292187"/>
                  </a:lnTo>
                  <a:lnTo>
                    <a:pt x="463740" y="259527"/>
                  </a:lnTo>
                  <a:lnTo>
                    <a:pt x="435090" y="223224"/>
                  </a:lnTo>
                  <a:lnTo>
                    <a:pt x="410822" y="183648"/>
                  </a:lnTo>
                  <a:lnTo>
                    <a:pt x="391303" y="141169"/>
                  </a:lnTo>
                  <a:lnTo>
                    <a:pt x="376904" y="96154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16"/>
            <p:cNvSpPr/>
            <p:nvPr/>
          </p:nvSpPr>
          <p:spPr>
            <a:xfrm>
              <a:off x="18395339" y="9599728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4"/>
                  </a:lnTo>
                  <a:lnTo>
                    <a:pt x="364621" y="141169"/>
                  </a:lnTo>
                  <a:lnTo>
                    <a:pt x="345102" y="183648"/>
                  </a:lnTo>
                  <a:lnTo>
                    <a:pt x="320833" y="223224"/>
                  </a:lnTo>
                  <a:lnTo>
                    <a:pt x="292184" y="259527"/>
                  </a:lnTo>
                  <a:lnTo>
                    <a:pt x="259523" y="292187"/>
                  </a:lnTo>
                  <a:lnTo>
                    <a:pt x="223219" y="320836"/>
                  </a:lnTo>
                  <a:lnTo>
                    <a:pt x="183644" y="345104"/>
                  </a:lnTo>
                  <a:lnTo>
                    <a:pt x="141164" y="364622"/>
                  </a:lnTo>
                  <a:lnTo>
                    <a:pt x="96151" y="379020"/>
                  </a:lnTo>
                  <a:lnTo>
                    <a:pt x="48973" y="387930"/>
                  </a:lnTo>
                  <a:lnTo>
                    <a:pt x="0" y="390982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17"/>
            <p:cNvSpPr/>
            <p:nvPr/>
          </p:nvSpPr>
          <p:spPr>
            <a:xfrm>
              <a:off x="13233767" y="9599732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708190" y="1490"/>
                  </a:lnTo>
                  <a:lnTo>
                    <a:pt x="661235" y="5900"/>
                  </a:lnTo>
                  <a:lnTo>
                    <a:pt x="615147" y="13142"/>
                  </a:lnTo>
                  <a:lnTo>
                    <a:pt x="570018" y="23126"/>
                  </a:lnTo>
                  <a:lnTo>
                    <a:pt x="525934" y="35763"/>
                  </a:lnTo>
                  <a:lnTo>
                    <a:pt x="482987" y="50963"/>
                  </a:lnTo>
                  <a:lnTo>
                    <a:pt x="441265" y="68638"/>
                  </a:lnTo>
                  <a:lnTo>
                    <a:pt x="400857" y="88698"/>
                  </a:lnTo>
                  <a:lnTo>
                    <a:pt x="361853" y="111054"/>
                  </a:lnTo>
                  <a:lnTo>
                    <a:pt x="324341" y="135616"/>
                  </a:lnTo>
                  <a:lnTo>
                    <a:pt x="288412" y="162297"/>
                  </a:lnTo>
                  <a:lnTo>
                    <a:pt x="254154" y="191005"/>
                  </a:lnTo>
                  <a:lnTo>
                    <a:pt x="221656" y="221652"/>
                  </a:lnTo>
                  <a:lnTo>
                    <a:pt x="191009" y="254150"/>
                  </a:lnTo>
                  <a:lnTo>
                    <a:pt x="162300" y="288408"/>
                  </a:lnTo>
                  <a:lnTo>
                    <a:pt x="135619" y="324337"/>
                  </a:lnTo>
                  <a:lnTo>
                    <a:pt x="111056" y="361848"/>
                  </a:lnTo>
                  <a:lnTo>
                    <a:pt x="88700" y="400852"/>
                  </a:lnTo>
                  <a:lnTo>
                    <a:pt x="68639" y="441260"/>
                  </a:lnTo>
                  <a:lnTo>
                    <a:pt x="50964" y="482983"/>
                  </a:lnTo>
                  <a:lnTo>
                    <a:pt x="35764" y="525930"/>
                  </a:lnTo>
                  <a:lnTo>
                    <a:pt x="23126" y="570014"/>
                  </a:lnTo>
                  <a:lnTo>
                    <a:pt x="13142" y="615144"/>
                  </a:lnTo>
                  <a:lnTo>
                    <a:pt x="5900" y="661232"/>
                  </a:lnTo>
                  <a:lnTo>
                    <a:pt x="1490" y="708189"/>
                  </a:lnTo>
                  <a:lnTo>
                    <a:pt x="0" y="755924"/>
                  </a:lnTo>
                  <a:lnTo>
                    <a:pt x="364941" y="755924"/>
                  </a:lnTo>
                  <a:lnTo>
                    <a:pt x="367993" y="706948"/>
                  </a:lnTo>
                  <a:lnTo>
                    <a:pt x="376904" y="659769"/>
                  </a:lnTo>
                  <a:lnTo>
                    <a:pt x="391303" y="614754"/>
                  </a:lnTo>
                  <a:lnTo>
                    <a:pt x="410822" y="572273"/>
                  </a:lnTo>
                  <a:lnTo>
                    <a:pt x="435090" y="532696"/>
                  </a:lnTo>
                  <a:lnTo>
                    <a:pt x="463740" y="496392"/>
                  </a:lnTo>
                  <a:lnTo>
                    <a:pt x="496401" y="463731"/>
                  </a:lnTo>
                  <a:lnTo>
                    <a:pt x="532704" y="435081"/>
                  </a:lnTo>
                  <a:lnTo>
                    <a:pt x="572280" y="410812"/>
                  </a:lnTo>
                  <a:lnTo>
                    <a:pt x="614759" y="391293"/>
                  </a:lnTo>
                  <a:lnTo>
                    <a:pt x="659773" y="376893"/>
                  </a:lnTo>
                  <a:lnTo>
                    <a:pt x="706951" y="367983"/>
                  </a:lnTo>
                  <a:lnTo>
                    <a:pt x="755924" y="364931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18"/>
            <p:cNvSpPr/>
            <p:nvPr/>
          </p:nvSpPr>
          <p:spPr>
            <a:xfrm>
              <a:off x="14945996" y="9599728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82"/>
                  </a:lnTo>
                  <a:lnTo>
                    <a:pt x="706951" y="387930"/>
                  </a:lnTo>
                  <a:lnTo>
                    <a:pt x="659773" y="379020"/>
                  </a:lnTo>
                  <a:lnTo>
                    <a:pt x="614759" y="364622"/>
                  </a:lnTo>
                  <a:lnTo>
                    <a:pt x="572280" y="345104"/>
                  </a:lnTo>
                  <a:lnTo>
                    <a:pt x="532704" y="320836"/>
                  </a:lnTo>
                  <a:lnTo>
                    <a:pt x="496401" y="292187"/>
                  </a:lnTo>
                  <a:lnTo>
                    <a:pt x="463740" y="259527"/>
                  </a:lnTo>
                  <a:lnTo>
                    <a:pt x="435090" y="223224"/>
                  </a:lnTo>
                  <a:lnTo>
                    <a:pt x="410822" y="183648"/>
                  </a:lnTo>
                  <a:lnTo>
                    <a:pt x="391303" y="141169"/>
                  </a:lnTo>
                  <a:lnTo>
                    <a:pt x="376904" y="96154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19"/>
            <p:cNvSpPr/>
            <p:nvPr/>
          </p:nvSpPr>
          <p:spPr>
            <a:xfrm>
              <a:off x="14109326" y="9599728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4"/>
                  </a:lnTo>
                  <a:lnTo>
                    <a:pt x="364621" y="141169"/>
                  </a:lnTo>
                  <a:lnTo>
                    <a:pt x="345102" y="183648"/>
                  </a:lnTo>
                  <a:lnTo>
                    <a:pt x="320833" y="223224"/>
                  </a:lnTo>
                  <a:lnTo>
                    <a:pt x="292184" y="259527"/>
                  </a:lnTo>
                  <a:lnTo>
                    <a:pt x="259523" y="292187"/>
                  </a:lnTo>
                  <a:lnTo>
                    <a:pt x="223219" y="320836"/>
                  </a:lnTo>
                  <a:lnTo>
                    <a:pt x="183644" y="345104"/>
                  </a:lnTo>
                  <a:lnTo>
                    <a:pt x="141164" y="364622"/>
                  </a:lnTo>
                  <a:lnTo>
                    <a:pt x="96151" y="379020"/>
                  </a:lnTo>
                  <a:lnTo>
                    <a:pt x="48973" y="387930"/>
                  </a:lnTo>
                  <a:lnTo>
                    <a:pt x="0" y="390982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7" name="Группа 36"/>
          <p:cNvGrpSpPr/>
          <p:nvPr/>
        </p:nvGrpSpPr>
        <p:grpSpPr>
          <a:xfrm rot="10800000">
            <a:off x="4407091" y="10012130"/>
            <a:ext cx="5422990" cy="1227517"/>
            <a:chOff x="13233767" y="9599728"/>
            <a:chExt cx="6770815" cy="1620163"/>
          </a:xfrm>
        </p:grpSpPr>
        <p:sp>
          <p:nvSpPr>
            <p:cNvPr id="38" name="object 4"/>
            <p:cNvSpPr/>
            <p:nvPr/>
          </p:nvSpPr>
          <p:spPr>
            <a:xfrm>
              <a:off x="15821556" y="10463603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5"/>
                  </a:lnTo>
                  <a:lnTo>
                    <a:pt x="364621" y="141170"/>
                  </a:lnTo>
                  <a:lnTo>
                    <a:pt x="345102" y="183651"/>
                  </a:lnTo>
                  <a:lnTo>
                    <a:pt x="320833" y="223227"/>
                  </a:lnTo>
                  <a:lnTo>
                    <a:pt x="292184" y="259531"/>
                  </a:lnTo>
                  <a:lnTo>
                    <a:pt x="259523" y="292193"/>
                  </a:lnTo>
                  <a:lnTo>
                    <a:pt x="223219" y="320843"/>
                  </a:lnTo>
                  <a:lnTo>
                    <a:pt x="183644" y="345112"/>
                  </a:lnTo>
                  <a:lnTo>
                    <a:pt x="141164" y="364631"/>
                  </a:lnTo>
                  <a:lnTo>
                    <a:pt x="96151" y="379030"/>
                  </a:lnTo>
                  <a:lnTo>
                    <a:pt x="48973" y="387941"/>
                  </a:lnTo>
                  <a:lnTo>
                    <a:pt x="0" y="390993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5"/>
            <p:cNvSpPr/>
            <p:nvPr/>
          </p:nvSpPr>
          <p:spPr>
            <a:xfrm>
              <a:off x="16670669" y="10463606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0" y="0"/>
                  </a:moveTo>
                  <a:lnTo>
                    <a:pt x="0" y="364941"/>
                  </a:lnTo>
                  <a:lnTo>
                    <a:pt x="48973" y="367993"/>
                  </a:lnTo>
                  <a:lnTo>
                    <a:pt x="96151" y="376903"/>
                  </a:lnTo>
                  <a:lnTo>
                    <a:pt x="141164" y="391302"/>
                  </a:lnTo>
                  <a:lnTo>
                    <a:pt x="183644" y="410820"/>
                  </a:lnTo>
                  <a:lnTo>
                    <a:pt x="223219" y="435088"/>
                  </a:lnTo>
                  <a:lnTo>
                    <a:pt x="259523" y="463736"/>
                  </a:lnTo>
                  <a:lnTo>
                    <a:pt x="292184" y="496397"/>
                  </a:lnTo>
                  <a:lnTo>
                    <a:pt x="320833" y="532700"/>
                  </a:lnTo>
                  <a:lnTo>
                    <a:pt x="345102" y="572275"/>
                  </a:lnTo>
                  <a:lnTo>
                    <a:pt x="364621" y="614755"/>
                  </a:lnTo>
                  <a:lnTo>
                    <a:pt x="379020" y="659769"/>
                  </a:lnTo>
                  <a:lnTo>
                    <a:pt x="387930" y="706949"/>
                  </a:lnTo>
                  <a:lnTo>
                    <a:pt x="390982" y="755924"/>
                  </a:lnTo>
                  <a:lnTo>
                    <a:pt x="755924" y="755924"/>
                  </a:lnTo>
                  <a:lnTo>
                    <a:pt x="754434" y="708189"/>
                  </a:lnTo>
                  <a:lnTo>
                    <a:pt x="750023" y="661232"/>
                  </a:lnTo>
                  <a:lnTo>
                    <a:pt x="742781" y="615144"/>
                  </a:lnTo>
                  <a:lnTo>
                    <a:pt x="732797" y="570014"/>
                  </a:lnTo>
                  <a:lnTo>
                    <a:pt x="720160" y="525930"/>
                  </a:lnTo>
                  <a:lnTo>
                    <a:pt x="704959" y="482983"/>
                  </a:lnTo>
                  <a:lnTo>
                    <a:pt x="687284" y="441260"/>
                  </a:lnTo>
                  <a:lnTo>
                    <a:pt x="667224" y="400852"/>
                  </a:lnTo>
                  <a:lnTo>
                    <a:pt x="644867" y="361848"/>
                  </a:lnTo>
                  <a:lnTo>
                    <a:pt x="620304" y="324337"/>
                  </a:lnTo>
                  <a:lnTo>
                    <a:pt x="593624" y="288408"/>
                  </a:lnTo>
                  <a:lnTo>
                    <a:pt x="564915" y="254150"/>
                  </a:lnTo>
                  <a:lnTo>
                    <a:pt x="534267" y="221652"/>
                  </a:lnTo>
                  <a:lnTo>
                    <a:pt x="501770" y="191005"/>
                  </a:lnTo>
                  <a:lnTo>
                    <a:pt x="467512" y="162297"/>
                  </a:lnTo>
                  <a:lnTo>
                    <a:pt x="431582" y="135616"/>
                  </a:lnTo>
                  <a:lnTo>
                    <a:pt x="394071" y="111054"/>
                  </a:lnTo>
                  <a:lnTo>
                    <a:pt x="355067" y="88698"/>
                  </a:lnTo>
                  <a:lnTo>
                    <a:pt x="314659" y="68638"/>
                  </a:lnTo>
                  <a:lnTo>
                    <a:pt x="272937" y="50963"/>
                  </a:lnTo>
                  <a:lnTo>
                    <a:pt x="229989" y="35763"/>
                  </a:lnTo>
                  <a:lnTo>
                    <a:pt x="185906" y="23126"/>
                  </a:lnTo>
                  <a:lnTo>
                    <a:pt x="140776" y="13142"/>
                  </a:lnTo>
                  <a:lnTo>
                    <a:pt x="94689" y="5900"/>
                  </a:lnTo>
                  <a:lnTo>
                    <a:pt x="47734" y="14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6"/>
            <p:cNvSpPr/>
            <p:nvPr/>
          </p:nvSpPr>
          <p:spPr>
            <a:xfrm>
              <a:off x="17519778" y="10463606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708190" y="1490"/>
                  </a:lnTo>
                  <a:lnTo>
                    <a:pt x="661235" y="5900"/>
                  </a:lnTo>
                  <a:lnTo>
                    <a:pt x="615147" y="13142"/>
                  </a:lnTo>
                  <a:lnTo>
                    <a:pt x="570018" y="23126"/>
                  </a:lnTo>
                  <a:lnTo>
                    <a:pt x="525934" y="35763"/>
                  </a:lnTo>
                  <a:lnTo>
                    <a:pt x="482987" y="50963"/>
                  </a:lnTo>
                  <a:lnTo>
                    <a:pt x="441265" y="68638"/>
                  </a:lnTo>
                  <a:lnTo>
                    <a:pt x="400857" y="88698"/>
                  </a:lnTo>
                  <a:lnTo>
                    <a:pt x="361853" y="111054"/>
                  </a:lnTo>
                  <a:lnTo>
                    <a:pt x="324341" y="135616"/>
                  </a:lnTo>
                  <a:lnTo>
                    <a:pt x="288412" y="162297"/>
                  </a:lnTo>
                  <a:lnTo>
                    <a:pt x="254154" y="191005"/>
                  </a:lnTo>
                  <a:lnTo>
                    <a:pt x="221656" y="221652"/>
                  </a:lnTo>
                  <a:lnTo>
                    <a:pt x="191009" y="254150"/>
                  </a:lnTo>
                  <a:lnTo>
                    <a:pt x="162300" y="288408"/>
                  </a:lnTo>
                  <a:lnTo>
                    <a:pt x="135619" y="324337"/>
                  </a:lnTo>
                  <a:lnTo>
                    <a:pt x="111056" y="361848"/>
                  </a:lnTo>
                  <a:lnTo>
                    <a:pt x="88700" y="400852"/>
                  </a:lnTo>
                  <a:lnTo>
                    <a:pt x="68639" y="441260"/>
                  </a:lnTo>
                  <a:lnTo>
                    <a:pt x="50964" y="482983"/>
                  </a:lnTo>
                  <a:lnTo>
                    <a:pt x="35764" y="525930"/>
                  </a:lnTo>
                  <a:lnTo>
                    <a:pt x="23126" y="570014"/>
                  </a:lnTo>
                  <a:lnTo>
                    <a:pt x="13142" y="615144"/>
                  </a:lnTo>
                  <a:lnTo>
                    <a:pt x="5900" y="661232"/>
                  </a:lnTo>
                  <a:lnTo>
                    <a:pt x="1490" y="708189"/>
                  </a:lnTo>
                  <a:lnTo>
                    <a:pt x="0" y="755924"/>
                  </a:lnTo>
                  <a:lnTo>
                    <a:pt x="364941" y="755924"/>
                  </a:lnTo>
                  <a:lnTo>
                    <a:pt x="367993" y="706949"/>
                  </a:lnTo>
                  <a:lnTo>
                    <a:pt x="376904" y="659769"/>
                  </a:lnTo>
                  <a:lnTo>
                    <a:pt x="391303" y="614755"/>
                  </a:lnTo>
                  <a:lnTo>
                    <a:pt x="410822" y="572275"/>
                  </a:lnTo>
                  <a:lnTo>
                    <a:pt x="435090" y="532700"/>
                  </a:lnTo>
                  <a:lnTo>
                    <a:pt x="463740" y="496397"/>
                  </a:lnTo>
                  <a:lnTo>
                    <a:pt x="496401" y="463736"/>
                  </a:lnTo>
                  <a:lnTo>
                    <a:pt x="532704" y="435088"/>
                  </a:lnTo>
                  <a:lnTo>
                    <a:pt x="572280" y="410820"/>
                  </a:lnTo>
                  <a:lnTo>
                    <a:pt x="614759" y="391302"/>
                  </a:lnTo>
                  <a:lnTo>
                    <a:pt x="659773" y="376903"/>
                  </a:lnTo>
                  <a:lnTo>
                    <a:pt x="706951" y="367993"/>
                  </a:lnTo>
                  <a:lnTo>
                    <a:pt x="755924" y="364941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7"/>
            <p:cNvSpPr/>
            <p:nvPr/>
          </p:nvSpPr>
          <p:spPr>
            <a:xfrm>
              <a:off x="19248297" y="10463606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708190" y="1490"/>
                  </a:lnTo>
                  <a:lnTo>
                    <a:pt x="661235" y="5900"/>
                  </a:lnTo>
                  <a:lnTo>
                    <a:pt x="615147" y="13142"/>
                  </a:lnTo>
                  <a:lnTo>
                    <a:pt x="570018" y="23126"/>
                  </a:lnTo>
                  <a:lnTo>
                    <a:pt x="525934" y="35763"/>
                  </a:lnTo>
                  <a:lnTo>
                    <a:pt x="482987" y="50963"/>
                  </a:lnTo>
                  <a:lnTo>
                    <a:pt x="441265" y="68638"/>
                  </a:lnTo>
                  <a:lnTo>
                    <a:pt x="400857" y="88698"/>
                  </a:lnTo>
                  <a:lnTo>
                    <a:pt x="361853" y="111054"/>
                  </a:lnTo>
                  <a:lnTo>
                    <a:pt x="324341" y="135616"/>
                  </a:lnTo>
                  <a:lnTo>
                    <a:pt x="288412" y="162297"/>
                  </a:lnTo>
                  <a:lnTo>
                    <a:pt x="254154" y="191005"/>
                  </a:lnTo>
                  <a:lnTo>
                    <a:pt x="221656" y="221652"/>
                  </a:lnTo>
                  <a:lnTo>
                    <a:pt x="191009" y="254150"/>
                  </a:lnTo>
                  <a:lnTo>
                    <a:pt x="162300" y="288408"/>
                  </a:lnTo>
                  <a:lnTo>
                    <a:pt x="135619" y="324337"/>
                  </a:lnTo>
                  <a:lnTo>
                    <a:pt x="111056" y="361848"/>
                  </a:lnTo>
                  <a:lnTo>
                    <a:pt x="88700" y="400852"/>
                  </a:lnTo>
                  <a:lnTo>
                    <a:pt x="68639" y="441260"/>
                  </a:lnTo>
                  <a:lnTo>
                    <a:pt x="50964" y="482983"/>
                  </a:lnTo>
                  <a:lnTo>
                    <a:pt x="35764" y="525930"/>
                  </a:lnTo>
                  <a:lnTo>
                    <a:pt x="23126" y="570014"/>
                  </a:lnTo>
                  <a:lnTo>
                    <a:pt x="13142" y="615144"/>
                  </a:lnTo>
                  <a:lnTo>
                    <a:pt x="5900" y="661232"/>
                  </a:lnTo>
                  <a:lnTo>
                    <a:pt x="1490" y="708189"/>
                  </a:lnTo>
                  <a:lnTo>
                    <a:pt x="0" y="755924"/>
                  </a:lnTo>
                  <a:lnTo>
                    <a:pt x="364941" y="755924"/>
                  </a:lnTo>
                  <a:lnTo>
                    <a:pt x="367993" y="706949"/>
                  </a:lnTo>
                  <a:lnTo>
                    <a:pt x="376904" y="659769"/>
                  </a:lnTo>
                  <a:lnTo>
                    <a:pt x="391303" y="614755"/>
                  </a:lnTo>
                  <a:lnTo>
                    <a:pt x="410822" y="572275"/>
                  </a:lnTo>
                  <a:lnTo>
                    <a:pt x="435090" y="532700"/>
                  </a:lnTo>
                  <a:lnTo>
                    <a:pt x="463740" y="496397"/>
                  </a:lnTo>
                  <a:lnTo>
                    <a:pt x="496401" y="463736"/>
                  </a:lnTo>
                  <a:lnTo>
                    <a:pt x="532704" y="435088"/>
                  </a:lnTo>
                  <a:lnTo>
                    <a:pt x="572280" y="410820"/>
                  </a:lnTo>
                  <a:lnTo>
                    <a:pt x="614759" y="391302"/>
                  </a:lnTo>
                  <a:lnTo>
                    <a:pt x="659773" y="376903"/>
                  </a:lnTo>
                  <a:lnTo>
                    <a:pt x="706951" y="367993"/>
                  </a:lnTo>
                  <a:lnTo>
                    <a:pt x="755924" y="364941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8"/>
            <p:cNvSpPr/>
            <p:nvPr/>
          </p:nvSpPr>
          <p:spPr>
            <a:xfrm>
              <a:off x="18395339" y="10463606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0" y="0"/>
                  </a:moveTo>
                  <a:lnTo>
                    <a:pt x="0" y="364941"/>
                  </a:lnTo>
                  <a:lnTo>
                    <a:pt x="48973" y="367993"/>
                  </a:lnTo>
                  <a:lnTo>
                    <a:pt x="96151" y="376903"/>
                  </a:lnTo>
                  <a:lnTo>
                    <a:pt x="141164" y="391302"/>
                  </a:lnTo>
                  <a:lnTo>
                    <a:pt x="183644" y="410820"/>
                  </a:lnTo>
                  <a:lnTo>
                    <a:pt x="223219" y="435088"/>
                  </a:lnTo>
                  <a:lnTo>
                    <a:pt x="259523" y="463736"/>
                  </a:lnTo>
                  <a:lnTo>
                    <a:pt x="292184" y="496397"/>
                  </a:lnTo>
                  <a:lnTo>
                    <a:pt x="320833" y="532700"/>
                  </a:lnTo>
                  <a:lnTo>
                    <a:pt x="345102" y="572275"/>
                  </a:lnTo>
                  <a:lnTo>
                    <a:pt x="364621" y="614755"/>
                  </a:lnTo>
                  <a:lnTo>
                    <a:pt x="379020" y="659769"/>
                  </a:lnTo>
                  <a:lnTo>
                    <a:pt x="387930" y="706949"/>
                  </a:lnTo>
                  <a:lnTo>
                    <a:pt x="390982" y="755924"/>
                  </a:lnTo>
                  <a:lnTo>
                    <a:pt x="755924" y="755924"/>
                  </a:lnTo>
                  <a:lnTo>
                    <a:pt x="754434" y="708189"/>
                  </a:lnTo>
                  <a:lnTo>
                    <a:pt x="750023" y="661232"/>
                  </a:lnTo>
                  <a:lnTo>
                    <a:pt x="742781" y="615144"/>
                  </a:lnTo>
                  <a:lnTo>
                    <a:pt x="732797" y="570014"/>
                  </a:lnTo>
                  <a:lnTo>
                    <a:pt x="720160" y="525930"/>
                  </a:lnTo>
                  <a:lnTo>
                    <a:pt x="704959" y="482983"/>
                  </a:lnTo>
                  <a:lnTo>
                    <a:pt x="687284" y="441260"/>
                  </a:lnTo>
                  <a:lnTo>
                    <a:pt x="667224" y="400852"/>
                  </a:lnTo>
                  <a:lnTo>
                    <a:pt x="644867" y="361848"/>
                  </a:lnTo>
                  <a:lnTo>
                    <a:pt x="620304" y="324337"/>
                  </a:lnTo>
                  <a:lnTo>
                    <a:pt x="593624" y="288408"/>
                  </a:lnTo>
                  <a:lnTo>
                    <a:pt x="564915" y="254150"/>
                  </a:lnTo>
                  <a:lnTo>
                    <a:pt x="534267" y="221652"/>
                  </a:lnTo>
                  <a:lnTo>
                    <a:pt x="501770" y="191005"/>
                  </a:lnTo>
                  <a:lnTo>
                    <a:pt x="467512" y="162297"/>
                  </a:lnTo>
                  <a:lnTo>
                    <a:pt x="431582" y="135616"/>
                  </a:lnTo>
                  <a:lnTo>
                    <a:pt x="394071" y="111054"/>
                  </a:lnTo>
                  <a:lnTo>
                    <a:pt x="355067" y="88698"/>
                  </a:lnTo>
                  <a:lnTo>
                    <a:pt x="314659" y="68638"/>
                  </a:lnTo>
                  <a:lnTo>
                    <a:pt x="272937" y="50963"/>
                  </a:lnTo>
                  <a:lnTo>
                    <a:pt x="229989" y="35763"/>
                  </a:lnTo>
                  <a:lnTo>
                    <a:pt x="185906" y="23126"/>
                  </a:lnTo>
                  <a:lnTo>
                    <a:pt x="140776" y="13142"/>
                  </a:lnTo>
                  <a:lnTo>
                    <a:pt x="94689" y="5900"/>
                  </a:lnTo>
                  <a:lnTo>
                    <a:pt x="47734" y="14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9"/>
            <p:cNvSpPr/>
            <p:nvPr/>
          </p:nvSpPr>
          <p:spPr>
            <a:xfrm>
              <a:off x="14945996" y="10463603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93"/>
                  </a:lnTo>
                  <a:lnTo>
                    <a:pt x="706951" y="387941"/>
                  </a:lnTo>
                  <a:lnTo>
                    <a:pt x="659773" y="379030"/>
                  </a:lnTo>
                  <a:lnTo>
                    <a:pt x="614759" y="364631"/>
                  </a:lnTo>
                  <a:lnTo>
                    <a:pt x="572280" y="345112"/>
                  </a:lnTo>
                  <a:lnTo>
                    <a:pt x="532704" y="320843"/>
                  </a:lnTo>
                  <a:lnTo>
                    <a:pt x="496401" y="292193"/>
                  </a:lnTo>
                  <a:lnTo>
                    <a:pt x="463740" y="259531"/>
                  </a:lnTo>
                  <a:lnTo>
                    <a:pt x="435090" y="223227"/>
                  </a:lnTo>
                  <a:lnTo>
                    <a:pt x="410822" y="183651"/>
                  </a:lnTo>
                  <a:lnTo>
                    <a:pt x="391303" y="141170"/>
                  </a:lnTo>
                  <a:lnTo>
                    <a:pt x="376904" y="96155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10"/>
            <p:cNvSpPr/>
            <p:nvPr/>
          </p:nvSpPr>
          <p:spPr>
            <a:xfrm>
              <a:off x="14109326" y="10463603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5"/>
                  </a:lnTo>
                  <a:lnTo>
                    <a:pt x="364621" y="141170"/>
                  </a:lnTo>
                  <a:lnTo>
                    <a:pt x="345102" y="183651"/>
                  </a:lnTo>
                  <a:lnTo>
                    <a:pt x="320833" y="223227"/>
                  </a:lnTo>
                  <a:lnTo>
                    <a:pt x="292184" y="259531"/>
                  </a:lnTo>
                  <a:lnTo>
                    <a:pt x="259523" y="292193"/>
                  </a:lnTo>
                  <a:lnTo>
                    <a:pt x="223219" y="320843"/>
                  </a:lnTo>
                  <a:lnTo>
                    <a:pt x="183644" y="345112"/>
                  </a:lnTo>
                  <a:lnTo>
                    <a:pt x="141164" y="364631"/>
                  </a:lnTo>
                  <a:lnTo>
                    <a:pt x="96151" y="379030"/>
                  </a:lnTo>
                  <a:lnTo>
                    <a:pt x="48973" y="387941"/>
                  </a:lnTo>
                  <a:lnTo>
                    <a:pt x="0" y="390993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11"/>
            <p:cNvSpPr/>
            <p:nvPr/>
          </p:nvSpPr>
          <p:spPr>
            <a:xfrm>
              <a:off x="13233767" y="10463603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93"/>
                  </a:lnTo>
                  <a:lnTo>
                    <a:pt x="706951" y="387941"/>
                  </a:lnTo>
                  <a:lnTo>
                    <a:pt x="659773" y="379030"/>
                  </a:lnTo>
                  <a:lnTo>
                    <a:pt x="614759" y="364631"/>
                  </a:lnTo>
                  <a:lnTo>
                    <a:pt x="572280" y="345112"/>
                  </a:lnTo>
                  <a:lnTo>
                    <a:pt x="532704" y="320843"/>
                  </a:lnTo>
                  <a:lnTo>
                    <a:pt x="496401" y="292193"/>
                  </a:lnTo>
                  <a:lnTo>
                    <a:pt x="463740" y="259531"/>
                  </a:lnTo>
                  <a:lnTo>
                    <a:pt x="435090" y="223227"/>
                  </a:lnTo>
                  <a:lnTo>
                    <a:pt x="410822" y="183651"/>
                  </a:lnTo>
                  <a:lnTo>
                    <a:pt x="391303" y="141170"/>
                  </a:lnTo>
                  <a:lnTo>
                    <a:pt x="376904" y="96155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12"/>
            <p:cNvSpPr/>
            <p:nvPr/>
          </p:nvSpPr>
          <p:spPr>
            <a:xfrm>
              <a:off x="15821556" y="9599732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0" y="0"/>
                  </a:moveTo>
                  <a:lnTo>
                    <a:pt x="0" y="364931"/>
                  </a:lnTo>
                  <a:lnTo>
                    <a:pt x="48973" y="367983"/>
                  </a:lnTo>
                  <a:lnTo>
                    <a:pt x="96151" y="376893"/>
                  </a:lnTo>
                  <a:lnTo>
                    <a:pt x="141164" y="391293"/>
                  </a:lnTo>
                  <a:lnTo>
                    <a:pt x="183644" y="410812"/>
                  </a:lnTo>
                  <a:lnTo>
                    <a:pt x="223219" y="435081"/>
                  </a:lnTo>
                  <a:lnTo>
                    <a:pt x="259523" y="463731"/>
                  </a:lnTo>
                  <a:lnTo>
                    <a:pt x="292184" y="496392"/>
                  </a:lnTo>
                  <a:lnTo>
                    <a:pt x="320833" y="532696"/>
                  </a:lnTo>
                  <a:lnTo>
                    <a:pt x="345102" y="572273"/>
                  </a:lnTo>
                  <a:lnTo>
                    <a:pt x="364621" y="614754"/>
                  </a:lnTo>
                  <a:lnTo>
                    <a:pt x="379020" y="659769"/>
                  </a:lnTo>
                  <a:lnTo>
                    <a:pt x="387930" y="706948"/>
                  </a:lnTo>
                  <a:lnTo>
                    <a:pt x="390982" y="755924"/>
                  </a:lnTo>
                  <a:lnTo>
                    <a:pt x="755924" y="755924"/>
                  </a:lnTo>
                  <a:lnTo>
                    <a:pt x="754434" y="708189"/>
                  </a:lnTo>
                  <a:lnTo>
                    <a:pt x="750023" y="661232"/>
                  </a:lnTo>
                  <a:lnTo>
                    <a:pt x="742781" y="615144"/>
                  </a:lnTo>
                  <a:lnTo>
                    <a:pt x="732797" y="570014"/>
                  </a:lnTo>
                  <a:lnTo>
                    <a:pt x="720160" y="525930"/>
                  </a:lnTo>
                  <a:lnTo>
                    <a:pt x="704959" y="482983"/>
                  </a:lnTo>
                  <a:lnTo>
                    <a:pt x="687284" y="441260"/>
                  </a:lnTo>
                  <a:lnTo>
                    <a:pt x="667224" y="400852"/>
                  </a:lnTo>
                  <a:lnTo>
                    <a:pt x="644867" y="361848"/>
                  </a:lnTo>
                  <a:lnTo>
                    <a:pt x="620304" y="324337"/>
                  </a:lnTo>
                  <a:lnTo>
                    <a:pt x="593624" y="288408"/>
                  </a:lnTo>
                  <a:lnTo>
                    <a:pt x="564915" y="254150"/>
                  </a:lnTo>
                  <a:lnTo>
                    <a:pt x="534267" y="221652"/>
                  </a:lnTo>
                  <a:lnTo>
                    <a:pt x="501770" y="191005"/>
                  </a:lnTo>
                  <a:lnTo>
                    <a:pt x="467512" y="162297"/>
                  </a:lnTo>
                  <a:lnTo>
                    <a:pt x="431582" y="135616"/>
                  </a:lnTo>
                  <a:lnTo>
                    <a:pt x="394071" y="111054"/>
                  </a:lnTo>
                  <a:lnTo>
                    <a:pt x="355067" y="88698"/>
                  </a:lnTo>
                  <a:lnTo>
                    <a:pt x="314659" y="68638"/>
                  </a:lnTo>
                  <a:lnTo>
                    <a:pt x="272937" y="50963"/>
                  </a:lnTo>
                  <a:lnTo>
                    <a:pt x="229989" y="35763"/>
                  </a:lnTo>
                  <a:lnTo>
                    <a:pt x="185906" y="23126"/>
                  </a:lnTo>
                  <a:lnTo>
                    <a:pt x="140776" y="13142"/>
                  </a:lnTo>
                  <a:lnTo>
                    <a:pt x="94689" y="5900"/>
                  </a:lnTo>
                  <a:lnTo>
                    <a:pt x="47734" y="14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13"/>
            <p:cNvSpPr/>
            <p:nvPr/>
          </p:nvSpPr>
          <p:spPr>
            <a:xfrm>
              <a:off x="16670669" y="9599728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4"/>
                  </a:lnTo>
                  <a:lnTo>
                    <a:pt x="364621" y="141169"/>
                  </a:lnTo>
                  <a:lnTo>
                    <a:pt x="345102" y="183648"/>
                  </a:lnTo>
                  <a:lnTo>
                    <a:pt x="320833" y="223224"/>
                  </a:lnTo>
                  <a:lnTo>
                    <a:pt x="292184" y="259527"/>
                  </a:lnTo>
                  <a:lnTo>
                    <a:pt x="259523" y="292187"/>
                  </a:lnTo>
                  <a:lnTo>
                    <a:pt x="223219" y="320836"/>
                  </a:lnTo>
                  <a:lnTo>
                    <a:pt x="183644" y="345104"/>
                  </a:lnTo>
                  <a:lnTo>
                    <a:pt x="141164" y="364622"/>
                  </a:lnTo>
                  <a:lnTo>
                    <a:pt x="96151" y="379020"/>
                  </a:lnTo>
                  <a:lnTo>
                    <a:pt x="48973" y="387930"/>
                  </a:lnTo>
                  <a:lnTo>
                    <a:pt x="0" y="390982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14"/>
            <p:cNvSpPr/>
            <p:nvPr/>
          </p:nvSpPr>
          <p:spPr>
            <a:xfrm>
              <a:off x="17519778" y="9599728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82"/>
                  </a:lnTo>
                  <a:lnTo>
                    <a:pt x="706951" y="387930"/>
                  </a:lnTo>
                  <a:lnTo>
                    <a:pt x="659773" y="379020"/>
                  </a:lnTo>
                  <a:lnTo>
                    <a:pt x="614759" y="364622"/>
                  </a:lnTo>
                  <a:lnTo>
                    <a:pt x="572280" y="345104"/>
                  </a:lnTo>
                  <a:lnTo>
                    <a:pt x="532704" y="320836"/>
                  </a:lnTo>
                  <a:lnTo>
                    <a:pt x="496401" y="292187"/>
                  </a:lnTo>
                  <a:lnTo>
                    <a:pt x="463740" y="259527"/>
                  </a:lnTo>
                  <a:lnTo>
                    <a:pt x="435090" y="223224"/>
                  </a:lnTo>
                  <a:lnTo>
                    <a:pt x="410822" y="183648"/>
                  </a:lnTo>
                  <a:lnTo>
                    <a:pt x="391303" y="141169"/>
                  </a:lnTo>
                  <a:lnTo>
                    <a:pt x="376904" y="96154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15"/>
            <p:cNvSpPr/>
            <p:nvPr/>
          </p:nvSpPr>
          <p:spPr>
            <a:xfrm>
              <a:off x="19248297" y="9599728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82"/>
                  </a:lnTo>
                  <a:lnTo>
                    <a:pt x="706951" y="387930"/>
                  </a:lnTo>
                  <a:lnTo>
                    <a:pt x="659773" y="379020"/>
                  </a:lnTo>
                  <a:lnTo>
                    <a:pt x="614759" y="364622"/>
                  </a:lnTo>
                  <a:lnTo>
                    <a:pt x="572280" y="345104"/>
                  </a:lnTo>
                  <a:lnTo>
                    <a:pt x="532704" y="320836"/>
                  </a:lnTo>
                  <a:lnTo>
                    <a:pt x="496401" y="292187"/>
                  </a:lnTo>
                  <a:lnTo>
                    <a:pt x="463740" y="259527"/>
                  </a:lnTo>
                  <a:lnTo>
                    <a:pt x="435090" y="223224"/>
                  </a:lnTo>
                  <a:lnTo>
                    <a:pt x="410822" y="183648"/>
                  </a:lnTo>
                  <a:lnTo>
                    <a:pt x="391303" y="141169"/>
                  </a:lnTo>
                  <a:lnTo>
                    <a:pt x="376904" y="96154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16"/>
            <p:cNvSpPr/>
            <p:nvPr/>
          </p:nvSpPr>
          <p:spPr>
            <a:xfrm>
              <a:off x="18395339" y="9599728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4"/>
                  </a:lnTo>
                  <a:lnTo>
                    <a:pt x="364621" y="141169"/>
                  </a:lnTo>
                  <a:lnTo>
                    <a:pt x="345102" y="183648"/>
                  </a:lnTo>
                  <a:lnTo>
                    <a:pt x="320833" y="223224"/>
                  </a:lnTo>
                  <a:lnTo>
                    <a:pt x="292184" y="259527"/>
                  </a:lnTo>
                  <a:lnTo>
                    <a:pt x="259523" y="292187"/>
                  </a:lnTo>
                  <a:lnTo>
                    <a:pt x="223219" y="320836"/>
                  </a:lnTo>
                  <a:lnTo>
                    <a:pt x="183644" y="345104"/>
                  </a:lnTo>
                  <a:lnTo>
                    <a:pt x="141164" y="364622"/>
                  </a:lnTo>
                  <a:lnTo>
                    <a:pt x="96151" y="379020"/>
                  </a:lnTo>
                  <a:lnTo>
                    <a:pt x="48973" y="387930"/>
                  </a:lnTo>
                  <a:lnTo>
                    <a:pt x="0" y="390982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17"/>
            <p:cNvSpPr/>
            <p:nvPr/>
          </p:nvSpPr>
          <p:spPr>
            <a:xfrm>
              <a:off x="13233767" y="9599732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708190" y="1490"/>
                  </a:lnTo>
                  <a:lnTo>
                    <a:pt x="661235" y="5900"/>
                  </a:lnTo>
                  <a:lnTo>
                    <a:pt x="615147" y="13142"/>
                  </a:lnTo>
                  <a:lnTo>
                    <a:pt x="570018" y="23126"/>
                  </a:lnTo>
                  <a:lnTo>
                    <a:pt x="525934" y="35763"/>
                  </a:lnTo>
                  <a:lnTo>
                    <a:pt x="482987" y="50963"/>
                  </a:lnTo>
                  <a:lnTo>
                    <a:pt x="441265" y="68638"/>
                  </a:lnTo>
                  <a:lnTo>
                    <a:pt x="400857" y="88698"/>
                  </a:lnTo>
                  <a:lnTo>
                    <a:pt x="361853" y="111054"/>
                  </a:lnTo>
                  <a:lnTo>
                    <a:pt x="324341" y="135616"/>
                  </a:lnTo>
                  <a:lnTo>
                    <a:pt x="288412" y="162297"/>
                  </a:lnTo>
                  <a:lnTo>
                    <a:pt x="254154" y="191005"/>
                  </a:lnTo>
                  <a:lnTo>
                    <a:pt x="221656" y="221652"/>
                  </a:lnTo>
                  <a:lnTo>
                    <a:pt x="191009" y="254150"/>
                  </a:lnTo>
                  <a:lnTo>
                    <a:pt x="162300" y="288408"/>
                  </a:lnTo>
                  <a:lnTo>
                    <a:pt x="135619" y="324337"/>
                  </a:lnTo>
                  <a:lnTo>
                    <a:pt x="111056" y="361848"/>
                  </a:lnTo>
                  <a:lnTo>
                    <a:pt x="88700" y="400852"/>
                  </a:lnTo>
                  <a:lnTo>
                    <a:pt x="68639" y="441260"/>
                  </a:lnTo>
                  <a:lnTo>
                    <a:pt x="50964" y="482983"/>
                  </a:lnTo>
                  <a:lnTo>
                    <a:pt x="35764" y="525930"/>
                  </a:lnTo>
                  <a:lnTo>
                    <a:pt x="23126" y="570014"/>
                  </a:lnTo>
                  <a:lnTo>
                    <a:pt x="13142" y="615144"/>
                  </a:lnTo>
                  <a:lnTo>
                    <a:pt x="5900" y="661232"/>
                  </a:lnTo>
                  <a:lnTo>
                    <a:pt x="1490" y="708189"/>
                  </a:lnTo>
                  <a:lnTo>
                    <a:pt x="0" y="755924"/>
                  </a:lnTo>
                  <a:lnTo>
                    <a:pt x="364941" y="755924"/>
                  </a:lnTo>
                  <a:lnTo>
                    <a:pt x="367993" y="706948"/>
                  </a:lnTo>
                  <a:lnTo>
                    <a:pt x="376904" y="659769"/>
                  </a:lnTo>
                  <a:lnTo>
                    <a:pt x="391303" y="614754"/>
                  </a:lnTo>
                  <a:lnTo>
                    <a:pt x="410822" y="572273"/>
                  </a:lnTo>
                  <a:lnTo>
                    <a:pt x="435090" y="532696"/>
                  </a:lnTo>
                  <a:lnTo>
                    <a:pt x="463740" y="496392"/>
                  </a:lnTo>
                  <a:lnTo>
                    <a:pt x="496401" y="463731"/>
                  </a:lnTo>
                  <a:lnTo>
                    <a:pt x="532704" y="435081"/>
                  </a:lnTo>
                  <a:lnTo>
                    <a:pt x="572280" y="410812"/>
                  </a:lnTo>
                  <a:lnTo>
                    <a:pt x="614759" y="391293"/>
                  </a:lnTo>
                  <a:lnTo>
                    <a:pt x="659773" y="376893"/>
                  </a:lnTo>
                  <a:lnTo>
                    <a:pt x="706951" y="367983"/>
                  </a:lnTo>
                  <a:lnTo>
                    <a:pt x="755924" y="364931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18"/>
            <p:cNvSpPr/>
            <p:nvPr/>
          </p:nvSpPr>
          <p:spPr>
            <a:xfrm>
              <a:off x="14945996" y="9599728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82"/>
                  </a:lnTo>
                  <a:lnTo>
                    <a:pt x="706951" y="387930"/>
                  </a:lnTo>
                  <a:lnTo>
                    <a:pt x="659773" y="379020"/>
                  </a:lnTo>
                  <a:lnTo>
                    <a:pt x="614759" y="364622"/>
                  </a:lnTo>
                  <a:lnTo>
                    <a:pt x="572280" y="345104"/>
                  </a:lnTo>
                  <a:lnTo>
                    <a:pt x="532704" y="320836"/>
                  </a:lnTo>
                  <a:lnTo>
                    <a:pt x="496401" y="292187"/>
                  </a:lnTo>
                  <a:lnTo>
                    <a:pt x="463740" y="259527"/>
                  </a:lnTo>
                  <a:lnTo>
                    <a:pt x="435090" y="223224"/>
                  </a:lnTo>
                  <a:lnTo>
                    <a:pt x="410822" y="183648"/>
                  </a:lnTo>
                  <a:lnTo>
                    <a:pt x="391303" y="141169"/>
                  </a:lnTo>
                  <a:lnTo>
                    <a:pt x="376904" y="96154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19"/>
            <p:cNvSpPr/>
            <p:nvPr/>
          </p:nvSpPr>
          <p:spPr>
            <a:xfrm>
              <a:off x="14109326" y="9599728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4"/>
                  </a:lnTo>
                  <a:lnTo>
                    <a:pt x="364621" y="141169"/>
                  </a:lnTo>
                  <a:lnTo>
                    <a:pt x="345102" y="183648"/>
                  </a:lnTo>
                  <a:lnTo>
                    <a:pt x="320833" y="223224"/>
                  </a:lnTo>
                  <a:lnTo>
                    <a:pt x="292184" y="259527"/>
                  </a:lnTo>
                  <a:lnTo>
                    <a:pt x="259523" y="292187"/>
                  </a:lnTo>
                  <a:lnTo>
                    <a:pt x="223219" y="320836"/>
                  </a:lnTo>
                  <a:lnTo>
                    <a:pt x="183644" y="345104"/>
                  </a:lnTo>
                  <a:lnTo>
                    <a:pt x="141164" y="364622"/>
                  </a:lnTo>
                  <a:lnTo>
                    <a:pt x="96151" y="379020"/>
                  </a:lnTo>
                  <a:lnTo>
                    <a:pt x="48973" y="387930"/>
                  </a:lnTo>
                  <a:lnTo>
                    <a:pt x="0" y="390982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4" name="Группа 53"/>
          <p:cNvGrpSpPr/>
          <p:nvPr/>
        </p:nvGrpSpPr>
        <p:grpSpPr>
          <a:xfrm>
            <a:off x="-359236" y="10015094"/>
            <a:ext cx="4721723" cy="1227517"/>
            <a:chOff x="39317" y="9605429"/>
            <a:chExt cx="5895256" cy="1620163"/>
          </a:xfrm>
        </p:grpSpPr>
        <p:sp>
          <p:nvSpPr>
            <p:cNvPr id="55" name="object 4"/>
            <p:cNvSpPr/>
            <p:nvPr/>
          </p:nvSpPr>
          <p:spPr>
            <a:xfrm>
              <a:off x="1751547" y="10469304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5"/>
                  </a:lnTo>
                  <a:lnTo>
                    <a:pt x="364621" y="141170"/>
                  </a:lnTo>
                  <a:lnTo>
                    <a:pt x="345102" y="183651"/>
                  </a:lnTo>
                  <a:lnTo>
                    <a:pt x="320833" y="223227"/>
                  </a:lnTo>
                  <a:lnTo>
                    <a:pt x="292184" y="259531"/>
                  </a:lnTo>
                  <a:lnTo>
                    <a:pt x="259523" y="292193"/>
                  </a:lnTo>
                  <a:lnTo>
                    <a:pt x="223219" y="320843"/>
                  </a:lnTo>
                  <a:lnTo>
                    <a:pt x="183644" y="345112"/>
                  </a:lnTo>
                  <a:lnTo>
                    <a:pt x="141164" y="364631"/>
                  </a:lnTo>
                  <a:lnTo>
                    <a:pt x="96151" y="379030"/>
                  </a:lnTo>
                  <a:lnTo>
                    <a:pt x="48973" y="387941"/>
                  </a:lnTo>
                  <a:lnTo>
                    <a:pt x="0" y="390993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"/>
            <p:cNvSpPr/>
            <p:nvPr/>
          </p:nvSpPr>
          <p:spPr>
            <a:xfrm>
              <a:off x="2600660" y="10469307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0" y="0"/>
                  </a:moveTo>
                  <a:lnTo>
                    <a:pt x="0" y="364941"/>
                  </a:lnTo>
                  <a:lnTo>
                    <a:pt x="48973" y="367993"/>
                  </a:lnTo>
                  <a:lnTo>
                    <a:pt x="96151" y="376903"/>
                  </a:lnTo>
                  <a:lnTo>
                    <a:pt x="141164" y="391302"/>
                  </a:lnTo>
                  <a:lnTo>
                    <a:pt x="183644" y="410820"/>
                  </a:lnTo>
                  <a:lnTo>
                    <a:pt x="223219" y="435088"/>
                  </a:lnTo>
                  <a:lnTo>
                    <a:pt x="259523" y="463736"/>
                  </a:lnTo>
                  <a:lnTo>
                    <a:pt x="292184" y="496397"/>
                  </a:lnTo>
                  <a:lnTo>
                    <a:pt x="320833" y="532700"/>
                  </a:lnTo>
                  <a:lnTo>
                    <a:pt x="345102" y="572275"/>
                  </a:lnTo>
                  <a:lnTo>
                    <a:pt x="364621" y="614755"/>
                  </a:lnTo>
                  <a:lnTo>
                    <a:pt x="379020" y="659769"/>
                  </a:lnTo>
                  <a:lnTo>
                    <a:pt x="387930" y="706949"/>
                  </a:lnTo>
                  <a:lnTo>
                    <a:pt x="390982" y="755924"/>
                  </a:lnTo>
                  <a:lnTo>
                    <a:pt x="755924" y="755924"/>
                  </a:lnTo>
                  <a:lnTo>
                    <a:pt x="754434" y="708189"/>
                  </a:lnTo>
                  <a:lnTo>
                    <a:pt x="750023" y="661232"/>
                  </a:lnTo>
                  <a:lnTo>
                    <a:pt x="742781" y="615144"/>
                  </a:lnTo>
                  <a:lnTo>
                    <a:pt x="732797" y="570014"/>
                  </a:lnTo>
                  <a:lnTo>
                    <a:pt x="720160" y="525930"/>
                  </a:lnTo>
                  <a:lnTo>
                    <a:pt x="704959" y="482983"/>
                  </a:lnTo>
                  <a:lnTo>
                    <a:pt x="687284" y="441260"/>
                  </a:lnTo>
                  <a:lnTo>
                    <a:pt x="667224" y="400852"/>
                  </a:lnTo>
                  <a:lnTo>
                    <a:pt x="644867" y="361848"/>
                  </a:lnTo>
                  <a:lnTo>
                    <a:pt x="620304" y="324337"/>
                  </a:lnTo>
                  <a:lnTo>
                    <a:pt x="593624" y="288408"/>
                  </a:lnTo>
                  <a:lnTo>
                    <a:pt x="564915" y="254150"/>
                  </a:lnTo>
                  <a:lnTo>
                    <a:pt x="534267" y="221652"/>
                  </a:lnTo>
                  <a:lnTo>
                    <a:pt x="501770" y="191005"/>
                  </a:lnTo>
                  <a:lnTo>
                    <a:pt x="467512" y="162297"/>
                  </a:lnTo>
                  <a:lnTo>
                    <a:pt x="431582" y="135616"/>
                  </a:lnTo>
                  <a:lnTo>
                    <a:pt x="394071" y="111054"/>
                  </a:lnTo>
                  <a:lnTo>
                    <a:pt x="355067" y="88698"/>
                  </a:lnTo>
                  <a:lnTo>
                    <a:pt x="314659" y="68638"/>
                  </a:lnTo>
                  <a:lnTo>
                    <a:pt x="272937" y="50963"/>
                  </a:lnTo>
                  <a:lnTo>
                    <a:pt x="229989" y="35763"/>
                  </a:lnTo>
                  <a:lnTo>
                    <a:pt x="185906" y="23126"/>
                  </a:lnTo>
                  <a:lnTo>
                    <a:pt x="140776" y="13142"/>
                  </a:lnTo>
                  <a:lnTo>
                    <a:pt x="94689" y="5900"/>
                  </a:lnTo>
                  <a:lnTo>
                    <a:pt x="47734" y="14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6"/>
            <p:cNvSpPr/>
            <p:nvPr/>
          </p:nvSpPr>
          <p:spPr>
            <a:xfrm>
              <a:off x="3449769" y="10469307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708190" y="1490"/>
                  </a:lnTo>
                  <a:lnTo>
                    <a:pt x="661235" y="5900"/>
                  </a:lnTo>
                  <a:lnTo>
                    <a:pt x="615147" y="13142"/>
                  </a:lnTo>
                  <a:lnTo>
                    <a:pt x="570018" y="23126"/>
                  </a:lnTo>
                  <a:lnTo>
                    <a:pt x="525934" y="35763"/>
                  </a:lnTo>
                  <a:lnTo>
                    <a:pt x="482987" y="50963"/>
                  </a:lnTo>
                  <a:lnTo>
                    <a:pt x="441265" y="68638"/>
                  </a:lnTo>
                  <a:lnTo>
                    <a:pt x="400857" y="88698"/>
                  </a:lnTo>
                  <a:lnTo>
                    <a:pt x="361853" y="111054"/>
                  </a:lnTo>
                  <a:lnTo>
                    <a:pt x="324341" y="135616"/>
                  </a:lnTo>
                  <a:lnTo>
                    <a:pt x="288412" y="162297"/>
                  </a:lnTo>
                  <a:lnTo>
                    <a:pt x="254154" y="191005"/>
                  </a:lnTo>
                  <a:lnTo>
                    <a:pt x="221656" y="221652"/>
                  </a:lnTo>
                  <a:lnTo>
                    <a:pt x="191009" y="254150"/>
                  </a:lnTo>
                  <a:lnTo>
                    <a:pt x="162300" y="288408"/>
                  </a:lnTo>
                  <a:lnTo>
                    <a:pt x="135619" y="324337"/>
                  </a:lnTo>
                  <a:lnTo>
                    <a:pt x="111056" y="361848"/>
                  </a:lnTo>
                  <a:lnTo>
                    <a:pt x="88700" y="400852"/>
                  </a:lnTo>
                  <a:lnTo>
                    <a:pt x="68639" y="441260"/>
                  </a:lnTo>
                  <a:lnTo>
                    <a:pt x="50964" y="482983"/>
                  </a:lnTo>
                  <a:lnTo>
                    <a:pt x="35764" y="525930"/>
                  </a:lnTo>
                  <a:lnTo>
                    <a:pt x="23126" y="570014"/>
                  </a:lnTo>
                  <a:lnTo>
                    <a:pt x="13142" y="615144"/>
                  </a:lnTo>
                  <a:lnTo>
                    <a:pt x="5900" y="661232"/>
                  </a:lnTo>
                  <a:lnTo>
                    <a:pt x="1490" y="708189"/>
                  </a:lnTo>
                  <a:lnTo>
                    <a:pt x="0" y="755924"/>
                  </a:lnTo>
                  <a:lnTo>
                    <a:pt x="364941" y="755924"/>
                  </a:lnTo>
                  <a:lnTo>
                    <a:pt x="367993" y="706949"/>
                  </a:lnTo>
                  <a:lnTo>
                    <a:pt x="376904" y="659769"/>
                  </a:lnTo>
                  <a:lnTo>
                    <a:pt x="391303" y="614755"/>
                  </a:lnTo>
                  <a:lnTo>
                    <a:pt x="410822" y="572275"/>
                  </a:lnTo>
                  <a:lnTo>
                    <a:pt x="435090" y="532700"/>
                  </a:lnTo>
                  <a:lnTo>
                    <a:pt x="463740" y="496397"/>
                  </a:lnTo>
                  <a:lnTo>
                    <a:pt x="496401" y="463736"/>
                  </a:lnTo>
                  <a:lnTo>
                    <a:pt x="532704" y="435088"/>
                  </a:lnTo>
                  <a:lnTo>
                    <a:pt x="572280" y="410820"/>
                  </a:lnTo>
                  <a:lnTo>
                    <a:pt x="614759" y="391302"/>
                  </a:lnTo>
                  <a:lnTo>
                    <a:pt x="659773" y="376903"/>
                  </a:lnTo>
                  <a:lnTo>
                    <a:pt x="706951" y="367993"/>
                  </a:lnTo>
                  <a:lnTo>
                    <a:pt x="755924" y="364941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7"/>
            <p:cNvSpPr/>
            <p:nvPr/>
          </p:nvSpPr>
          <p:spPr>
            <a:xfrm>
              <a:off x="5178288" y="10469307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708190" y="1490"/>
                  </a:lnTo>
                  <a:lnTo>
                    <a:pt x="661235" y="5900"/>
                  </a:lnTo>
                  <a:lnTo>
                    <a:pt x="615147" y="13142"/>
                  </a:lnTo>
                  <a:lnTo>
                    <a:pt x="570018" y="23126"/>
                  </a:lnTo>
                  <a:lnTo>
                    <a:pt x="525934" y="35763"/>
                  </a:lnTo>
                  <a:lnTo>
                    <a:pt x="482987" y="50963"/>
                  </a:lnTo>
                  <a:lnTo>
                    <a:pt x="441265" y="68638"/>
                  </a:lnTo>
                  <a:lnTo>
                    <a:pt x="400857" y="88698"/>
                  </a:lnTo>
                  <a:lnTo>
                    <a:pt x="361853" y="111054"/>
                  </a:lnTo>
                  <a:lnTo>
                    <a:pt x="324341" y="135616"/>
                  </a:lnTo>
                  <a:lnTo>
                    <a:pt x="288412" y="162297"/>
                  </a:lnTo>
                  <a:lnTo>
                    <a:pt x="254154" y="191005"/>
                  </a:lnTo>
                  <a:lnTo>
                    <a:pt x="221656" y="221652"/>
                  </a:lnTo>
                  <a:lnTo>
                    <a:pt x="191009" y="254150"/>
                  </a:lnTo>
                  <a:lnTo>
                    <a:pt x="162300" y="288408"/>
                  </a:lnTo>
                  <a:lnTo>
                    <a:pt x="135619" y="324337"/>
                  </a:lnTo>
                  <a:lnTo>
                    <a:pt x="111056" y="361848"/>
                  </a:lnTo>
                  <a:lnTo>
                    <a:pt x="88700" y="400852"/>
                  </a:lnTo>
                  <a:lnTo>
                    <a:pt x="68639" y="441260"/>
                  </a:lnTo>
                  <a:lnTo>
                    <a:pt x="50964" y="482983"/>
                  </a:lnTo>
                  <a:lnTo>
                    <a:pt x="35764" y="525930"/>
                  </a:lnTo>
                  <a:lnTo>
                    <a:pt x="23126" y="570014"/>
                  </a:lnTo>
                  <a:lnTo>
                    <a:pt x="13142" y="615144"/>
                  </a:lnTo>
                  <a:lnTo>
                    <a:pt x="5900" y="661232"/>
                  </a:lnTo>
                  <a:lnTo>
                    <a:pt x="1490" y="708189"/>
                  </a:lnTo>
                  <a:lnTo>
                    <a:pt x="0" y="755924"/>
                  </a:lnTo>
                  <a:lnTo>
                    <a:pt x="364941" y="755924"/>
                  </a:lnTo>
                  <a:lnTo>
                    <a:pt x="367993" y="706949"/>
                  </a:lnTo>
                  <a:lnTo>
                    <a:pt x="376904" y="659769"/>
                  </a:lnTo>
                  <a:lnTo>
                    <a:pt x="391303" y="614755"/>
                  </a:lnTo>
                  <a:lnTo>
                    <a:pt x="410822" y="572275"/>
                  </a:lnTo>
                  <a:lnTo>
                    <a:pt x="435090" y="532700"/>
                  </a:lnTo>
                  <a:lnTo>
                    <a:pt x="463740" y="496397"/>
                  </a:lnTo>
                  <a:lnTo>
                    <a:pt x="496401" y="463736"/>
                  </a:lnTo>
                  <a:lnTo>
                    <a:pt x="532704" y="435088"/>
                  </a:lnTo>
                  <a:lnTo>
                    <a:pt x="572280" y="410820"/>
                  </a:lnTo>
                  <a:lnTo>
                    <a:pt x="614759" y="391302"/>
                  </a:lnTo>
                  <a:lnTo>
                    <a:pt x="659773" y="376903"/>
                  </a:lnTo>
                  <a:lnTo>
                    <a:pt x="706951" y="367993"/>
                  </a:lnTo>
                  <a:lnTo>
                    <a:pt x="755924" y="364941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8"/>
            <p:cNvSpPr/>
            <p:nvPr/>
          </p:nvSpPr>
          <p:spPr>
            <a:xfrm>
              <a:off x="4325330" y="10469307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0" y="0"/>
                  </a:moveTo>
                  <a:lnTo>
                    <a:pt x="0" y="364941"/>
                  </a:lnTo>
                  <a:lnTo>
                    <a:pt x="48973" y="367993"/>
                  </a:lnTo>
                  <a:lnTo>
                    <a:pt x="96151" y="376903"/>
                  </a:lnTo>
                  <a:lnTo>
                    <a:pt x="141164" y="391302"/>
                  </a:lnTo>
                  <a:lnTo>
                    <a:pt x="183644" y="410820"/>
                  </a:lnTo>
                  <a:lnTo>
                    <a:pt x="223219" y="435088"/>
                  </a:lnTo>
                  <a:lnTo>
                    <a:pt x="259523" y="463736"/>
                  </a:lnTo>
                  <a:lnTo>
                    <a:pt x="292184" y="496397"/>
                  </a:lnTo>
                  <a:lnTo>
                    <a:pt x="320833" y="532700"/>
                  </a:lnTo>
                  <a:lnTo>
                    <a:pt x="345102" y="572275"/>
                  </a:lnTo>
                  <a:lnTo>
                    <a:pt x="364621" y="614755"/>
                  </a:lnTo>
                  <a:lnTo>
                    <a:pt x="379020" y="659769"/>
                  </a:lnTo>
                  <a:lnTo>
                    <a:pt x="387930" y="706949"/>
                  </a:lnTo>
                  <a:lnTo>
                    <a:pt x="390982" y="755924"/>
                  </a:lnTo>
                  <a:lnTo>
                    <a:pt x="755924" y="755924"/>
                  </a:lnTo>
                  <a:lnTo>
                    <a:pt x="754434" y="708189"/>
                  </a:lnTo>
                  <a:lnTo>
                    <a:pt x="750023" y="661232"/>
                  </a:lnTo>
                  <a:lnTo>
                    <a:pt x="742781" y="615144"/>
                  </a:lnTo>
                  <a:lnTo>
                    <a:pt x="732797" y="570014"/>
                  </a:lnTo>
                  <a:lnTo>
                    <a:pt x="720160" y="525930"/>
                  </a:lnTo>
                  <a:lnTo>
                    <a:pt x="704959" y="482983"/>
                  </a:lnTo>
                  <a:lnTo>
                    <a:pt x="687284" y="441260"/>
                  </a:lnTo>
                  <a:lnTo>
                    <a:pt x="667224" y="400852"/>
                  </a:lnTo>
                  <a:lnTo>
                    <a:pt x="644867" y="361848"/>
                  </a:lnTo>
                  <a:lnTo>
                    <a:pt x="620304" y="324337"/>
                  </a:lnTo>
                  <a:lnTo>
                    <a:pt x="593624" y="288408"/>
                  </a:lnTo>
                  <a:lnTo>
                    <a:pt x="564915" y="254150"/>
                  </a:lnTo>
                  <a:lnTo>
                    <a:pt x="534267" y="221652"/>
                  </a:lnTo>
                  <a:lnTo>
                    <a:pt x="501770" y="191005"/>
                  </a:lnTo>
                  <a:lnTo>
                    <a:pt x="467512" y="162297"/>
                  </a:lnTo>
                  <a:lnTo>
                    <a:pt x="431582" y="135616"/>
                  </a:lnTo>
                  <a:lnTo>
                    <a:pt x="394071" y="111054"/>
                  </a:lnTo>
                  <a:lnTo>
                    <a:pt x="355067" y="88698"/>
                  </a:lnTo>
                  <a:lnTo>
                    <a:pt x="314659" y="68638"/>
                  </a:lnTo>
                  <a:lnTo>
                    <a:pt x="272937" y="50963"/>
                  </a:lnTo>
                  <a:lnTo>
                    <a:pt x="229989" y="35763"/>
                  </a:lnTo>
                  <a:lnTo>
                    <a:pt x="185906" y="23126"/>
                  </a:lnTo>
                  <a:lnTo>
                    <a:pt x="140776" y="13142"/>
                  </a:lnTo>
                  <a:lnTo>
                    <a:pt x="94689" y="5900"/>
                  </a:lnTo>
                  <a:lnTo>
                    <a:pt x="47734" y="14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9"/>
            <p:cNvSpPr/>
            <p:nvPr/>
          </p:nvSpPr>
          <p:spPr>
            <a:xfrm>
              <a:off x="875987" y="10469304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93"/>
                  </a:lnTo>
                  <a:lnTo>
                    <a:pt x="706951" y="387941"/>
                  </a:lnTo>
                  <a:lnTo>
                    <a:pt x="659773" y="379030"/>
                  </a:lnTo>
                  <a:lnTo>
                    <a:pt x="614759" y="364631"/>
                  </a:lnTo>
                  <a:lnTo>
                    <a:pt x="572280" y="345112"/>
                  </a:lnTo>
                  <a:lnTo>
                    <a:pt x="532704" y="320843"/>
                  </a:lnTo>
                  <a:lnTo>
                    <a:pt x="496401" y="292193"/>
                  </a:lnTo>
                  <a:lnTo>
                    <a:pt x="463740" y="259531"/>
                  </a:lnTo>
                  <a:lnTo>
                    <a:pt x="435090" y="223227"/>
                  </a:lnTo>
                  <a:lnTo>
                    <a:pt x="410822" y="183651"/>
                  </a:lnTo>
                  <a:lnTo>
                    <a:pt x="391303" y="141170"/>
                  </a:lnTo>
                  <a:lnTo>
                    <a:pt x="376904" y="96155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10"/>
            <p:cNvSpPr/>
            <p:nvPr/>
          </p:nvSpPr>
          <p:spPr>
            <a:xfrm>
              <a:off x="39317" y="10469304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5"/>
                  </a:lnTo>
                  <a:lnTo>
                    <a:pt x="364621" y="141170"/>
                  </a:lnTo>
                  <a:lnTo>
                    <a:pt x="345102" y="183651"/>
                  </a:lnTo>
                  <a:lnTo>
                    <a:pt x="320833" y="223227"/>
                  </a:lnTo>
                  <a:lnTo>
                    <a:pt x="292184" y="259531"/>
                  </a:lnTo>
                  <a:lnTo>
                    <a:pt x="259523" y="292193"/>
                  </a:lnTo>
                  <a:lnTo>
                    <a:pt x="223219" y="320843"/>
                  </a:lnTo>
                  <a:lnTo>
                    <a:pt x="183644" y="345112"/>
                  </a:lnTo>
                  <a:lnTo>
                    <a:pt x="141164" y="364631"/>
                  </a:lnTo>
                  <a:lnTo>
                    <a:pt x="96151" y="379030"/>
                  </a:lnTo>
                  <a:lnTo>
                    <a:pt x="48973" y="387941"/>
                  </a:lnTo>
                  <a:lnTo>
                    <a:pt x="0" y="390993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12"/>
            <p:cNvSpPr/>
            <p:nvPr/>
          </p:nvSpPr>
          <p:spPr>
            <a:xfrm>
              <a:off x="1751547" y="9605433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0" y="0"/>
                  </a:moveTo>
                  <a:lnTo>
                    <a:pt x="0" y="364931"/>
                  </a:lnTo>
                  <a:lnTo>
                    <a:pt x="48973" y="367983"/>
                  </a:lnTo>
                  <a:lnTo>
                    <a:pt x="96151" y="376893"/>
                  </a:lnTo>
                  <a:lnTo>
                    <a:pt x="141164" y="391293"/>
                  </a:lnTo>
                  <a:lnTo>
                    <a:pt x="183644" y="410812"/>
                  </a:lnTo>
                  <a:lnTo>
                    <a:pt x="223219" y="435081"/>
                  </a:lnTo>
                  <a:lnTo>
                    <a:pt x="259523" y="463731"/>
                  </a:lnTo>
                  <a:lnTo>
                    <a:pt x="292184" y="496392"/>
                  </a:lnTo>
                  <a:lnTo>
                    <a:pt x="320833" y="532696"/>
                  </a:lnTo>
                  <a:lnTo>
                    <a:pt x="345102" y="572273"/>
                  </a:lnTo>
                  <a:lnTo>
                    <a:pt x="364621" y="614754"/>
                  </a:lnTo>
                  <a:lnTo>
                    <a:pt x="379020" y="659769"/>
                  </a:lnTo>
                  <a:lnTo>
                    <a:pt x="387930" y="706948"/>
                  </a:lnTo>
                  <a:lnTo>
                    <a:pt x="390982" y="755924"/>
                  </a:lnTo>
                  <a:lnTo>
                    <a:pt x="755924" y="755924"/>
                  </a:lnTo>
                  <a:lnTo>
                    <a:pt x="754434" y="708189"/>
                  </a:lnTo>
                  <a:lnTo>
                    <a:pt x="750023" y="661232"/>
                  </a:lnTo>
                  <a:lnTo>
                    <a:pt x="742781" y="615144"/>
                  </a:lnTo>
                  <a:lnTo>
                    <a:pt x="732797" y="570014"/>
                  </a:lnTo>
                  <a:lnTo>
                    <a:pt x="720160" y="525930"/>
                  </a:lnTo>
                  <a:lnTo>
                    <a:pt x="704959" y="482983"/>
                  </a:lnTo>
                  <a:lnTo>
                    <a:pt x="687284" y="441260"/>
                  </a:lnTo>
                  <a:lnTo>
                    <a:pt x="667224" y="400852"/>
                  </a:lnTo>
                  <a:lnTo>
                    <a:pt x="644867" y="361848"/>
                  </a:lnTo>
                  <a:lnTo>
                    <a:pt x="620304" y="324337"/>
                  </a:lnTo>
                  <a:lnTo>
                    <a:pt x="593624" y="288408"/>
                  </a:lnTo>
                  <a:lnTo>
                    <a:pt x="564915" y="254150"/>
                  </a:lnTo>
                  <a:lnTo>
                    <a:pt x="534267" y="221652"/>
                  </a:lnTo>
                  <a:lnTo>
                    <a:pt x="501770" y="191005"/>
                  </a:lnTo>
                  <a:lnTo>
                    <a:pt x="467512" y="162297"/>
                  </a:lnTo>
                  <a:lnTo>
                    <a:pt x="431582" y="135616"/>
                  </a:lnTo>
                  <a:lnTo>
                    <a:pt x="394071" y="111054"/>
                  </a:lnTo>
                  <a:lnTo>
                    <a:pt x="355067" y="88698"/>
                  </a:lnTo>
                  <a:lnTo>
                    <a:pt x="314659" y="68638"/>
                  </a:lnTo>
                  <a:lnTo>
                    <a:pt x="272937" y="50963"/>
                  </a:lnTo>
                  <a:lnTo>
                    <a:pt x="229989" y="35763"/>
                  </a:lnTo>
                  <a:lnTo>
                    <a:pt x="185906" y="23126"/>
                  </a:lnTo>
                  <a:lnTo>
                    <a:pt x="140776" y="13142"/>
                  </a:lnTo>
                  <a:lnTo>
                    <a:pt x="94689" y="5900"/>
                  </a:lnTo>
                  <a:lnTo>
                    <a:pt x="47734" y="14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13"/>
            <p:cNvSpPr/>
            <p:nvPr/>
          </p:nvSpPr>
          <p:spPr>
            <a:xfrm>
              <a:off x="2600660" y="9605429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4"/>
                  </a:lnTo>
                  <a:lnTo>
                    <a:pt x="364621" y="141169"/>
                  </a:lnTo>
                  <a:lnTo>
                    <a:pt x="345102" y="183648"/>
                  </a:lnTo>
                  <a:lnTo>
                    <a:pt x="320833" y="223224"/>
                  </a:lnTo>
                  <a:lnTo>
                    <a:pt x="292184" y="259527"/>
                  </a:lnTo>
                  <a:lnTo>
                    <a:pt x="259523" y="292187"/>
                  </a:lnTo>
                  <a:lnTo>
                    <a:pt x="223219" y="320836"/>
                  </a:lnTo>
                  <a:lnTo>
                    <a:pt x="183644" y="345104"/>
                  </a:lnTo>
                  <a:lnTo>
                    <a:pt x="141164" y="364622"/>
                  </a:lnTo>
                  <a:lnTo>
                    <a:pt x="96151" y="379020"/>
                  </a:lnTo>
                  <a:lnTo>
                    <a:pt x="48973" y="387930"/>
                  </a:lnTo>
                  <a:lnTo>
                    <a:pt x="0" y="390982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14"/>
            <p:cNvSpPr/>
            <p:nvPr/>
          </p:nvSpPr>
          <p:spPr>
            <a:xfrm>
              <a:off x="3449769" y="9605429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82"/>
                  </a:lnTo>
                  <a:lnTo>
                    <a:pt x="706951" y="387930"/>
                  </a:lnTo>
                  <a:lnTo>
                    <a:pt x="659773" y="379020"/>
                  </a:lnTo>
                  <a:lnTo>
                    <a:pt x="614759" y="364622"/>
                  </a:lnTo>
                  <a:lnTo>
                    <a:pt x="572280" y="345104"/>
                  </a:lnTo>
                  <a:lnTo>
                    <a:pt x="532704" y="320836"/>
                  </a:lnTo>
                  <a:lnTo>
                    <a:pt x="496401" y="292187"/>
                  </a:lnTo>
                  <a:lnTo>
                    <a:pt x="463740" y="259527"/>
                  </a:lnTo>
                  <a:lnTo>
                    <a:pt x="435090" y="223224"/>
                  </a:lnTo>
                  <a:lnTo>
                    <a:pt x="410822" y="183648"/>
                  </a:lnTo>
                  <a:lnTo>
                    <a:pt x="391303" y="141169"/>
                  </a:lnTo>
                  <a:lnTo>
                    <a:pt x="376904" y="96154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15"/>
            <p:cNvSpPr/>
            <p:nvPr/>
          </p:nvSpPr>
          <p:spPr>
            <a:xfrm>
              <a:off x="5178288" y="9605429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82"/>
                  </a:lnTo>
                  <a:lnTo>
                    <a:pt x="706951" y="387930"/>
                  </a:lnTo>
                  <a:lnTo>
                    <a:pt x="659773" y="379020"/>
                  </a:lnTo>
                  <a:lnTo>
                    <a:pt x="614759" y="364622"/>
                  </a:lnTo>
                  <a:lnTo>
                    <a:pt x="572280" y="345104"/>
                  </a:lnTo>
                  <a:lnTo>
                    <a:pt x="532704" y="320836"/>
                  </a:lnTo>
                  <a:lnTo>
                    <a:pt x="496401" y="292187"/>
                  </a:lnTo>
                  <a:lnTo>
                    <a:pt x="463740" y="259527"/>
                  </a:lnTo>
                  <a:lnTo>
                    <a:pt x="435090" y="223224"/>
                  </a:lnTo>
                  <a:lnTo>
                    <a:pt x="410822" y="183648"/>
                  </a:lnTo>
                  <a:lnTo>
                    <a:pt x="391303" y="141169"/>
                  </a:lnTo>
                  <a:lnTo>
                    <a:pt x="376904" y="96154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16"/>
            <p:cNvSpPr/>
            <p:nvPr/>
          </p:nvSpPr>
          <p:spPr>
            <a:xfrm>
              <a:off x="4325330" y="9605429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4"/>
                  </a:lnTo>
                  <a:lnTo>
                    <a:pt x="364621" y="141169"/>
                  </a:lnTo>
                  <a:lnTo>
                    <a:pt x="345102" y="183648"/>
                  </a:lnTo>
                  <a:lnTo>
                    <a:pt x="320833" y="223224"/>
                  </a:lnTo>
                  <a:lnTo>
                    <a:pt x="292184" y="259527"/>
                  </a:lnTo>
                  <a:lnTo>
                    <a:pt x="259523" y="292187"/>
                  </a:lnTo>
                  <a:lnTo>
                    <a:pt x="223219" y="320836"/>
                  </a:lnTo>
                  <a:lnTo>
                    <a:pt x="183644" y="345104"/>
                  </a:lnTo>
                  <a:lnTo>
                    <a:pt x="141164" y="364622"/>
                  </a:lnTo>
                  <a:lnTo>
                    <a:pt x="96151" y="379020"/>
                  </a:lnTo>
                  <a:lnTo>
                    <a:pt x="48973" y="387930"/>
                  </a:lnTo>
                  <a:lnTo>
                    <a:pt x="0" y="390982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18"/>
            <p:cNvSpPr/>
            <p:nvPr/>
          </p:nvSpPr>
          <p:spPr>
            <a:xfrm>
              <a:off x="875987" y="9605429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82"/>
                  </a:lnTo>
                  <a:lnTo>
                    <a:pt x="706951" y="387930"/>
                  </a:lnTo>
                  <a:lnTo>
                    <a:pt x="659773" y="379020"/>
                  </a:lnTo>
                  <a:lnTo>
                    <a:pt x="614759" y="364622"/>
                  </a:lnTo>
                  <a:lnTo>
                    <a:pt x="572280" y="345104"/>
                  </a:lnTo>
                  <a:lnTo>
                    <a:pt x="532704" y="320836"/>
                  </a:lnTo>
                  <a:lnTo>
                    <a:pt x="496401" y="292187"/>
                  </a:lnTo>
                  <a:lnTo>
                    <a:pt x="463740" y="259527"/>
                  </a:lnTo>
                  <a:lnTo>
                    <a:pt x="435090" y="223224"/>
                  </a:lnTo>
                  <a:lnTo>
                    <a:pt x="410822" y="183648"/>
                  </a:lnTo>
                  <a:lnTo>
                    <a:pt x="391303" y="141169"/>
                  </a:lnTo>
                  <a:lnTo>
                    <a:pt x="376904" y="96154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19"/>
            <p:cNvSpPr/>
            <p:nvPr/>
          </p:nvSpPr>
          <p:spPr>
            <a:xfrm>
              <a:off x="39317" y="9605429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4"/>
                  </a:lnTo>
                  <a:lnTo>
                    <a:pt x="364621" y="141169"/>
                  </a:lnTo>
                  <a:lnTo>
                    <a:pt x="345102" y="183648"/>
                  </a:lnTo>
                  <a:lnTo>
                    <a:pt x="320833" y="223224"/>
                  </a:lnTo>
                  <a:lnTo>
                    <a:pt x="292184" y="259527"/>
                  </a:lnTo>
                  <a:lnTo>
                    <a:pt x="259523" y="292187"/>
                  </a:lnTo>
                  <a:lnTo>
                    <a:pt x="223219" y="320836"/>
                  </a:lnTo>
                  <a:lnTo>
                    <a:pt x="183644" y="345104"/>
                  </a:lnTo>
                  <a:lnTo>
                    <a:pt x="141164" y="364622"/>
                  </a:lnTo>
                  <a:lnTo>
                    <a:pt x="96151" y="379020"/>
                  </a:lnTo>
                  <a:lnTo>
                    <a:pt x="48973" y="387930"/>
                  </a:lnTo>
                  <a:lnTo>
                    <a:pt x="0" y="390982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1" name="Группа 70"/>
          <p:cNvGrpSpPr/>
          <p:nvPr/>
        </p:nvGrpSpPr>
        <p:grpSpPr>
          <a:xfrm rot="10800000">
            <a:off x="15364816" y="10012130"/>
            <a:ext cx="5422990" cy="1227517"/>
            <a:chOff x="13233767" y="9599728"/>
            <a:chExt cx="6770815" cy="1620163"/>
          </a:xfrm>
        </p:grpSpPr>
        <p:sp>
          <p:nvSpPr>
            <p:cNvPr id="72" name="object 4"/>
            <p:cNvSpPr/>
            <p:nvPr/>
          </p:nvSpPr>
          <p:spPr>
            <a:xfrm>
              <a:off x="15821556" y="10463603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5"/>
                  </a:lnTo>
                  <a:lnTo>
                    <a:pt x="364621" y="141170"/>
                  </a:lnTo>
                  <a:lnTo>
                    <a:pt x="345102" y="183651"/>
                  </a:lnTo>
                  <a:lnTo>
                    <a:pt x="320833" y="223227"/>
                  </a:lnTo>
                  <a:lnTo>
                    <a:pt x="292184" y="259531"/>
                  </a:lnTo>
                  <a:lnTo>
                    <a:pt x="259523" y="292193"/>
                  </a:lnTo>
                  <a:lnTo>
                    <a:pt x="223219" y="320843"/>
                  </a:lnTo>
                  <a:lnTo>
                    <a:pt x="183644" y="345112"/>
                  </a:lnTo>
                  <a:lnTo>
                    <a:pt x="141164" y="364631"/>
                  </a:lnTo>
                  <a:lnTo>
                    <a:pt x="96151" y="379030"/>
                  </a:lnTo>
                  <a:lnTo>
                    <a:pt x="48973" y="387941"/>
                  </a:lnTo>
                  <a:lnTo>
                    <a:pt x="0" y="390993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5"/>
            <p:cNvSpPr/>
            <p:nvPr/>
          </p:nvSpPr>
          <p:spPr>
            <a:xfrm>
              <a:off x="16670669" y="10463606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0" y="0"/>
                  </a:moveTo>
                  <a:lnTo>
                    <a:pt x="0" y="364941"/>
                  </a:lnTo>
                  <a:lnTo>
                    <a:pt x="48973" y="367993"/>
                  </a:lnTo>
                  <a:lnTo>
                    <a:pt x="96151" y="376903"/>
                  </a:lnTo>
                  <a:lnTo>
                    <a:pt x="141164" y="391302"/>
                  </a:lnTo>
                  <a:lnTo>
                    <a:pt x="183644" y="410820"/>
                  </a:lnTo>
                  <a:lnTo>
                    <a:pt x="223219" y="435088"/>
                  </a:lnTo>
                  <a:lnTo>
                    <a:pt x="259523" y="463736"/>
                  </a:lnTo>
                  <a:lnTo>
                    <a:pt x="292184" y="496397"/>
                  </a:lnTo>
                  <a:lnTo>
                    <a:pt x="320833" y="532700"/>
                  </a:lnTo>
                  <a:lnTo>
                    <a:pt x="345102" y="572275"/>
                  </a:lnTo>
                  <a:lnTo>
                    <a:pt x="364621" y="614755"/>
                  </a:lnTo>
                  <a:lnTo>
                    <a:pt x="379020" y="659769"/>
                  </a:lnTo>
                  <a:lnTo>
                    <a:pt x="387930" y="706949"/>
                  </a:lnTo>
                  <a:lnTo>
                    <a:pt x="390982" y="755924"/>
                  </a:lnTo>
                  <a:lnTo>
                    <a:pt x="755924" y="755924"/>
                  </a:lnTo>
                  <a:lnTo>
                    <a:pt x="754434" y="708189"/>
                  </a:lnTo>
                  <a:lnTo>
                    <a:pt x="750023" y="661232"/>
                  </a:lnTo>
                  <a:lnTo>
                    <a:pt x="742781" y="615144"/>
                  </a:lnTo>
                  <a:lnTo>
                    <a:pt x="732797" y="570014"/>
                  </a:lnTo>
                  <a:lnTo>
                    <a:pt x="720160" y="525930"/>
                  </a:lnTo>
                  <a:lnTo>
                    <a:pt x="704959" y="482983"/>
                  </a:lnTo>
                  <a:lnTo>
                    <a:pt x="687284" y="441260"/>
                  </a:lnTo>
                  <a:lnTo>
                    <a:pt x="667224" y="400852"/>
                  </a:lnTo>
                  <a:lnTo>
                    <a:pt x="644867" y="361848"/>
                  </a:lnTo>
                  <a:lnTo>
                    <a:pt x="620304" y="324337"/>
                  </a:lnTo>
                  <a:lnTo>
                    <a:pt x="593624" y="288408"/>
                  </a:lnTo>
                  <a:lnTo>
                    <a:pt x="564915" y="254150"/>
                  </a:lnTo>
                  <a:lnTo>
                    <a:pt x="534267" y="221652"/>
                  </a:lnTo>
                  <a:lnTo>
                    <a:pt x="501770" y="191005"/>
                  </a:lnTo>
                  <a:lnTo>
                    <a:pt x="467512" y="162297"/>
                  </a:lnTo>
                  <a:lnTo>
                    <a:pt x="431582" y="135616"/>
                  </a:lnTo>
                  <a:lnTo>
                    <a:pt x="394071" y="111054"/>
                  </a:lnTo>
                  <a:lnTo>
                    <a:pt x="355067" y="88698"/>
                  </a:lnTo>
                  <a:lnTo>
                    <a:pt x="314659" y="68638"/>
                  </a:lnTo>
                  <a:lnTo>
                    <a:pt x="272937" y="50963"/>
                  </a:lnTo>
                  <a:lnTo>
                    <a:pt x="229989" y="35763"/>
                  </a:lnTo>
                  <a:lnTo>
                    <a:pt x="185906" y="23126"/>
                  </a:lnTo>
                  <a:lnTo>
                    <a:pt x="140776" y="13142"/>
                  </a:lnTo>
                  <a:lnTo>
                    <a:pt x="94689" y="5900"/>
                  </a:lnTo>
                  <a:lnTo>
                    <a:pt x="47734" y="14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6"/>
            <p:cNvSpPr/>
            <p:nvPr/>
          </p:nvSpPr>
          <p:spPr>
            <a:xfrm>
              <a:off x="17519778" y="10463606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708190" y="1490"/>
                  </a:lnTo>
                  <a:lnTo>
                    <a:pt x="661235" y="5900"/>
                  </a:lnTo>
                  <a:lnTo>
                    <a:pt x="615147" y="13142"/>
                  </a:lnTo>
                  <a:lnTo>
                    <a:pt x="570018" y="23126"/>
                  </a:lnTo>
                  <a:lnTo>
                    <a:pt x="525934" y="35763"/>
                  </a:lnTo>
                  <a:lnTo>
                    <a:pt x="482987" y="50963"/>
                  </a:lnTo>
                  <a:lnTo>
                    <a:pt x="441265" y="68638"/>
                  </a:lnTo>
                  <a:lnTo>
                    <a:pt x="400857" y="88698"/>
                  </a:lnTo>
                  <a:lnTo>
                    <a:pt x="361853" y="111054"/>
                  </a:lnTo>
                  <a:lnTo>
                    <a:pt x="324341" y="135616"/>
                  </a:lnTo>
                  <a:lnTo>
                    <a:pt x="288412" y="162297"/>
                  </a:lnTo>
                  <a:lnTo>
                    <a:pt x="254154" y="191005"/>
                  </a:lnTo>
                  <a:lnTo>
                    <a:pt x="221656" y="221652"/>
                  </a:lnTo>
                  <a:lnTo>
                    <a:pt x="191009" y="254150"/>
                  </a:lnTo>
                  <a:lnTo>
                    <a:pt x="162300" y="288408"/>
                  </a:lnTo>
                  <a:lnTo>
                    <a:pt x="135619" y="324337"/>
                  </a:lnTo>
                  <a:lnTo>
                    <a:pt x="111056" y="361848"/>
                  </a:lnTo>
                  <a:lnTo>
                    <a:pt x="88700" y="400852"/>
                  </a:lnTo>
                  <a:lnTo>
                    <a:pt x="68639" y="441260"/>
                  </a:lnTo>
                  <a:lnTo>
                    <a:pt x="50964" y="482983"/>
                  </a:lnTo>
                  <a:lnTo>
                    <a:pt x="35764" y="525930"/>
                  </a:lnTo>
                  <a:lnTo>
                    <a:pt x="23126" y="570014"/>
                  </a:lnTo>
                  <a:lnTo>
                    <a:pt x="13142" y="615144"/>
                  </a:lnTo>
                  <a:lnTo>
                    <a:pt x="5900" y="661232"/>
                  </a:lnTo>
                  <a:lnTo>
                    <a:pt x="1490" y="708189"/>
                  </a:lnTo>
                  <a:lnTo>
                    <a:pt x="0" y="755924"/>
                  </a:lnTo>
                  <a:lnTo>
                    <a:pt x="364941" y="755924"/>
                  </a:lnTo>
                  <a:lnTo>
                    <a:pt x="367993" y="706949"/>
                  </a:lnTo>
                  <a:lnTo>
                    <a:pt x="376904" y="659769"/>
                  </a:lnTo>
                  <a:lnTo>
                    <a:pt x="391303" y="614755"/>
                  </a:lnTo>
                  <a:lnTo>
                    <a:pt x="410822" y="572275"/>
                  </a:lnTo>
                  <a:lnTo>
                    <a:pt x="435090" y="532700"/>
                  </a:lnTo>
                  <a:lnTo>
                    <a:pt x="463740" y="496397"/>
                  </a:lnTo>
                  <a:lnTo>
                    <a:pt x="496401" y="463736"/>
                  </a:lnTo>
                  <a:lnTo>
                    <a:pt x="532704" y="435088"/>
                  </a:lnTo>
                  <a:lnTo>
                    <a:pt x="572280" y="410820"/>
                  </a:lnTo>
                  <a:lnTo>
                    <a:pt x="614759" y="391302"/>
                  </a:lnTo>
                  <a:lnTo>
                    <a:pt x="659773" y="376903"/>
                  </a:lnTo>
                  <a:lnTo>
                    <a:pt x="706951" y="367993"/>
                  </a:lnTo>
                  <a:lnTo>
                    <a:pt x="755924" y="364941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"/>
            <p:cNvSpPr/>
            <p:nvPr/>
          </p:nvSpPr>
          <p:spPr>
            <a:xfrm>
              <a:off x="19248297" y="10463606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708190" y="1490"/>
                  </a:lnTo>
                  <a:lnTo>
                    <a:pt x="661235" y="5900"/>
                  </a:lnTo>
                  <a:lnTo>
                    <a:pt x="615147" y="13142"/>
                  </a:lnTo>
                  <a:lnTo>
                    <a:pt x="570018" y="23126"/>
                  </a:lnTo>
                  <a:lnTo>
                    <a:pt x="525934" y="35763"/>
                  </a:lnTo>
                  <a:lnTo>
                    <a:pt x="482987" y="50963"/>
                  </a:lnTo>
                  <a:lnTo>
                    <a:pt x="441265" y="68638"/>
                  </a:lnTo>
                  <a:lnTo>
                    <a:pt x="400857" y="88698"/>
                  </a:lnTo>
                  <a:lnTo>
                    <a:pt x="361853" y="111054"/>
                  </a:lnTo>
                  <a:lnTo>
                    <a:pt x="324341" y="135616"/>
                  </a:lnTo>
                  <a:lnTo>
                    <a:pt x="288412" y="162297"/>
                  </a:lnTo>
                  <a:lnTo>
                    <a:pt x="254154" y="191005"/>
                  </a:lnTo>
                  <a:lnTo>
                    <a:pt x="221656" y="221652"/>
                  </a:lnTo>
                  <a:lnTo>
                    <a:pt x="191009" y="254150"/>
                  </a:lnTo>
                  <a:lnTo>
                    <a:pt x="162300" y="288408"/>
                  </a:lnTo>
                  <a:lnTo>
                    <a:pt x="135619" y="324337"/>
                  </a:lnTo>
                  <a:lnTo>
                    <a:pt x="111056" y="361848"/>
                  </a:lnTo>
                  <a:lnTo>
                    <a:pt x="88700" y="400852"/>
                  </a:lnTo>
                  <a:lnTo>
                    <a:pt x="68639" y="441260"/>
                  </a:lnTo>
                  <a:lnTo>
                    <a:pt x="50964" y="482983"/>
                  </a:lnTo>
                  <a:lnTo>
                    <a:pt x="35764" y="525930"/>
                  </a:lnTo>
                  <a:lnTo>
                    <a:pt x="23126" y="570014"/>
                  </a:lnTo>
                  <a:lnTo>
                    <a:pt x="13142" y="615144"/>
                  </a:lnTo>
                  <a:lnTo>
                    <a:pt x="5900" y="661232"/>
                  </a:lnTo>
                  <a:lnTo>
                    <a:pt x="1490" y="708189"/>
                  </a:lnTo>
                  <a:lnTo>
                    <a:pt x="0" y="755924"/>
                  </a:lnTo>
                  <a:lnTo>
                    <a:pt x="364941" y="755924"/>
                  </a:lnTo>
                  <a:lnTo>
                    <a:pt x="367993" y="706949"/>
                  </a:lnTo>
                  <a:lnTo>
                    <a:pt x="376904" y="659769"/>
                  </a:lnTo>
                  <a:lnTo>
                    <a:pt x="391303" y="614755"/>
                  </a:lnTo>
                  <a:lnTo>
                    <a:pt x="410822" y="572275"/>
                  </a:lnTo>
                  <a:lnTo>
                    <a:pt x="435090" y="532700"/>
                  </a:lnTo>
                  <a:lnTo>
                    <a:pt x="463740" y="496397"/>
                  </a:lnTo>
                  <a:lnTo>
                    <a:pt x="496401" y="463736"/>
                  </a:lnTo>
                  <a:lnTo>
                    <a:pt x="532704" y="435088"/>
                  </a:lnTo>
                  <a:lnTo>
                    <a:pt x="572280" y="410820"/>
                  </a:lnTo>
                  <a:lnTo>
                    <a:pt x="614759" y="391302"/>
                  </a:lnTo>
                  <a:lnTo>
                    <a:pt x="659773" y="376903"/>
                  </a:lnTo>
                  <a:lnTo>
                    <a:pt x="706951" y="367993"/>
                  </a:lnTo>
                  <a:lnTo>
                    <a:pt x="755924" y="364941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8"/>
            <p:cNvSpPr/>
            <p:nvPr/>
          </p:nvSpPr>
          <p:spPr>
            <a:xfrm>
              <a:off x="18395339" y="10463606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0" y="0"/>
                  </a:moveTo>
                  <a:lnTo>
                    <a:pt x="0" y="364941"/>
                  </a:lnTo>
                  <a:lnTo>
                    <a:pt x="48973" y="367993"/>
                  </a:lnTo>
                  <a:lnTo>
                    <a:pt x="96151" y="376903"/>
                  </a:lnTo>
                  <a:lnTo>
                    <a:pt x="141164" y="391302"/>
                  </a:lnTo>
                  <a:lnTo>
                    <a:pt x="183644" y="410820"/>
                  </a:lnTo>
                  <a:lnTo>
                    <a:pt x="223219" y="435088"/>
                  </a:lnTo>
                  <a:lnTo>
                    <a:pt x="259523" y="463736"/>
                  </a:lnTo>
                  <a:lnTo>
                    <a:pt x="292184" y="496397"/>
                  </a:lnTo>
                  <a:lnTo>
                    <a:pt x="320833" y="532700"/>
                  </a:lnTo>
                  <a:lnTo>
                    <a:pt x="345102" y="572275"/>
                  </a:lnTo>
                  <a:lnTo>
                    <a:pt x="364621" y="614755"/>
                  </a:lnTo>
                  <a:lnTo>
                    <a:pt x="379020" y="659769"/>
                  </a:lnTo>
                  <a:lnTo>
                    <a:pt x="387930" y="706949"/>
                  </a:lnTo>
                  <a:lnTo>
                    <a:pt x="390982" y="755924"/>
                  </a:lnTo>
                  <a:lnTo>
                    <a:pt x="755924" y="755924"/>
                  </a:lnTo>
                  <a:lnTo>
                    <a:pt x="754434" y="708189"/>
                  </a:lnTo>
                  <a:lnTo>
                    <a:pt x="750023" y="661232"/>
                  </a:lnTo>
                  <a:lnTo>
                    <a:pt x="742781" y="615144"/>
                  </a:lnTo>
                  <a:lnTo>
                    <a:pt x="732797" y="570014"/>
                  </a:lnTo>
                  <a:lnTo>
                    <a:pt x="720160" y="525930"/>
                  </a:lnTo>
                  <a:lnTo>
                    <a:pt x="704959" y="482983"/>
                  </a:lnTo>
                  <a:lnTo>
                    <a:pt x="687284" y="441260"/>
                  </a:lnTo>
                  <a:lnTo>
                    <a:pt x="667224" y="400852"/>
                  </a:lnTo>
                  <a:lnTo>
                    <a:pt x="644867" y="361848"/>
                  </a:lnTo>
                  <a:lnTo>
                    <a:pt x="620304" y="324337"/>
                  </a:lnTo>
                  <a:lnTo>
                    <a:pt x="593624" y="288408"/>
                  </a:lnTo>
                  <a:lnTo>
                    <a:pt x="564915" y="254150"/>
                  </a:lnTo>
                  <a:lnTo>
                    <a:pt x="534267" y="221652"/>
                  </a:lnTo>
                  <a:lnTo>
                    <a:pt x="501770" y="191005"/>
                  </a:lnTo>
                  <a:lnTo>
                    <a:pt x="467512" y="162297"/>
                  </a:lnTo>
                  <a:lnTo>
                    <a:pt x="431582" y="135616"/>
                  </a:lnTo>
                  <a:lnTo>
                    <a:pt x="394071" y="111054"/>
                  </a:lnTo>
                  <a:lnTo>
                    <a:pt x="355067" y="88698"/>
                  </a:lnTo>
                  <a:lnTo>
                    <a:pt x="314659" y="68638"/>
                  </a:lnTo>
                  <a:lnTo>
                    <a:pt x="272937" y="50963"/>
                  </a:lnTo>
                  <a:lnTo>
                    <a:pt x="229989" y="35763"/>
                  </a:lnTo>
                  <a:lnTo>
                    <a:pt x="185906" y="23126"/>
                  </a:lnTo>
                  <a:lnTo>
                    <a:pt x="140776" y="13142"/>
                  </a:lnTo>
                  <a:lnTo>
                    <a:pt x="94689" y="5900"/>
                  </a:lnTo>
                  <a:lnTo>
                    <a:pt x="47734" y="14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9"/>
            <p:cNvSpPr/>
            <p:nvPr/>
          </p:nvSpPr>
          <p:spPr>
            <a:xfrm>
              <a:off x="14945996" y="10463603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93"/>
                  </a:lnTo>
                  <a:lnTo>
                    <a:pt x="706951" y="387941"/>
                  </a:lnTo>
                  <a:lnTo>
                    <a:pt x="659773" y="379030"/>
                  </a:lnTo>
                  <a:lnTo>
                    <a:pt x="614759" y="364631"/>
                  </a:lnTo>
                  <a:lnTo>
                    <a:pt x="572280" y="345112"/>
                  </a:lnTo>
                  <a:lnTo>
                    <a:pt x="532704" y="320843"/>
                  </a:lnTo>
                  <a:lnTo>
                    <a:pt x="496401" y="292193"/>
                  </a:lnTo>
                  <a:lnTo>
                    <a:pt x="463740" y="259531"/>
                  </a:lnTo>
                  <a:lnTo>
                    <a:pt x="435090" y="223227"/>
                  </a:lnTo>
                  <a:lnTo>
                    <a:pt x="410822" y="183651"/>
                  </a:lnTo>
                  <a:lnTo>
                    <a:pt x="391303" y="141170"/>
                  </a:lnTo>
                  <a:lnTo>
                    <a:pt x="376904" y="96155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10"/>
            <p:cNvSpPr/>
            <p:nvPr/>
          </p:nvSpPr>
          <p:spPr>
            <a:xfrm>
              <a:off x="14109326" y="10463603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5"/>
                  </a:lnTo>
                  <a:lnTo>
                    <a:pt x="364621" y="141170"/>
                  </a:lnTo>
                  <a:lnTo>
                    <a:pt x="345102" y="183651"/>
                  </a:lnTo>
                  <a:lnTo>
                    <a:pt x="320833" y="223227"/>
                  </a:lnTo>
                  <a:lnTo>
                    <a:pt x="292184" y="259531"/>
                  </a:lnTo>
                  <a:lnTo>
                    <a:pt x="259523" y="292193"/>
                  </a:lnTo>
                  <a:lnTo>
                    <a:pt x="223219" y="320843"/>
                  </a:lnTo>
                  <a:lnTo>
                    <a:pt x="183644" y="345112"/>
                  </a:lnTo>
                  <a:lnTo>
                    <a:pt x="141164" y="364631"/>
                  </a:lnTo>
                  <a:lnTo>
                    <a:pt x="96151" y="379030"/>
                  </a:lnTo>
                  <a:lnTo>
                    <a:pt x="48973" y="387941"/>
                  </a:lnTo>
                  <a:lnTo>
                    <a:pt x="0" y="390993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11"/>
            <p:cNvSpPr/>
            <p:nvPr/>
          </p:nvSpPr>
          <p:spPr>
            <a:xfrm>
              <a:off x="13233767" y="10463603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93"/>
                  </a:lnTo>
                  <a:lnTo>
                    <a:pt x="706951" y="387941"/>
                  </a:lnTo>
                  <a:lnTo>
                    <a:pt x="659773" y="379030"/>
                  </a:lnTo>
                  <a:lnTo>
                    <a:pt x="614759" y="364631"/>
                  </a:lnTo>
                  <a:lnTo>
                    <a:pt x="572280" y="345112"/>
                  </a:lnTo>
                  <a:lnTo>
                    <a:pt x="532704" y="320843"/>
                  </a:lnTo>
                  <a:lnTo>
                    <a:pt x="496401" y="292193"/>
                  </a:lnTo>
                  <a:lnTo>
                    <a:pt x="463740" y="259531"/>
                  </a:lnTo>
                  <a:lnTo>
                    <a:pt x="435090" y="223227"/>
                  </a:lnTo>
                  <a:lnTo>
                    <a:pt x="410822" y="183651"/>
                  </a:lnTo>
                  <a:lnTo>
                    <a:pt x="391303" y="141170"/>
                  </a:lnTo>
                  <a:lnTo>
                    <a:pt x="376904" y="96155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12"/>
            <p:cNvSpPr/>
            <p:nvPr/>
          </p:nvSpPr>
          <p:spPr>
            <a:xfrm>
              <a:off x="15821556" y="9599732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0" y="0"/>
                  </a:moveTo>
                  <a:lnTo>
                    <a:pt x="0" y="364931"/>
                  </a:lnTo>
                  <a:lnTo>
                    <a:pt x="48973" y="367983"/>
                  </a:lnTo>
                  <a:lnTo>
                    <a:pt x="96151" y="376893"/>
                  </a:lnTo>
                  <a:lnTo>
                    <a:pt x="141164" y="391293"/>
                  </a:lnTo>
                  <a:lnTo>
                    <a:pt x="183644" y="410812"/>
                  </a:lnTo>
                  <a:lnTo>
                    <a:pt x="223219" y="435081"/>
                  </a:lnTo>
                  <a:lnTo>
                    <a:pt x="259523" y="463731"/>
                  </a:lnTo>
                  <a:lnTo>
                    <a:pt x="292184" y="496392"/>
                  </a:lnTo>
                  <a:lnTo>
                    <a:pt x="320833" y="532696"/>
                  </a:lnTo>
                  <a:lnTo>
                    <a:pt x="345102" y="572273"/>
                  </a:lnTo>
                  <a:lnTo>
                    <a:pt x="364621" y="614754"/>
                  </a:lnTo>
                  <a:lnTo>
                    <a:pt x="379020" y="659769"/>
                  </a:lnTo>
                  <a:lnTo>
                    <a:pt x="387930" y="706948"/>
                  </a:lnTo>
                  <a:lnTo>
                    <a:pt x="390982" y="755924"/>
                  </a:lnTo>
                  <a:lnTo>
                    <a:pt x="755924" y="755924"/>
                  </a:lnTo>
                  <a:lnTo>
                    <a:pt x="754434" y="708189"/>
                  </a:lnTo>
                  <a:lnTo>
                    <a:pt x="750023" y="661232"/>
                  </a:lnTo>
                  <a:lnTo>
                    <a:pt x="742781" y="615144"/>
                  </a:lnTo>
                  <a:lnTo>
                    <a:pt x="732797" y="570014"/>
                  </a:lnTo>
                  <a:lnTo>
                    <a:pt x="720160" y="525930"/>
                  </a:lnTo>
                  <a:lnTo>
                    <a:pt x="704959" y="482983"/>
                  </a:lnTo>
                  <a:lnTo>
                    <a:pt x="687284" y="441260"/>
                  </a:lnTo>
                  <a:lnTo>
                    <a:pt x="667224" y="400852"/>
                  </a:lnTo>
                  <a:lnTo>
                    <a:pt x="644867" y="361848"/>
                  </a:lnTo>
                  <a:lnTo>
                    <a:pt x="620304" y="324337"/>
                  </a:lnTo>
                  <a:lnTo>
                    <a:pt x="593624" y="288408"/>
                  </a:lnTo>
                  <a:lnTo>
                    <a:pt x="564915" y="254150"/>
                  </a:lnTo>
                  <a:lnTo>
                    <a:pt x="534267" y="221652"/>
                  </a:lnTo>
                  <a:lnTo>
                    <a:pt x="501770" y="191005"/>
                  </a:lnTo>
                  <a:lnTo>
                    <a:pt x="467512" y="162297"/>
                  </a:lnTo>
                  <a:lnTo>
                    <a:pt x="431582" y="135616"/>
                  </a:lnTo>
                  <a:lnTo>
                    <a:pt x="394071" y="111054"/>
                  </a:lnTo>
                  <a:lnTo>
                    <a:pt x="355067" y="88698"/>
                  </a:lnTo>
                  <a:lnTo>
                    <a:pt x="314659" y="68638"/>
                  </a:lnTo>
                  <a:lnTo>
                    <a:pt x="272937" y="50963"/>
                  </a:lnTo>
                  <a:lnTo>
                    <a:pt x="229989" y="35763"/>
                  </a:lnTo>
                  <a:lnTo>
                    <a:pt x="185906" y="23126"/>
                  </a:lnTo>
                  <a:lnTo>
                    <a:pt x="140776" y="13142"/>
                  </a:lnTo>
                  <a:lnTo>
                    <a:pt x="94689" y="5900"/>
                  </a:lnTo>
                  <a:lnTo>
                    <a:pt x="47734" y="14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13"/>
            <p:cNvSpPr/>
            <p:nvPr/>
          </p:nvSpPr>
          <p:spPr>
            <a:xfrm>
              <a:off x="16670669" y="9599728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4"/>
                  </a:lnTo>
                  <a:lnTo>
                    <a:pt x="364621" y="141169"/>
                  </a:lnTo>
                  <a:lnTo>
                    <a:pt x="345102" y="183648"/>
                  </a:lnTo>
                  <a:lnTo>
                    <a:pt x="320833" y="223224"/>
                  </a:lnTo>
                  <a:lnTo>
                    <a:pt x="292184" y="259527"/>
                  </a:lnTo>
                  <a:lnTo>
                    <a:pt x="259523" y="292187"/>
                  </a:lnTo>
                  <a:lnTo>
                    <a:pt x="223219" y="320836"/>
                  </a:lnTo>
                  <a:lnTo>
                    <a:pt x="183644" y="345104"/>
                  </a:lnTo>
                  <a:lnTo>
                    <a:pt x="141164" y="364622"/>
                  </a:lnTo>
                  <a:lnTo>
                    <a:pt x="96151" y="379020"/>
                  </a:lnTo>
                  <a:lnTo>
                    <a:pt x="48973" y="387930"/>
                  </a:lnTo>
                  <a:lnTo>
                    <a:pt x="0" y="390982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14"/>
            <p:cNvSpPr/>
            <p:nvPr/>
          </p:nvSpPr>
          <p:spPr>
            <a:xfrm>
              <a:off x="17519778" y="9599728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82"/>
                  </a:lnTo>
                  <a:lnTo>
                    <a:pt x="706951" y="387930"/>
                  </a:lnTo>
                  <a:lnTo>
                    <a:pt x="659773" y="379020"/>
                  </a:lnTo>
                  <a:lnTo>
                    <a:pt x="614759" y="364622"/>
                  </a:lnTo>
                  <a:lnTo>
                    <a:pt x="572280" y="345104"/>
                  </a:lnTo>
                  <a:lnTo>
                    <a:pt x="532704" y="320836"/>
                  </a:lnTo>
                  <a:lnTo>
                    <a:pt x="496401" y="292187"/>
                  </a:lnTo>
                  <a:lnTo>
                    <a:pt x="463740" y="259527"/>
                  </a:lnTo>
                  <a:lnTo>
                    <a:pt x="435090" y="223224"/>
                  </a:lnTo>
                  <a:lnTo>
                    <a:pt x="410822" y="183648"/>
                  </a:lnTo>
                  <a:lnTo>
                    <a:pt x="391303" y="141169"/>
                  </a:lnTo>
                  <a:lnTo>
                    <a:pt x="376904" y="96154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15"/>
            <p:cNvSpPr/>
            <p:nvPr/>
          </p:nvSpPr>
          <p:spPr>
            <a:xfrm>
              <a:off x="19248297" y="9599728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82"/>
                  </a:lnTo>
                  <a:lnTo>
                    <a:pt x="706951" y="387930"/>
                  </a:lnTo>
                  <a:lnTo>
                    <a:pt x="659773" y="379020"/>
                  </a:lnTo>
                  <a:lnTo>
                    <a:pt x="614759" y="364622"/>
                  </a:lnTo>
                  <a:lnTo>
                    <a:pt x="572280" y="345104"/>
                  </a:lnTo>
                  <a:lnTo>
                    <a:pt x="532704" y="320836"/>
                  </a:lnTo>
                  <a:lnTo>
                    <a:pt x="496401" y="292187"/>
                  </a:lnTo>
                  <a:lnTo>
                    <a:pt x="463740" y="259527"/>
                  </a:lnTo>
                  <a:lnTo>
                    <a:pt x="435090" y="223224"/>
                  </a:lnTo>
                  <a:lnTo>
                    <a:pt x="410822" y="183648"/>
                  </a:lnTo>
                  <a:lnTo>
                    <a:pt x="391303" y="141169"/>
                  </a:lnTo>
                  <a:lnTo>
                    <a:pt x="376904" y="96154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16"/>
            <p:cNvSpPr/>
            <p:nvPr/>
          </p:nvSpPr>
          <p:spPr>
            <a:xfrm>
              <a:off x="18395339" y="9599728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4"/>
                  </a:lnTo>
                  <a:lnTo>
                    <a:pt x="364621" y="141169"/>
                  </a:lnTo>
                  <a:lnTo>
                    <a:pt x="345102" y="183648"/>
                  </a:lnTo>
                  <a:lnTo>
                    <a:pt x="320833" y="223224"/>
                  </a:lnTo>
                  <a:lnTo>
                    <a:pt x="292184" y="259527"/>
                  </a:lnTo>
                  <a:lnTo>
                    <a:pt x="259523" y="292187"/>
                  </a:lnTo>
                  <a:lnTo>
                    <a:pt x="223219" y="320836"/>
                  </a:lnTo>
                  <a:lnTo>
                    <a:pt x="183644" y="345104"/>
                  </a:lnTo>
                  <a:lnTo>
                    <a:pt x="141164" y="364622"/>
                  </a:lnTo>
                  <a:lnTo>
                    <a:pt x="96151" y="379020"/>
                  </a:lnTo>
                  <a:lnTo>
                    <a:pt x="48973" y="387930"/>
                  </a:lnTo>
                  <a:lnTo>
                    <a:pt x="0" y="390982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17"/>
            <p:cNvSpPr/>
            <p:nvPr/>
          </p:nvSpPr>
          <p:spPr>
            <a:xfrm>
              <a:off x="13233767" y="9599732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708190" y="1490"/>
                  </a:lnTo>
                  <a:lnTo>
                    <a:pt x="661235" y="5900"/>
                  </a:lnTo>
                  <a:lnTo>
                    <a:pt x="615147" y="13142"/>
                  </a:lnTo>
                  <a:lnTo>
                    <a:pt x="570018" y="23126"/>
                  </a:lnTo>
                  <a:lnTo>
                    <a:pt x="525934" y="35763"/>
                  </a:lnTo>
                  <a:lnTo>
                    <a:pt x="482987" y="50963"/>
                  </a:lnTo>
                  <a:lnTo>
                    <a:pt x="441265" y="68638"/>
                  </a:lnTo>
                  <a:lnTo>
                    <a:pt x="400857" y="88698"/>
                  </a:lnTo>
                  <a:lnTo>
                    <a:pt x="361853" y="111054"/>
                  </a:lnTo>
                  <a:lnTo>
                    <a:pt x="324341" y="135616"/>
                  </a:lnTo>
                  <a:lnTo>
                    <a:pt x="288412" y="162297"/>
                  </a:lnTo>
                  <a:lnTo>
                    <a:pt x="254154" y="191005"/>
                  </a:lnTo>
                  <a:lnTo>
                    <a:pt x="221656" y="221652"/>
                  </a:lnTo>
                  <a:lnTo>
                    <a:pt x="191009" y="254150"/>
                  </a:lnTo>
                  <a:lnTo>
                    <a:pt x="162300" y="288408"/>
                  </a:lnTo>
                  <a:lnTo>
                    <a:pt x="135619" y="324337"/>
                  </a:lnTo>
                  <a:lnTo>
                    <a:pt x="111056" y="361848"/>
                  </a:lnTo>
                  <a:lnTo>
                    <a:pt x="88700" y="400852"/>
                  </a:lnTo>
                  <a:lnTo>
                    <a:pt x="68639" y="441260"/>
                  </a:lnTo>
                  <a:lnTo>
                    <a:pt x="50964" y="482983"/>
                  </a:lnTo>
                  <a:lnTo>
                    <a:pt x="35764" y="525930"/>
                  </a:lnTo>
                  <a:lnTo>
                    <a:pt x="23126" y="570014"/>
                  </a:lnTo>
                  <a:lnTo>
                    <a:pt x="13142" y="615144"/>
                  </a:lnTo>
                  <a:lnTo>
                    <a:pt x="5900" y="661232"/>
                  </a:lnTo>
                  <a:lnTo>
                    <a:pt x="1490" y="708189"/>
                  </a:lnTo>
                  <a:lnTo>
                    <a:pt x="0" y="755924"/>
                  </a:lnTo>
                  <a:lnTo>
                    <a:pt x="364941" y="755924"/>
                  </a:lnTo>
                  <a:lnTo>
                    <a:pt x="367993" y="706948"/>
                  </a:lnTo>
                  <a:lnTo>
                    <a:pt x="376904" y="659769"/>
                  </a:lnTo>
                  <a:lnTo>
                    <a:pt x="391303" y="614754"/>
                  </a:lnTo>
                  <a:lnTo>
                    <a:pt x="410822" y="572273"/>
                  </a:lnTo>
                  <a:lnTo>
                    <a:pt x="435090" y="532696"/>
                  </a:lnTo>
                  <a:lnTo>
                    <a:pt x="463740" y="496392"/>
                  </a:lnTo>
                  <a:lnTo>
                    <a:pt x="496401" y="463731"/>
                  </a:lnTo>
                  <a:lnTo>
                    <a:pt x="532704" y="435081"/>
                  </a:lnTo>
                  <a:lnTo>
                    <a:pt x="572280" y="410812"/>
                  </a:lnTo>
                  <a:lnTo>
                    <a:pt x="614759" y="391293"/>
                  </a:lnTo>
                  <a:lnTo>
                    <a:pt x="659773" y="376893"/>
                  </a:lnTo>
                  <a:lnTo>
                    <a:pt x="706951" y="367983"/>
                  </a:lnTo>
                  <a:lnTo>
                    <a:pt x="755924" y="364931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18"/>
            <p:cNvSpPr/>
            <p:nvPr/>
          </p:nvSpPr>
          <p:spPr>
            <a:xfrm>
              <a:off x="14945996" y="9599728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82"/>
                  </a:lnTo>
                  <a:lnTo>
                    <a:pt x="706951" y="387930"/>
                  </a:lnTo>
                  <a:lnTo>
                    <a:pt x="659773" y="379020"/>
                  </a:lnTo>
                  <a:lnTo>
                    <a:pt x="614759" y="364622"/>
                  </a:lnTo>
                  <a:lnTo>
                    <a:pt x="572280" y="345104"/>
                  </a:lnTo>
                  <a:lnTo>
                    <a:pt x="532704" y="320836"/>
                  </a:lnTo>
                  <a:lnTo>
                    <a:pt x="496401" y="292187"/>
                  </a:lnTo>
                  <a:lnTo>
                    <a:pt x="463740" y="259527"/>
                  </a:lnTo>
                  <a:lnTo>
                    <a:pt x="435090" y="223224"/>
                  </a:lnTo>
                  <a:lnTo>
                    <a:pt x="410822" y="183648"/>
                  </a:lnTo>
                  <a:lnTo>
                    <a:pt x="391303" y="141169"/>
                  </a:lnTo>
                  <a:lnTo>
                    <a:pt x="376904" y="96154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19"/>
            <p:cNvSpPr/>
            <p:nvPr/>
          </p:nvSpPr>
          <p:spPr>
            <a:xfrm>
              <a:off x="14109326" y="9599728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4"/>
                  </a:lnTo>
                  <a:lnTo>
                    <a:pt x="364621" y="141169"/>
                  </a:lnTo>
                  <a:lnTo>
                    <a:pt x="345102" y="183648"/>
                  </a:lnTo>
                  <a:lnTo>
                    <a:pt x="320833" y="223224"/>
                  </a:lnTo>
                  <a:lnTo>
                    <a:pt x="292184" y="259527"/>
                  </a:lnTo>
                  <a:lnTo>
                    <a:pt x="259523" y="292187"/>
                  </a:lnTo>
                  <a:lnTo>
                    <a:pt x="223219" y="320836"/>
                  </a:lnTo>
                  <a:lnTo>
                    <a:pt x="183644" y="345104"/>
                  </a:lnTo>
                  <a:lnTo>
                    <a:pt x="141164" y="364622"/>
                  </a:lnTo>
                  <a:lnTo>
                    <a:pt x="96151" y="379020"/>
                  </a:lnTo>
                  <a:lnTo>
                    <a:pt x="48973" y="387930"/>
                  </a:lnTo>
                  <a:lnTo>
                    <a:pt x="0" y="390982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195504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0104100" cy="1790064"/>
          </a:xfrm>
          <a:custGeom>
            <a:avLst/>
            <a:gdLst/>
            <a:ahLst/>
            <a:cxnLst/>
            <a:rect l="l" t="t" r="r" b="b"/>
            <a:pathLst>
              <a:path w="20104100" h="1790064">
                <a:moveTo>
                  <a:pt x="20104099" y="0"/>
                </a:moveTo>
                <a:lnTo>
                  <a:pt x="0" y="0"/>
                </a:lnTo>
                <a:lnTo>
                  <a:pt x="0" y="1789715"/>
                </a:lnTo>
                <a:lnTo>
                  <a:pt x="20104099" y="1789715"/>
                </a:lnTo>
                <a:lnTo>
                  <a:pt x="20104099" y="0"/>
                </a:lnTo>
                <a:close/>
              </a:path>
            </a:pathLst>
          </a:custGeom>
          <a:solidFill>
            <a:srgbClr val="001F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2530096" y="4339432"/>
            <a:ext cx="15007938" cy="270522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ru-RU" sz="3600" b="1" dirty="0">
                <a:solidFill>
                  <a:srgbClr val="001F82"/>
                </a:solidFill>
                <a:latin typeface="Montserrat" panose="00000500000000000000" pitchFamily="2" charset="-52"/>
              </a:rPr>
              <a:t>Прием оригиналов </a:t>
            </a:r>
            <a:r>
              <a:rPr lang="ru-RU" sz="3600" dirty="0">
                <a:solidFill>
                  <a:srgbClr val="001F82"/>
                </a:solidFill>
                <a:latin typeface="Montserrat" panose="00000500000000000000" pitchFamily="2" charset="-52"/>
              </a:rPr>
              <a:t>документов установленного образца (выставление отметок о представлении оригинала на ЕПГУ) </a:t>
            </a:r>
            <a:r>
              <a:rPr lang="ru-RU" sz="3600" b="1" dirty="0">
                <a:solidFill>
                  <a:srgbClr val="001F82"/>
                </a:solidFill>
                <a:latin typeface="Montserrat" panose="00000500000000000000" pitchFamily="2" charset="-52"/>
              </a:rPr>
              <a:t>завершается в 12:00 по московскому времени </a:t>
            </a:r>
          </a:p>
          <a:p>
            <a:pPr algn="just">
              <a:lnSpc>
                <a:spcPct val="125000"/>
              </a:lnSpc>
            </a:pPr>
            <a:endParaRPr lang="ru-RU" sz="3200" dirty="0">
              <a:solidFill>
                <a:srgbClr val="001F82"/>
              </a:solidFill>
              <a:latin typeface="Montserrat" panose="00000500000000000000" pitchFamily="2" charset="-52"/>
            </a:endParaRPr>
          </a:p>
        </p:txBody>
      </p:sp>
      <p:sp>
        <p:nvSpPr>
          <p:cNvPr id="34" name="object 14"/>
          <p:cNvSpPr/>
          <p:nvPr/>
        </p:nvSpPr>
        <p:spPr>
          <a:xfrm>
            <a:off x="17620831" y="493400"/>
            <a:ext cx="782955" cy="972185"/>
          </a:xfrm>
          <a:custGeom>
            <a:avLst/>
            <a:gdLst/>
            <a:ahLst/>
            <a:cxnLst/>
            <a:rect l="l" t="t" r="r" b="b"/>
            <a:pathLst>
              <a:path w="782955" h="972185">
                <a:moveTo>
                  <a:pt x="782701" y="580580"/>
                </a:moveTo>
                <a:lnTo>
                  <a:pt x="593788" y="580580"/>
                </a:lnTo>
                <a:lnTo>
                  <a:pt x="588429" y="626935"/>
                </a:lnTo>
                <a:lnTo>
                  <a:pt x="573176" y="669518"/>
                </a:lnTo>
                <a:lnTo>
                  <a:pt x="549249" y="707110"/>
                </a:lnTo>
                <a:lnTo>
                  <a:pt x="517880" y="738479"/>
                </a:lnTo>
                <a:lnTo>
                  <a:pt x="480301" y="762406"/>
                </a:lnTo>
                <a:lnTo>
                  <a:pt x="437705" y="777659"/>
                </a:lnTo>
                <a:lnTo>
                  <a:pt x="391350" y="783005"/>
                </a:lnTo>
                <a:lnTo>
                  <a:pt x="344995" y="777659"/>
                </a:lnTo>
                <a:lnTo>
                  <a:pt x="302412" y="762406"/>
                </a:lnTo>
                <a:lnTo>
                  <a:pt x="264820" y="738479"/>
                </a:lnTo>
                <a:lnTo>
                  <a:pt x="233451" y="707110"/>
                </a:lnTo>
                <a:lnTo>
                  <a:pt x="209524" y="669518"/>
                </a:lnTo>
                <a:lnTo>
                  <a:pt x="194271" y="626935"/>
                </a:lnTo>
                <a:lnTo>
                  <a:pt x="188925" y="580580"/>
                </a:lnTo>
                <a:lnTo>
                  <a:pt x="194271" y="534225"/>
                </a:lnTo>
                <a:lnTo>
                  <a:pt x="209524" y="491642"/>
                </a:lnTo>
                <a:lnTo>
                  <a:pt x="233451" y="454050"/>
                </a:lnTo>
                <a:lnTo>
                  <a:pt x="264820" y="422681"/>
                </a:lnTo>
                <a:lnTo>
                  <a:pt x="302412" y="398754"/>
                </a:lnTo>
                <a:lnTo>
                  <a:pt x="344995" y="383514"/>
                </a:lnTo>
                <a:lnTo>
                  <a:pt x="391350" y="378155"/>
                </a:lnTo>
                <a:lnTo>
                  <a:pt x="391350" y="189242"/>
                </a:lnTo>
                <a:lnTo>
                  <a:pt x="342328" y="192290"/>
                </a:lnTo>
                <a:lnTo>
                  <a:pt x="295109" y="201206"/>
                </a:lnTo>
                <a:lnTo>
                  <a:pt x="250050" y="215620"/>
                </a:lnTo>
                <a:lnTo>
                  <a:pt x="207530" y="235153"/>
                </a:lnTo>
                <a:lnTo>
                  <a:pt x="167919" y="259448"/>
                </a:lnTo>
                <a:lnTo>
                  <a:pt x="131584" y="288124"/>
                </a:lnTo>
                <a:lnTo>
                  <a:pt x="98894" y="320814"/>
                </a:lnTo>
                <a:lnTo>
                  <a:pt x="70218" y="357149"/>
                </a:lnTo>
                <a:lnTo>
                  <a:pt x="45923" y="396760"/>
                </a:lnTo>
                <a:lnTo>
                  <a:pt x="26390" y="439280"/>
                </a:lnTo>
                <a:lnTo>
                  <a:pt x="11976" y="484339"/>
                </a:lnTo>
                <a:lnTo>
                  <a:pt x="3060" y="531558"/>
                </a:lnTo>
                <a:lnTo>
                  <a:pt x="0" y="580580"/>
                </a:lnTo>
                <a:lnTo>
                  <a:pt x="3060" y="629602"/>
                </a:lnTo>
                <a:lnTo>
                  <a:pt x="11976" y="676821"/>
                </a:lnTo>
                <a:lnTo>
                  <a:pt x="26390" y="721880"/>
                </a:lnTo>
                <a:lnTo>
                  <a:pt x="45923" y="764400"/>
                </a:lnTo>
                <a:lnTo>
                  <a:pt x="70218" y="804011"/>
                </a:lnTo>
                <a:lnTo>
                  <a:pt x="98894" y="840346"/>
                </a:lnTo>
                <a:lnTo>
                  <a:pt x="131584" y="873036"/>
                </a:lnTo>
                <a:lnTo>
                  <a:pt x="167919" y="901712"/>
                </a:lnTo>
                <a:lnTo>
                  <a:pt x="207530" y="926007"/>
                </a:lnTo>
                <a:lnTo>
                  <a:pt x="250050" y="945540"/>
                </a:lnTo>
                <a:lnTo>
                  <a:pt x="295109" y="959954"/>
                </a:lnTo>
                <a:lnTo>
                  <a:pt x="342328" y="968870"/>
                </a:lnTo>
                <a:lnTo>
                  <a:pt x="391350" y="971931"/>
                </a:lnTo>
                <a:lnTo>
                  <a:pt x="440385" y="968870"/>
                </a:lnTo>
                <a:lnTo>
                  <a:pt x="487616" y="959954"/>
                </a:lnTo>
                <a:lnTo>
                  <a:pt x="532688" y="945540"/>
                </a:lnTo>
                <a:lnTo>
                  <a:pt x="575208" y="926007"/>
                </a:lnTo>
                <a:lnTo>
                  <a:pt x="614819" y="901712"/>
                </a:lnTo>
                <a:lnTo>
                  <a:pt x="651167" y="873036"/>
                </a:lnTo>
                <a:lnTo>
                  <a:pt x="683856" y="840346"/>
                </a:lnTo>
                <a:lnTo>
                  <a:pt x="712533" y="804011"/>
                </a:lnTo>
                <a:lnTo>
                  <a:pt x="736815" y="764400"/>
                </a:lnTo>
                <a:lnTo>
                  <a:pt x="756348" y="721880"/>
                </a:lnTo>
                <a:lnTo>
                  <a:pt x="770750" y="676821"/>
                </a:lnTo>
                <a:lnTo>
                  <a:pt x="779665" y="629602"/>
                </a:lnTo>
                <a:lnTo>
                  <a:pt x="782701" y="580580"/>
                </a:lnTo>
                <a:close/>
              </a:path>
              <a:path w="782955" h="972185">
                <a:moveTo>
                  <a:pt x="782751" y="391350"/>
                </a:moveTo>
                <a:lnTo>
                  <a:pt x="779703" y="342328"/>
                </a:lnTo>
                <a:lnTo>
                  <a:pt x="770775" y="295097"/>
                </a:lnTo>
                <a:lnTo>
                  <a:pt x="756373" y="250050"/>
                </a:lnTo>
                <a:lnTo>
                  <a:pt x="736828" y="207530"/>
                </a:lnTo>
                <a:lnTo>
                  <a:pt x="712546" y="167919"/>
                </a:lnTo>
                <a:lnTo>
                  <a:pt x="683869" y="131584"/>
                </a:lnTo>
                <a:lnTo>
                  <a:pt x="651179" y="98894"/>
                </a:lnTo>
                <a:lnTo>
                  <a:pt x="614832" y="70218"/>
                </a:lnTo>
                <a:lnTo>
                  <a:pt x="575221" y="45923"/>
                </a:lnTo>
                <a:lnTo>
                  <a:pt x="532701" y="26390"/>
                </a:lnTo>
                <a:lnTo>
                  <a:pt x="487654" y="11976"/>
                </a:lnTo>
                <a:lnTo>
                  <a:pt x="440423" y="3060"/>
                </a:lnTo>
                <a:lnTo>
                  <a:pt x="391401" y="0"/>
                </a:lnTo>
                <a:lnTo>
                  <a:pt x="391401" y="188912"/>
                </a:lnTo>
                <a:lnTo>
                  <a:pt x="437769" y="194271"/>
                </a:lnTo>
                <a:lnTo>
                  <a:pt x="480352" y="209524"/>
                </a:lnTo>
                <a:lnTo>
                  <a:pt x="517944" y="233438"/>
                </a:lnTo>
                <a:lnTo>
                  <a:pt x="549313" y="264807"/>
                </a:lnTo>
                <a:lnTo>
                  <a:pt x="573227" y="302399"/>
                </a:lnTo>
                <a:lnTo>
                  <a:pt x="588479" y="344982"/>
                </a:lnTo>
                <a:lnTo>
                  <a:pt x="593839" y="391350"/>
                </a:lnTo>
                <a:lnTo>
                  <a:pt x="782751" y="3913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15"/>
          <p:cNvSpPr/>
          <p:nvPr/>
        </p:nvSpPr>
        <p:spPr>
          <a:xfrm>
            <a:off x="18527039" y="836592"/>
            <a:ext cx="1136015" cy="355600"/>
          </a:xfrm>
          <a:custGeom>
            <a:avLst/>
            <a:gdLst/>
            <a:ahLst/>
            <a:cxnLst/>
            <a:rect l="l" t="t" r="r" b="b"/>
            <a:pathLst>
              <a:path w="1136015" h="355600">
                <a:moveTo>
                  <a:pt x="241134" y="231355"/>
                </a:moveTo>
                <a:lnTo>
                  <a:pt x="197370" y="190157"/>
                </a:lnTo>
                <a:lnTo>
                  <a:pt x="192798" y="195757"/>
                </a:lnTo>
                <a:lnTo>
                  <a:pt x="187528" y="200812"/>
                </a:lnTo>
                <a:lnTo>
                  <a:pt x="151295" y="216141"/>
                </a:lnTo>
                <a:lnTo>
                  <a:pt x="142227" y="216598"/>
                </a:lnTo>
                <a:lnTo>
                  <a:pt x="134277" y="216230"/>
                </a:lnTo>
                <a:lnTo>
                  <a:pt x="94195" y="199351"/>
                </a:lnTo>
                <a:lnTo>
                  <a:pt x="71424" y="161658"/>
                </a:lnTo>
                <a:lnTo>
                  <a:pt x="68326" y="136855"/>
                </a:lnTo>
                <a:lnTo>
                  <a:pt x="68668" y="128384"/>
                </a:lnTo>
                <a:lnTo>
                  <a:pt x="80454" y="91490"/>
                </a:lnTo>
                <a:lnTo>
                  <a:pt x="113004" y="63131"/>
                </a:lnTo>
                <a:lnTo>
                  <a:pt x="143357" y="57048"/>
                </a:lnTo>
                <a:lnTo>
                  <a:pt x="150850" y="57416"/>
                </a:lnTo>
                <a:lnTo>
                  <a:pt x="191211" y="75260"/>
                </a:lnTo>
                <a:lnTo>
                  <a:pt x="195961" y="80937"/>
                </a:lnTo>
                <a:lnTo>
                  <a:pt x="238633" y="38265"/>
                </a:lnTo>
                <a:lnTo>
                  <a:pt x="208102" y="15214"/>
                </a:lnTo>
                <a:lnTo>
                  <a:pt x="168529" y="2438"/>
                </a:lnTo>
                <a:lnTo>
                  <a:pt x="141185" y="0"/>
                </a:lnTo>
                <a:lnTo>
                  <a:pt x="126542" y="596"/>
                </a:lnTo>
                <a:lnTo>
                  <a:pt x="85648" y="9563"/>
                </a:lnTo>
                <a:lnTo>
                  <a:pt x="50787" y="28562"/>
                </a:lnTo>
                <a:lnTo>
                  <a:pt x="23761" y="56680"/>
                </a:lnTo>
                <a:lnTo>
                  <a:pt x="6108" y="93243"/>
                </a:lnTo>
                <a:lnTo>
                  <a:pt x="0" y="136804"/>
                </a:lnTo>
                <a:lnTo>
                  <a:pt x="660" y="151739"/>
                </a:lnTo>
                <a:lnTo>
                  <a:pt x="10642" y="192709"/>
                </a:lnTo>
                <a:lnTo>
                  <a:pt x="31191" y="226745"/>
                </a:lnTo>
                <a:lnTo>
                  <a:pt x="60490" y="252425"/>
                </a:lnTo>
                <a:lnTo>
                  <a:pt x="97421" y="268770"/>
                </a:lnTo>
                <a:lnTo>
                  <a:pt x="140042" y="274358"/>
                </a:lnTo>
                <a:lnTo>
                  <a:pt x="156095" y="273634"/>
                </a:lnTo>
                <a:lnTo>
                  <a:pt x="198513" y="262801"/>
                </a:lnTo>
                <a:lnTo>
                  <a:pt x="232003" y="240779"/>
                </a:lnTo>
                <a:lnTo>
                  <a:pt x="241134" y="231355"/>
                </a:lnTo>
                <a:close/>
              </a:path>
              <a:path w="1136015" h="355600">
                <a:moveTo>
                  <a:pt x="449973" y="84251"/>
                </a:moveTo>
                <a:lnTo>
                  <a:pt x="385965" y="84251"/>
                </a:lnTo>
                <a:lnTo>
                  <a:pt x="349592" y="201891"/>
                </a:lnTo>
                <a:lnTo>
                  <a:pt x="348500" y="201891"/>
                </a:lnTo>
                <a:lnTo>
                  <a:pt x="307682" y="84251"/>
                </a:lnTo>
                <a:lnTo>
                  <a:pt x="240753" y="84251"/>
                </a:lnTo>
                <a:lnTo>
                  <a:pt x="317246" y="264426"/>
                </a:lnTo>
                <a:lnTo>
                  <a:pt x="308444" y="287337"/>
                </a:lnTo>
                <a:lnTo>
                  <a:pt x="304914" y="293408"/>
                </a:lnTo>
                <a:lnTo>
                  <a:pt x="296545" y="301929"/>
                </a:lnTo>
                <a:lnTo>
                  <a:pt x="289763" y="304101"/>
                </a:lnTo>
                <a:lnTo>
                  <a:pt x="277558" y="304101"/>
                </a:lnTo>
                <a:lnTo>
                  <a:pt x="274294" y="303784"/>
                </a:lnTo>
                <a:lnTo>
                  <a:pt x="267195" y="302590"/>
                </a:lnTo>
                <a:lnTo>
                  <a:pt x="263931" y="301764"/>
                </a:lnTo>
                <a:lnTo>
                  <a:pt x="260997" y="300799"/>
                </a:lnTo>
                <a:lnTo>
                  <a:pt x="254368" y="351548"/>
                </a:lnTo>
                <a:lnTo>
                  <a:pt x="258775" y="352742"/>
                </a:lnTo>
                <a:lnTo>
                  <a:pt x="263982" y="353733"/>
                </a:lnTo>
                <a:lnTo>
                  <a:pt x="276034" y="355180"/>
                </a:lnTo>
                <a:lnTo>
                  <a:pt x="281838" y="355574"/>
                </a:lnTo>
                <a:lnTo>
                  <a:pt x="295833" y="355320"/>
                </a:lnTo>
                <a:lnTo>
                  <a:pt x="333248" y="344881"/>
                </a:lnTo>
                <a:lnTo>
                  <a:pt x="359003" y="314693"/>
                </a:lnTo>
                <a:lnTo>
                  <a:pt x="367995" y="294932"/>
                </a:lnTo>
                <a:lnTo>
                  <a:pt x="449973" y="84251"/>
                </a:lnTo>
                <a:close/>
              </a:path>
              <a:path w="1136015" h="355600">
                <a:moveTo>
                  <a:pt x="676821" y="175069"/>
                </a:moveTo>
                <a:lnTo>
                  <a:pt x="667461" y="130022"/>
                </a:lnTo>
                <a:lnTo>
                  <a:pt x="666661" y="128435"/>
                </a:lnTo>
                <a:lnTo>
                  <a:pt x="663473" y="122085"/>
                </a:lnTo>
                <a:lnTo>
                  <a:pt x="658825" y="114681"/>
                </a:lnTo>
                <a:lnTo>
                  <a:pt x="653529" y="107810"/>
                </a:lnTo>
                <a:lnTo>
                  <a:pt x="652500" y="106730"/>
                </a:lnTo>
                <a:lnTo>
                  <a:pt x="647611" y="101549"/>
                </a:lnTo>
                <a:lnTo>
                  <a:pt x="641070" y="95973"/>
                </a:lnTo>
                <a:lnTo>
                  <a:pt x="633907" y="91071"/>
                </a:lnTo>
                <a:lnTo>
                  <a:pt x="626122" y="86855"/>
                </a:lnTo>
                <a:lnTo>
                  <a:pt x="618363" y="83718"/>
                </a:lnTo>
                <a:lnTo>
                  <a:pt x="618363" y="169202"/>
                </a:lnTo>
                <a:lnTo>
                  <a:pt x="618312" y="181317"/>
                </a:lnTo>
                <a:lnTo>
                  <a:pt x="599465" y="215734"/>
                </a:lnTo>
                <a:lnTo>
                  <a:pt x="582472" y="222516"/>
                </a:lnTo>
                <a:lnTo>
                  <a:pt x="568464" y="222516"/>
                </a:lnTo>
                <a:lnTo>
                  <a:pt x="536359" y="198310"/>
                </a:lnTo>
                <a:lnTo>
                  <a:pt x="534327" y="192709"/>
                </a:lnTo>
                <a:lnTo>
                  <a:pt x="532206" y="187071"/>
                </a:lnTo>
                <a:lnTo>
                  <a:pt x="531177" y="181317"/>
                </a:lnTo>
                <a:lnTo>
                  <a:pt x="531253" y="169202"/>
                </a:lnTo>
                <a:lnTo>
                  <a:pt x="532257" y="163830"/>
                </a:lnTo>
                <a:lnTo>
                  <a:pt x="556958" y="132448"/>
                </a:lnTo>
                <a:lnTo>
                  <a:pt x="568464" y="128435"/>
                </a:lnTo>
                <a:lnTo>
                  <a:pt x="582422" y="128435"/>
                </a:lnTo>
                <a:lnTo>
                  <a:pt x="613740" y="152158"/>
                </a:lnTo>
                <a:lnTo>
                  <a:pt x="618363" y="169202"/>
                </a:lnTo>
                <a:lnTo>
                  <a:pt x="618363" y="83718"/>
                </a:lnTo>
                <a:lnTo>
                  <a:pt x="617791" y="83477"/>
                </a:lnTo>
                <a:lnTo>
                  <a:pt x="609015" y="81064"/>
                </a:lnTo>
                <a:lnTo>
                  <a:pt x="599782" y="79629"/>
                </a:lnTo>
                <a:lnTo>
                  <a:pt x="590080" y="79146"/>
                </a:lnTo>
                <a:lnTo>
                  <a:pt x="580288" y="79654"/>
                </a:lnTo>
                <a:lnTo>
                  <a:pt x="541667" y="96393"/>
                </a:lnTo>
                <a:lnTo>
                  <a:pt x="531609" y="106730"/>
                </a:lnTo>
                <a:lnTo>
                  <a:pt x="530529" y="106730"/>
                </a:lnTo>
                <a:lnTo>
                  <a:pt x="530529" y="84251"/>
                </a:lnTo>
                <a:lnTo>
                  <a:pt x="473151" y="84251"/>
                </a:lnTo>
                <a:lnTo>
                  <a:pt x="473151" y="355561"/>
                </a:lnTo>
                <a:lnTo>
                  <a:pt x="533463" y="355561"/>
                </a:lnTo>
                <a:lnTo>
                  <a:pt x="533463" y="247103"/>
                </a:lnTo>
                <a:lnTo>
                  <a:pt x="534212" y="247103"/>
                </a:lnTo>
                <a:lnTo>
                  <a:pt x="573239" y="270751"/>
                </a:lnTo>
                <a:lnTo>
                  <a:pt x="589699" y="272465"/>
                </a:lnTo>
                <a:lnTo>
                  <a:pt x="599719" y="271957"/>
                </a:lnTo>
                <a:lnTo>
                  <a:pt x="641400" y="254965"/>
                </a:lnTo>
                <a:lnTo>
                  <a:pt x="666648" y="222516"/>
                </a:lnTo>
                <a:lnTo>
                  <a:pt x="667689" y="220395"/>
                </a:lnTo>
                <a:lnTo>
                  <a:pt x="670966" y="211823"/>
                </a:lnTo>
                <a:lnTo>
                  <a:pt x="673531" y="202933"/>
                </a:lnTo>
                <a:lnTo>
                  <a:pt x="675360" y="193827"/>
                </a:lnTo>
                <a:lnTo>
                  <a:pt x="676452" y="184543"/>
                </a:lnTo>
                <a:lnTo>
                  <a:pt x="676821" y="175069"/>
                </a:lnTo>
                <a:close/>
              </a:path>
              <a:path w="1136015" h="355600">
                <a:moveTo>
                  <a:pt x="881976" y="7061"/>
                </a:moveTo>
                <a:lnTo>
                  <a:pt x="718032" y="7061"/>
                </a:lnTo>
                <a:lnTo>
                  <a:pt x="718032" y="61671"/>
                </a:lnTo>
                <a:lnTo>
                  <a:pt x="718032" y="267411"/>
                </a:lnTo>
                <a:lnTo>
                  <a:pt x="781278" y="267411"/>
                </a:lnTo>
                <a:lnTo>
                  <a:pt x="781278" y="61671"/>
                </a:lnTo>
                <a:lnTo>
                  <a:pt x="881976" y="61671"/>
                </a:lnTo>
                <a:lnTo>
                  <a:pt x="881976" y="7061"/>
                </a:lnTo>
                <a:close/>
              </a:path>
              <a:path w="1136015" h="355600">
                <a:moveTo>
                  <a:pt x="1135634" y="7061"/>
                </a:moveTo>
                <a:lnTo>
                  <a:pt x="1068387" y="7061"/>
                </a:lnTo>
                <a:lnTo>
                  <a:pt x="1016165" y="136474"/>
                </a:lnTo>
                <a:lnTo>
                  <a:pt x="961771" y="6997"/>
                </a:lnTo>
                <a:lnTo>
                  <a:pt x="891844" y="6997"/>
                </a:lnTo>
                <a:lnTo>
                  <a:pt x="983373" y="209600"/>
                </a:lnTo>
                <a:lnTo>
                  <a:pt x="979944" y="213995"/>
                </a:lnTo>
                <a:lnTo>
                  <a:pt x="976261" y="217093"/>
                </a:lnTo>
                <a:lnTo>
                  <a:pt x="968451" y="220776"/>
                </a:lnTo>
                <a:lnTo>
                  <a:pt x="963993" y="221703"/>
                </a:lnTo>
                <a:lnTo>
                  <a:pt x="952754" y="221703"/>
                </a:lnTo>
                <a:lnTo>
                  <a:pt x="947115" y="219798"/>
                </a:lnTo>
                <a:lnTo>
                  <a:pt x="937336" y="212204"/>
                </a:lnTo>
                <a:lnTo>
                  <a:pt x="933323" y="208572"/>
                </a:lnTo>
                <a:lnTo>
                  <a:pt x="930122" y="205143"/>
                </a:lnTo>
                <a:lnTo>
                  <a:pt x="891146" y="249110"/>
                </a:lnTo>
                <a:lnTo>
                  <a:pt x="928497" y="271919"/>
                </a:lnTo>
                <a:lnTo>
                  <a:pt x="956983" y="274675"/>
                </a:lnTo>
                <a:lnTo>
                  <a:pt x="966406" y="274370"/>
                </a:lnTo>
                <a:lnTo>
                  <a:pt x="1004176" y="263918"/>
                </a:lnTo>
                <a:lnTo>
                  <a:pt x="1033640" y="236080"/>
                </a:lnTo>
                <a:lnTo>
                  <a:pt x="1047051" y="210731"/>
                </a:lnTo>
                <a:lnTo>
                  <a:pt x="1135634" y="706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6" name="object 16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7041" y="1297362"/>
            <a:ext cx="1130606" cy="155146"/>
          </a:xfrm>
          <a:prstGeom prst="rect">
            <a:avLst/>
          </a:prstGeom>
        </p:spPr>
      </p:pic>
      <p:grpSp>
        <p:nvGrpSpPr>
          <p:cNvPr id="8" name="Группа 7"/>
          <p:cNvGrpSpPr/>
          <p:nvPr/>
        </p:nvGrpSpPr>
        <p:grpSpPr>
          <a:xfrm>
            <a:off x="13233767" y="9599728"/>
            <a:ext cx="6770815" cy="1620163"/>
            <a:chOff x="13233767" y="9599728"/>
            <a:chExt cx="6770815" cy="1620163"/>
          </a:xfrm>
        </p:grpSpPr>
        <p:sp>
          <p:nvSpPr>
            <p:cNvPr id="9" name="object 4"/>
            <p:cNvSpPr/>
            <p:nvPr/>
          </p:nvSpPr>
          <p:spPr>
            <a:xfrm>
              <a:off x="15821556" y="10463603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5"/>
                  </a:lnTo>
                  <a:lnTo>
                    <a:pt x="364621" y="141170"/>
                  </a:lnTo>
                  <a:lnTo>
                    <a:pt x="345102" y="183651"/>
                  </a:lnTo>
                  <a:lnTo>
                    <a:pt x="320833" y="223227"/>
                  </a:lnTo>
                  <a:lnTo>
                    <a:pt x="292184" y="259531"/>
                  </a:lnTo>
                  <a:lnTo>
                    <a:pt x="259523" y="292193"/>
                  </a:lnTo>
                  <a:lnTo>
                    <a:pt x="223219" y="320843"/>
                  </a:lnTo>
                  <a:lnTo>
                    <a:pt x="183644" y="345112"/>
                  </a:lnTo>
                  <a:lnTo>
                    <a:pt x="141164" y="364631"/>
                  </a:lnTo>
                  <a:lnTo>
                    <a:pt x="96151" y="379030"/>
                  </a:lnTo>
                  <a:lnTo>
                    <a:pt x="48973" y="387941"/>
                  </a:lnTo>
                  <a:lnTo>
                    <a:pt x="0" y="390993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5"/>
            <p:cNvSpPr/>
            <p:nvPr/>
          </p:nvSpPr>
          <p:spPr>
            <a:xfrm>
              <a:off x="16670669" y="10463606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0" y="0"/>
                  </a:moveTo>
                  <a:lnTo>
                    <a:pt x="0" y="364941"/>
                  </a:lnTo>
                  <a:lnTo>
                    <a:pt x="48973" y="367993"/>
                  </a:lnTo>
                  <a:lnTo>
                    <a:pt x="96151" y="376903"/>
                  </a:lnTo>
                  <a:lnTo>
                    <a:pt x="141164" y="391302"/>
                  </a:lnTo>
                  <a:lnTo>
                    <a:pt x="183644" y="410820"/>
                  </a:lnTo>
                  <a:lnTo>
                    <a:pt x="223219" y="435088"/>
                  </a:lnTo>
                  <a:lnTo>
                    <a:pt x="259523" y="463736"/>
                  </a:lnTo>
                  <a:lnTo>
                    <a:pt x="292184" y="496397"/>
                  </a:lnTo>
                  <a:lnTo>
                    <a:pt x="320833" y="532700"/>
                  </a:lnTo>
                  <a:lnTo>
                    <a:pt x="345102" y="572275"/>
                  </a:lnTo>
                  <a:lnTo>
                    <a:pt x="364621" y="614755"/>
                  </a:lnTo>
                  <a:lnTo>
                    <a:pt x="379020" y="659769"/>
                  </a:lnTo>
                  <a:lnTo>
                    <a:pt x="387930" y="706949"/>
                  </a:lnTo>
                  <a:lnTo>
                    <a:pt x="390982" y="755924"/>
                  </a:lnTo>
                  <a:lnTo>
                    <a:pt x="755924" y="755924"/>
                  </a:lnTo>
                  <a:lnTo>
                    <a:pt x="754434" y="708189"/>
                  </a:lnTo>
                  <a:lnTo>
                    <a:pt x="750023" y="661232"/>
                  </a:lnTo>
                  <a:lnTo>
                    <a:pt x="742781" y="615144"/>
                  </a:lnTo>
                  <a:lnTo>
                    <a:pt x="732797" y="570014"/>
                  </a:lnTo>
                  <a:lnTo>
                    <a:pt x="720160" y="525930"/>
                  </a:lnTo>
                  <a:lnTo>
                    <a:pt x="704959" y="482983"/>
                  </a:lnTo>
                  <a:lnTo>
                    <a:pt x="687284" y="441260"/>
                  </a:lnTo>
                  <a:lnTo>
                    <a:pt x="667224" y="400852"/>
                  </a:lnTo>
                  <a:lnTo>
                    <a:pt x="644867" y="361848"/>
                  </a:lnTo>
                  <a:lnTo>
                    <a:pt x="620304" y="324337"/>
                  </a:lnTo>
                  <a:lnTo>
                    <a:pt x="593624" y="288408"/>
                  </a:lnTo>
                  <a:lnTo>
                    <a:pt x="564915" y="254150"/>
                  </a:lnTo>
                  <a:lnTo>
                    <a:pt x="534267" y="221652"/>
                  </a:lnTo>
                  <a:lnTo>
                    <a:pt x="501770" y="191005"/>
                  </a:lnTo>
                  <a:lnTo>
                    <a:pt x="467512" y="162297"/>
                  </a:lnTo>
                  <a:lnTo>
                    <a:pt x="431582" y="135616"/>
                  </a:lnTo>
                  <a:lnTo>
                    <a:pt x="394071" y="111054"/>
                  </a:lnTo>
                  <a:lnTo>
                    <a:pt x="355067" y="88698"/>
                  </a:lnTo>
                  <a:lnTo>
                    <a:pt x="314659" y="68638"/>
                  </a:lnTo>
                  <a:lnTo>
                    <a:pt x="272937" y="50963"/>
                  </a:lnTo>
                  <a:lnTo>
                    <a:pt x="229989" y="35763"/>
                  </a:lnTo>
                  <a:lnTo>
                    <a:pt x="185906" y="23126"/>
                  </a:lnTo>
                  <a:lnTo>
                    <a:pt x="140776" y="13142"/>
                  </a:lnTo>
                  <a:lnTo>
                    <a:pt x="94689" y="5900"/>
                  </a:lnTo>
                  <a:lnTo>
                    <a:pt x="47734" y="14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6"/>
            <p:cNvSpPr/>
            <p:nvPr/>
          </p:nvSpPr>
          <p:spPr>
            <a:xfrm>
              <a:off x="17519778" y="10463606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708190" y="1490"/>
                  </a:lnTo>
                  <a:lnTo>
                    <a:pt x="661235" y="5900"/>
                  </a:lnTo>
                  <a:lnTo>
                    <a:pt x="615147" y="13142"/>
                  </a:lnTo>
                  <a:lnTo>
                    <a:pt x="570018" y="23126"/>
                  </a:lnTo>
                  <a:lnTo>
                    <a:pt x="525934" y="35763"/>
                  </a:lnTo>
                  <a:lnTo>
                    <a:pt x="482987" y="50963"/>
                  </a:lnTo>
                  <a:lnTo>
                    <a:pt x="441265" y="68638"/>
                  </a:lnTo>
                  <a:lnTo>
                    <a:pt x="400857" y="88698"/>
                  </a:lnTo>
                  <a:lnTo>
                    <a:pt x="361853" y="111054"/>
                  </a:lnTo>
                  <a:lnTo>
                    <a:pt x="324341" y="135616"/>
                  </a:lnTo>
                  <a:lnTo>
                    <a:pt x="288412" y="162297"/>
                  </a:lnTo>
                  <a:lnTo>
                    <a:pt x="254154" y="191005"/>
                  </a:lnTo>
                  <a:lnTo>
                    <a:pt x="221656" y="221652"/>
                  </a:lnTo>
                  <a:lnTo>
                    <a:pt x="191009" y="254150"/>
                  </a:lnTo>
                  <a:lnTo>
                    <a:pt x="162300" y="288408"/>
                  </a:lnTo>
                  <a:lnTo>
                    <a:pt x="135619" y="324337"/>
                  </a:lnTo>
                  <a:lnTo>
                    <a:pt x="111056" y="361848"/>
                  </a:lnTo>
                  <a:lnTo>
                    <a:pt x="88700" y="400852"/>
                  </a:lnTo>
                  <a:lnTo>
                    <a:pt x="68639" y="441260"/>
                  </a:lnTo>
                  <a:lnTo>
                    <a:pt x="50964" y="482983"/>
                  </a:lnTo>
                  <a:lnTo>
                    <a:pt x="35764" y="525930"/>
                  </a:lnTo>
                  <a:lnTo>
                    <a:pt x="23126" y="570014"/>
                  </a:lnTo>
                  <a:lnTo>
                    <a:pt x="13142" y="615144"/>
                  </a:lnTo>
                  <a:lnTo>
                    <a:pt x="5900" y="661232"/>
                  </a:lnTo>
                  <a:lnTo>
                    <a:pt x="1490" y="708189"/>
                  </a:lnTo>
                  <a:lnTo>
                    <a:pt x="0" y="755924"/>
                  </a:lnTo>
                  <a:lnTo>
                    <a:pt x="364941" y="755924"/>
                  </a:lnTo>
                  <a:lnTo>
                    <a:pt x="367993" y="706949"/>
                  </a:lnTo>
                  <a:lnTo>
                    <a:pt x="376904" y="659769"/>
                  </a:lnTo>
                  <a:lnTo>
                    <a:pt x="391303" y="614755"/>
                  </a:lnTo>
                  <a:lnTo>
                    <a:pt x="410822" y="572275"/>
                  </a:lnTo>
                  <a:lnTo>
                    <a:pt x="435090" y="532700"/>
                  </a:lnTo>
                  <a:lnTo>
                    <a:pt x="463740" y="496397"/>
                  </a:lnTo>
                  <a:lnTo>
                    <a:pt x="496401" y="463736"/>
                  </a:lnTo>
                  <a:lnTo>
                    <a:pt x="532704" y="435088"/>
                  </a:lnTo>
                  <a:lnTo>
                    <a:pt x="572280" y="410820"/>
                  </a:lnTo>
                  <a:lnTo>
                    <a:pt x="614759" y="391302"/>
                  </a:lnTo>
                  <a:lnTo>
                    <a:pt x="659773" y="376903"/>
                  </a:lnTo>
                  <a:lnTo>
                    <a:pt x="706951" y="367993"/>
                  </a:lnTo>
                  <a:lnTo>
                    <a:pt x="755924" y="364941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7"/>
            <p:cNvSpPr/>
            <p:nvPr/>
          </p:nvSpPr>
          <p:spPr>
            <a:xfrm>
              <a:off x="19248297" y="10463606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708190" y="1490"/>
                  </a:lnTo>
                  <a:lnTo>
                    <a:pt x="661235" y="5900"/>
                  </a:lnTo>
                  <a:lnTo>
                    <a:pt x="615147" y="13142"/>
                  </a:lnTo>
                  <a:lnTo>
                    <a:pt x="570018" y="23126"/>
                  </a:lnTo>
                  <a:lnTo>
                    <a:pt x="525934" y="35763"/>
                  </a:lnTo>
                  <a:lnTo>
                    <a:pt x="482987" y="50963"/>
                  </a:lnTo>
                  <a:lnTo>
                    <a:pt x="441265" y="68638"/>
                  </a:lnTo>
                  <a:lnTo>
                    <a:pt x="400857" y="88698"/>
                  </a:lnTo>
                  <a:lnTo>
                    <a:pt x="361853" y="111054"/>
                  </a:lnTo>
                  <a:lnTo>
                    <a:pt x="324341" y="135616"/>
                  </a:lnTo>
                  <a:lnTo>
                    <a:pt x="288412" y="162297"/>
                  </a:lnTo>
                  <a:lnTo>
                    <a:pt x="254154" y="191005"/>
                  </a:lnTo>
                  <a:lnTo>
                    <a:pt x="221656" y="221652"/>
                  </a:lnTo>
                  <a:lnTo>
                    <a:pt x="191009" y="254150"/>
                  </a:lnTo>
                  <a:lnTo>
                    <a:pt x="162300" y="288408"/>
                  </a:lnTo>
                  <a:lnTo>
                    <a:pt x="135619" y="324337"/>
                  </a:lnTo>
                  <a:lnTo>
                    <a:pt x="111056" y="361848"/>
                  </a:lnTo>
                  <a:lnTo>
                    <a:pt x="88700" y="400852"/>
                  </a:lnTo>
                  <a:lnTo>
                    <a:pt x="68639" y="441260"/>
                  </a:lnTo>
                  <a:lnTo>
                    <a:pt x="50964" y="482983"/>
                  </a:lnTo>
                  <a:lnTo>
                    <a:pt x="35764" y="525930"/>
                  </a:lnTo>
                  <a:lnTo>
                    <a:pt x="23126" y="570014"/>
                  </a:lnTo>
                  <a:lnTo>
                    <a:pt x="13142" y="615144"/>
                  </a:lnTo>
                  <a:lnTo>
                    <a:pt x="5900" y="661232"/>
                  </a:lnTo>
                  <a:lnTo>
                    <a:pt x="1490" y="708189"/>
                  </a:lnTo>
                  <a:lnTo>
                    <a:pt x="0" y="755924"/>
                  </a:lnTo>
                  <a:lnTo>
                    <a:pt x="364941" y="755924"/>
                  </a:lnTo>
                  <a:lnTo>
                    <a:pt x="367993" y="706949"/>
                  </a:lnTo>
                  <a:lnTo>
                    <a:pt x="376904" y="659769"/>
                  </a:lnTo>
                  <a:lnTo>
                    <a:pt x="391303" y="614755"/>
                  </a:lnTo>
                  <a:lnTo>
                    <a:pt x="410822" y="572275"/>
                  </a:lnTo>
                  <a:lnTo>
                    <a:pt x="435090" y="532700"/>
                  </a:lnTo>
                  <a:lnTo>
                    <a:pt x="463740" y="496397"/>
                  </a:lnTo>
                  <a:lnTo>
                    <a:pt x="496401" y="463736"/>
                  </a:lnTo>
                  <a:lnTo>
                    <a:pt x="532704" y="435088"/>
                  </a:lnTo>
                  <a:lnTo>
                    <a:pt x="572280" y="410820"/>
                  </a:lnTo>
                  <a:lnTo>
                    <a:pt x="614759" y="391302"/>
                  </a:lnTo>
                  <a:lnTo>
                    <a:pt x="659773" y="376903"/>
                  </a:lnTo>
                  <a:lnTo>
                    <a:pt x="706951" y="367993"/>
                  </a:lnTo>
                  <a:lnTo>
                    <a:pt x="755924" y="364941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8"/>
            <p:cNvSpPr/>
            <p:nvPr/>
          </p:nvSpPr>
          <p:spPr>
            <a:xfrm>
              <a:off x="18395339" y="10463606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0" y="0"/>
                  </a:moveTo>
                  <a:lnTo>
                    <a:pt x="0" y="364941"/>
                  </a:lnTo>
                  <a:lnTo>
                    <a:pt x="48973" y="367993"/>
                  </a:lnTo>
                  <a:lnTo>
                    <a:pt x="96151" y="376903"/>
                  </a:lnTo>
                  <a:lnTo>
                    <a:pt x="141164" y="391302"/>
                  </a:lnTo>
                  <a:lnTo>
                    <a:pt x="183644" y="410820"/>
                  </a:lnTo>
                  <a:lnTo>
                    <a:pt x="223219" y="435088"/>
                  </a:lnTo>
                  <a:lnTo>
                    <a:pt x="259523" y="463736"/>
                  </a:lnTo>
                  <a:lnTo>
                    <a:pt x="292184" y="496397"/>
                  </a:lnTo>
                  <a:lnTo>
                    <a:pt x="320833" y="532700"/>
                  </a:lnTo>
                  <a:lnTo>
                    <a:pt x="345102" y="572275"/>
                  </a:lnTo>
                  <a:lnTo>
                    <a:pt x="364621" y="614755"/>
                  </a:lnTo>
                  <a:lnTo>
                    <a:pt x="379020" y="659769"/>
                  </a:lnTo>
                  <a:lnTo>
                    <a:pt x="387930" y="706949"/>
                  </a:lnTo>
                  <a:lnTo>
                    <a:pt x="390982" y="755924"/>
                  </a:lnTo>
                  <a:lnTo>
                    <a:pt x="755924" y="755924"/>
                  </a:lnTo>
                  <a:lnTo>
                    <a:pt x="754434" y="708189"/>
                  </a:lnTo>
                  <a:lnTo>
                    <a:pt x="750023" y="661232"/>
                  </a:lnTo>
                  <a:lnTo>
                    <a:pt x="742781" y="615144"/>
                  </a:lnTo>
                  <a:lnTo>
                    <a:pt x="732797" y="570014"/>
                  </a:lnTo>
                  <a:lnTo>
                    <a:pt x="720160" y="525930"/>
                  </a:lnTo>
                  <a:lnTo>
                    <a:pt x="704959" y="482983"/>
                  </a:lnTo>
                  <a:lnTo>
                    <a:pt x="687284" y="441260"/>
                  </a:lnTo>
                  <a:lnTo>
                    <a:pt x="667224" y="400852"/>
                  </a:lnTo>
                  <a:lnTo>
                    <a:pt x="644867" y="361848"/>
                  </a:lnTo>
                  <a:lnTo>
                    <a:pt x="620304" y="324337"/>
                  </a:lnTo>
                  <a:lnTo>
                    <a:pt x="593624" y="288408"/>
                  </a:lnTo>
                  <a:lnTo>
                    <a:pt x="564915" y="254150"/>
                  </a:lnTo>
                  <a:lnTo>
                    <a:pt x="534267" y="221652"/>
                  </a:lnTo>
                  <a:lnTo>
                    <a:pt x="501770" y="191005"/>
                  </a:lnTo>
                  <a:lnTo>
                    <a:pt x="467512" y="162297"/>
                  </a:lnTo>
                  <a:lnTo>
                    <a:pt x="431582" y="135616"/>
                  </a:lnTo>
                  <a:lnTo>
                    <a:pt x="394071" y="111054"/>
                  </a:lnTo>
                  <a:lnTo>
                    <a:pt x="355067" y="88698"/>
                  </a:lnTo>
                  <a:lnTo>
                    <a:pt x="314659" y="68638"/>
                  </a:lnTo>
                  <a:lnTo>
                    <a:pt x="272937" y="50963"/>
                  </a:lnTo>
                  <a:lnTo>
                    <a:pt x="229989" y="35763"/>
                  </a:lnTo>
                  <a:lnTo>
                    <a:pt x="185906" y="23126"/>
                  </a:lnTo>
                  <a:lnTo>
                    <a:pt x="140776" y="13142"/>
                  </a:lnTo>
                  <a:lnTo>
                    <a:pt x="94689" y="5900"/>
                  </a:lnTo>
                  <a:lnTo>
                    <a:pt x="47734" y="14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9"/>
            <p:cNvSpPr/>
            <p:nvPr/>
          </p:nvSpPr>
          <p:spPr>
            <a:xfrm>
              <a:off x="14945996" y="10463603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93"/>
                  </a:lnTo>
                  <a:lnTo>
                    <a:pt x="706951" y="387941"/>
                  </a:lnTo>
                  <a:lnTo>
                    <a:pt x="659773" y="379030"/>
                  </a:lnTo>
                  <a:lnTo>
                    <a:pt x="614759" y="364631"/>
                  </a:lnTo>
                  <a:lnTo>
                    <a:pt x="572280" y="345112"/>
                  </a:lnTo>
                  <a:lnTo>
                    <a:pt x="532704" y="320843"/>
                  </a:lnTo>
                  <a:lnTo>
                    <a:pt x="496401" y="292193"/>
                  </a:lnTo>
                  <a:lnTo>
                    <a:pt x="463740" y="259531"/>
                  </a:lnTo>
                  <a:lnTo>
                    <a:pt x="435090" y="223227"/>
                  </a:lnTo>
                  <a:lnTo>
                    <a:pt x="410822" y="183651"/>
                  </a:lnTo>
                  <a:lnTo>
                    <a:pt x="391303" y="141170"/>
                  </a:lnTo>
                  <a:lnTo>
                    <a:pt x="376904" y="96155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0"/>
            <p:cNvSpPr/>
            <p:nvPr/>
          </p:nvSpPr>
          <p:spPr>
            <a:xfrm>
              <a:off x="14109326" y="10463603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5"/>
                  </a:lnTo>
                  <a:lnTo>
                    <a:pt x="364621" y="141170"/>
                  </a:lnTo>
                  <a:lnTo>
                    <a:pt x="345102" y="183651"/>
                  </a:lnTo>
                  <a:lnTo>
                    <a:pt x="320833" y="223227"/>
                  </a:lnTo>
                  <a:lnTo>
                    <a:pt x="292184" y="259531"/>
                  </a:lnTo>
                  <a:lnTo>
                    <a:pt x="259523" y="292193"/>
                  </a:lnTo>
                  <a:lnTo>
                    <a:pt x="223219" y="320843"/>
                  </a:lnTo>
                  <a:lnTo>
                    <a:pt x="183644" y="345112"/>
                  </a:lnTo>
                  <a:lnTo>
                    <a:pt x="141164" y="364631"/>
                  </a:lnTo>
                  <a:lnTo>
                    <a:pt x="96151" y="379030"/>
                  </a:lnTo>
                  <a:lnTo>
                    <a:pt x="48973" y="387941"/>
                  </a:lnTo>
                  <a:lnTo>
                    <a:pt x="0" y="390993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1"/>
            <p:cNvSpPr/>
            <p:nvPr/>
          </p:nvSpPr>
          <p:spPr>
            <a:xfrm>
              <a:off x="13233767" y="10463603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93"/>
                  </a:lnTo>
                  <a:lnTo>
                    <a:pt x="706951" y="387941"/>
                  </a:lnTo>
                  <a:lnTo>
                    <a:pt x="659773" y="379030"/>
                  </a:lnTo>
                  <a:lnTo>
                    <a:pt x="614759" y="364631"/>
                  </a:lnTo>
                  <a:lnTo>
                    <a:pt x="572280" y="345112"/>
                  </a:lnTo>
                  <a:lnTo>
                    <a:pt x="532704" y="320843"/>
                  </a:lnTo>
                  <a:lnTo>
                    <a:pt x="496401" y="292193"/>
                  </a:lnTo>
                  <a:lnTo>
                    <a:pt x="463740" y="259531"/>
                  </a:lnTo>
                  <a:lnTo>
                    <a:pt x="435090" y="223227"/>
                  </a:lnTo>
                  <a:lnTo>
                    <a:pt x="410822" y="183651"/>
                  </a:lnTo>
                  <a:lnTo>
                    <a:pt x="391303" y="141170"/>
                  </a:lnTo>
                  <a:lnTo>
                    <a:pt x="376904" y="96155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2"/>
            <p:cNvSpPr/>
            <p:nvPr/>
          </p:nvSpPr>
          <p:spPr>
            <a:xfrm>
              <a:off x="15821556" y="9599732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0" y="0"/>
                  </a:moveTo>
                  <a:lnTo>
                    <a:pt x="0" y="364931"/>
                  </a:lnTo>
                  <a:lnTo>
                    <a:pt x="48973" y="367983"/>
                  </a:lnTo>
                  <a:lnTo>
                    <a:pt x="96151" y="376893"/>
                  </a:lnTo>
                  <a:lnTo>
                    <a:pt x="141164" y="391293"/>
                  </a:lnTo>
                  <a:lnTo>
                    <a:pt x="183644" y="410812"/>
                  </a:lnTo>
                  <a:lnTo>
                    <a:pt x="223219" y="435081"/>
                  </a:lnTo>
                  <a:lnTo>
                    <a:pt x="259523" y="463731"/>
                  </a:lnTo>
                  <a:lnTo>
                    <a:pt x="292184" y="496392"/>
                  </a:lnTo>
                  <a:lnTo>
                    <a:pt x="320833" y="532696"/>
                  </a:lnTo>
                  <a:lnTo>
                    <a:pt x="345102" y="572273"/>
                  </a:lnTo>
                  <a:lnTo>
                    <a:pt x="364621" y="614754"/>
                  </a:lnTo>
                  <a:lnTo>
                    <a:pt x="379020" y="659769"/>
                  </a:lnTo>
                  <a:lnTo>
                    <a:pt x="387930" y="706948"/>
                  </a:lnTo>
                  <a:lnTo>
                    <a:pt x="390982" y="755924"/>
                  </a:lnTo>
                  <a:lnTo>
                    <a:pt x="755924" y="755924"/>
                  </a:lnTo>
                  <a:lnTo>
                    <a:pt x="754434" y="708189"/>
                  </a:lnTo>
                  <a:lnTo>
                    <a:pt x="750023" y="661232"/>
                  </a:lnTo>
                  <a:lnTo>
                    <a:pt x="742781" y="615144"/>
                  </a:lnTo>
                  <a:lnTo>
                    <a:pt x="732797" y="570014"/>
                  </a:lnTo>
                  <a:lnTo>
                    <a:pt x="720160" y="525930"/>
                  </a:lnTo>
                  <a:lnTo>
                    <a:pt x="704959" y="482983"/>
                  </a:lnTo>
                  <a:lnTo>
                    <a:pt x="687284" y="441260"/>
                  </a:lnTo>
                  <a:lnTo>
                    <a:pt x="667224" y="400852"/>
                  </a:lnTo>
                  <a:lnTo>
                    <a:pt x="644867" y="361848"/>
                  </a:lnTo>
                  <a:lnTo>
                    <a:pt x="620304" y="324337"/>
                  </a:lnTo>
                  <a:lnTo>
                    <a:pt x="593624" y="288408"/>
                  </a:lnTo>
                  <a:lnTo>
                    <a:pt x="564915" y="254150"/>
                  </a:lnTo>
                  <a:lnTo>
                    <a:pt x="534267" y="221652"/>
                  </a:lnTo>
                  <a:lnTo>
                    <a:pt x="501770" y="191005"/>
                  </a:lnTo>
                  <a:lnTo>
                    <a:pt x="467512" y="162297"/>
                  </a:lnTo>
                  <a:lnTo>
                    <a:pt x="431582" y="135616"/>
                  </a:lnTo>
                  <a:lnTo>
                    <a:pt x="394071" y="111054"/>
                  </a:lnTo>
                  <a:lnTo>
                    <a:pt x="355067" y="88698"/>
                  </a:lnTo>
                  <a:lnTo>
                    <a:pt x="314659" y="68638"/>
                  </a:lnTo>
                  <a:lnTo>
                    <a:pt x="272937" y="50963"/>
                  </a:lnTo>
                  <a:lnTo>
                    <a:pt x="229989" y="35763"/>
                  </a:lnTo>
                  <a:lnTo>
                    <a:pt x="185906" y="23126"/>
                  </a:lnTo>
                  <a:lnTo>
                    <a:pt x="140776" y="13142"/>
                  </a:lnTo>
                  <a:lnTo>
                    <a:pt x="94689" y="5900"/>
                  </a:lnTo>
                  <a:lnTo>
                    <a:pt x="47734" y="14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3"/>
            <p:cNvSpPr/>
            <p:nvPr/>
          </p:nvSpPr>
          <p:spPr>
            <a:xfrm>
              <a:off x="16670669" y="9599728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4"/>
                  </a:lnTo>
                  <a:lnTo>
                    <a:pt x="364621" y="141169"/>
                  </a:lnTo>
                  <a:lnTo>
                    <a:pt x="345102" y="183648"/>
                  </a:lnTo>
                  <a:lnTo>
                    <a:pt x="320833" y="223224"/>
                  </a:lnTo>
                  <a:lnTo>
                    <a:pt x="292184" y="259527"/>
                  </a:lnTo>
                  <a:lnTo>
                    <a:pt x="259523" y="292187"/>
                  </a:lnTo>
                  <a:lnTo>
                    <a:pt x="223219" y="320836"/>
                  </a:lnTo>
                  <a:lnTo>
                    <a:pt x="183644" y="345104"/>
                  </a:lnTo>
                  <a:lnTo>
                    <a:pt x="141164" y="364622"/>
                  </a:lnTo>
                  <a:lnTo>
                    <a:pt x="96151" y="379020"/>
                  </a:lnTo>
                  <a:lnTo>
                    <a:pt x="48973" y="387930"/>
                  </a:lnTo>
                  <a:lnTo>
                    <a:pt x="0" y="390982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4"/>
            <p:cNvSpPr/>
            <p:nvPr/>
          </p:nvSpPr>
          <p:spPr>
            <a:xfrm>
              <a:off x="17519778" y="9599728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82"/>
                  </a:lnTo>
                  <a:lnTo>
                    <a:pt x="706951" y="387930"/>
                  </a:lnTo>
                  <a:lnTo>
                    <a:pt x="659773" y="379020"/>
                  </a:lnTo>
                  <a:lnTo>
                    <a:pt x="614759" y="364622"/>
                  </a:lnTo>
                  <a:lnTo>
                    <a:pt x="572280" y="345104"/>
                  </a:lnTo>
                  <a:lnTo>
                    <a:pt x="532704" y="320836"/>
                  </a:lnTo>
                  <a:lnTo>
                    <a:pt x="496401" y="292187"/>
                  </a:lnTo>
                  <a:lnTo>
                    <a:pt x="463740" y="259527"/>
                  </a:lnTo>
                  <a:lnTo>
                    <a:pt x="435090" y="223224"/>
                  </a:lnTo>
                  <a:lnTo>
                    <a:pt x="410822" y="183648"/>
                  </a:lnTo>
                  <a:lnTo>
                    <a:pt x="391303" y="141169"/>
                  </a:lnTo>
                  <a:lnTo>
                    <a:pt x="376904" y="96154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15"/>
            <p:cNvSpPr/>
            <p:nvPr/>
          </p:nvSpPr>
          <p:spPr>
            <a:xfrm>
              <a:off x="19248297" y="9599728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82"/>
                  </a:lnTo>
                  <a:lnTo>
                    <a:pt x="706951" y="387930"/>
                  </a:lnTo>
                  <a:lnTo>
                    <a:pt x="659773" y="379020"/>
                  </a:lnTo>
                  <a:lnTo>
                    <a:pt x="614759" y="364622"/>
                  </a:lnTo>
                  <a:lnTo>
                    <a:pt x="572280" y="345104"/>
                  </a:lnTo>
                  <a:lnTo>
                    <a:pt x="532704" y="320836"/>
                  </a:lnTo>
                  <a:lnTo>
                    <a:pt x="496401" y="292187"/>
                  </a:lnTo>
                  <a:lnTo>
                    <a:pt x="463740" y="259527"/>
                  </a:lnTo>
                  <a:lnTo>
                    <a:pt x="435090" y="223224"/>
                  </a:lnTo>
                  <a:lnTo>
                    <a:pt x="410822" y="183648"/>
                  </a:lnTo>
                  <a:lnTo>
                    <a:pt x="391303" y="141169"/>
                  </a:lnTo>
                  <a:lnTo>
                    <a:pt x="376904" y="96154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16"/>
            <p:cNvSpPr/>
            <p:nvPr/>
          </p:nvSpPr>
          <p:spPr>
            <a:xfrm>
              <a:off x="18395339" y="9599728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4"/>
                  </a:lnTo>
                  <a:lnTo>
                    <a:pt x="364621" y="141169"/>
                  </a:lnTo>
                  <a:lnTo>
                    <a:pt x="345102" y="183648"/>
                  </a:lnTo>
                  <a:lnTo>
                    <a:pt x="320833" y="223224"/>
                  </a:lnTo>
                  <a:lnTo>
                    <a:pt x="292184" y="259527"/>
                  </a:lnTo>
                  <a:lnTo>
                    <a:pt x="259523" y="292187"/>
                  </a:lnTo>
                  <a:lnTo>
                    <a:pt x="223219" y="320836"/>
                  </a:lnTo>
                  <a:lnTo>
                    <a:pt x="183644" y="345104"/>
                  </a:lnTo>
                  <a:lnTo>
                    <a:pt x="141164" y="364622"/>
                  </a:lnTo>
                  <a:lnTo>
                    <a:pt x="96151" y="379020"/>
                  </a:lnTo>
                  <a:lnTo>
                    <a:pt x="48973" y="387930"/>
                  </a:lnTo>
                  <a:lnTo>
                    <a:pt x="0" y="390982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17"/>
            <p:cNvSpPr/>
            <p:nvPr/>
          </p:nvSpPr>
          <p:spPr>
            <a:xfrm>
              <a:off x="13233767" y="9599732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708190" y="1490"/>
                  </a:lnTo>
                  <a:lnTo>
                    <a:pt x="661235" y="5900"/>
                  </a:lnTo>
                  <a:lnTo>
                    <a:pt x="615147" y="13142"/>
                  </a:lnTo>
                  <a:lnTo>
                    <a:pt x="570018" y="23126"/>
                  </a:lnTo>
                  <a:lnTo>
                    <a:pt x="525934" y="35763"/>
                  </a:lnTo>
                  <a:lnTo>
                    <a:pt x="482987" y="50963"/>
                  </a:lnTo>
                  <a:lnTo>
                    <a:pt x="441265" y="68638"/>
                  </a:lnTo>
                  <a:lnTo>
                    <a:pt x="400857" y="88698"/>
                  </a:lnTo>
                  <a:lnTo>
                    <a:pt x="361853" y="111054"/>
                  </a:lnTo>
                  <a:lnTo>
                    <a:pt x="324341" y="135616"/>
                  </a:lnTo>
                  <a:lnTo>
                    <a:pt x="288412" y="162297"/>
                  </a:lnTo>
                  <a:lnTo>
                    <a:pt x="254154" y="191005"/>
                  </a:lnTo>
                  <a:lnTo>
                    <a:pt x="221656" y="221652"/>
                  </a:lnTo>
                  <a:lnTo>
                    <a:pt x="191009" y="254150"/>
                  </a:lnTo>
                  <a:lnTo>
                    <a:pt x="162300" y="288408"/>
                  </a:lnTo>
                  <a:lnTo>
                    <a:pt x="135619" y="324337"/>
                  </a:lnTo>
                  <a:lnTo>
                    <a:pt x="111056" y="361848"/>
                  </a:lnTo>
                  <a:lnTo>
                    <a:pt x="88700" y="400852"/>
                  </a:lnTo>
                  <a:lnTo>
                    <a:pt x="68639" y="441260"/>
                  </a:lnTo>
                  <a:lnTo>
                    <a:pt x="50964" y="482983"/>
                  </a:lnTo>
                  <a:lnTo>
                    <a:pt x="35764" y="525930"/>
                  </a:lnTo>
                  <a:lnTo>
                    <a:pt x="23126" y="570014"/>
                  </a:lnTo>
                  <a:lnTo>
                    <a:pt x="13142" y="615144"/>
                  </a:lnTo>
                  <a:lnTo>
                    <a:pt x="5900" y="661232"/>
                  </a:lnTo>
                  <a:lnTo>
                    <a:pt x="1490" y="708189"/>
                  </a:lnTo>
                  <a:lnTo>
                    <a:pt x="0" y="755924"/>
                  </a:lnTo>
                  <a:lnTo>
                    <a:pt x="364941" y="755924"/>
                  </a:lnTo>
                  <a:lnTo>
                    <a:pt x="367993" y="706948"/>
                  </a:lnTo>
                  <a:lnTo>
                    <a:pt x="376904" y="659769"/>
                  </a:lnTo>
                  <a:lnTo>
                    <a:pt x="391303" y="614754"/>
                  </a:lnTo>
                  <a:lnTo>
                    <a:pt x="410822" y="572273"/>
                  </a:lnTo>
                  <a:lnTo>
                    <a:pt x="435090" y="532696"/>
                  </a:lnTo>
                  <a:lnTo>
                    <a:pt x="463740" y="496392"/>
                  </a:lnTo>
                  <a:lnTo>
                    <a:pt x="496401" y="463731"/>
                  </a:lnTo>
                  <a:lnTo>
                    <a:pt x="532704" y="435081"/>
                  </a:lnTo>
                  <a:lnTo>
                    <a:pt x="572280" y="410812"/>
                  </a:lnTo>
                  <a:lnTo>
                    <a:pt x="614759" y="391293"/>
                  </a:lnTo>
                  <a:lnTo>
                    <a:pt x="659773" y="376893"/>
                  </a:lnTo>
                  <a:lnTo>
                    <a:pt x="706951" y="367983"/>
                  </a:lnTo>
                  <a:lnTo>
                    <a:pt x="755924" y="364931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18"/>
            <p:cNvSpPr/>
            <p:nvPr/>
          </p:nvSpPr>
          <p:spPr>
            <a:xfrm>
              <a:off x="14945996" y="9599728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82"/>
                  </a:lnTo>
                  <a:lnTo>
                    <a:pt x="706951" y="387930"/>
                  </a:lnTo>
                  <a:lnTo>
                    <a:pt x="659773" y="379020"/>
                  </a:lnTo>
                  <a:lnTo>
                    <a:pt x="614759" y="364622"/>
                  </a:lnTo>
                  <a:lnTo>
                    <a:pt x="572280" y="345104"/>
                  </a:lnTo>
                  <a:lnTo>
                    <a:pt x="532704" y="320836"/>
                  </a:lnTo>
                  <a:lnTo>
                    <a:pt x="496401" y="292187"/>
                  </a:lnTo>
                  <a:lnTo>
                    <a:pt x="463740" y="259527"/>
                  </a:lnTo>
                  <a:lnTo>
                    <a:pt x="435090" y="223224"/>
                  </a:lnTo>
                  <a:lnTo>
                    <a:pt x="410822" y="183648"/>
                  </a:lnTo>
                  <a:lnTo>
                    <a:pt x="391303" y="141169"/>
                  </a:lnTo>
                  <a:lnTo>
                    <a:pt x="376904" y="96154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19"/>
            <p:cNvSpPr/>
            <p:nvPr/>
          </p:nvSpPr>
          <p:spPr>
            <a:xfrm>
              <a:off x="14109326" y="9599728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4"/>
                  </a:lnTo>
                  <a:lnTo>
                    <a:pt x="364621" y="141169"/>
                  </a:lnTo>
                  <a:lnTo>
                    <a:pt x="345102" y="183648"/>
                  </a:lnTo>
                  <a:lnTo>
                    <a:pt x="320833" y="223224"/>
                  </a:lnTo>
                  <a:lnTo>
                    <a:pt x="292184" y="259527"/>
                  </a:lnTo>
                  <a:lnTo>
                    <a:pt x="259523" y="292187"/>
                  </a:lnTo>
                  <a:lnTo>
                    <a:pt x="223219" y="320836"/>
                  </a:lnTo>
                  <a:lnTo>
                    <a:pt x="183644" y="345104"/>
                  </a:lnTo>
                  <a:lnTo>
                    <a:pt x="141164" y="364622"/>
                  </a:lnTo>
                  <a:lnTo>
                    <a:pt x="96151" y="379020"/>
                  </a:lnTo>
                  <a:lnTo>
                    <a:pt x="48973" y="387930"/>
                  </a:lnTo>
                  <a:lnTo>
                    <a:pt x="0" y="390982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" name="Группа 24"/>
          <p:cNvGrpSpPr/>
          <p:nvPr/>
        </p:nvGrpSpPr>
        <p:grpSpPr>
          <a:xfrm>
            <a:off x="6210063" y="9599728"/>
            <a:ext cx="6770815" cy="1620163"/>
            <a:chOff x="13233767" y="9599728"/>
            <a:chExt cx="6770815" cy="1620163"/>
          </a:xfrm>
        </p:grpSpPr>
        <p:sp>
          <p:nvSpPr>
            <p:cNvPr id="26" name="object 4"/>
            <p:cNvSpPr/>
            <p:nvPr/>
          </p:nvSpPr>
          <p:spPr>
            <a:xfrm>
              <a:off x="15821556" y="10463603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5"/>
                  </a:lnTo>
                  <a:lnTo>
                    <a:pt x="364621" y="141170"/>
                  </a:lnTo>
                  <a:lnTo>
                    <a:pt x="345102" y="183651"/>
                  </a:lnTo>
                  <a:lnTo>
                    <a:pt x="320833" y="223227"/>
                  </a:lnTo>
                  <a:lnTo>
                    <a:pt x="292184" y="259531"/>
                  </a:lnTo>
                  <a:lnTo>
                    <a:pt x="259523" y="292193"/>
                  </a:lnTo>
                  <a:lnTo>
                    <a:pt x="223219" y="320843"/>
                  </a:lnTo>
                  <a:lnTo>
                    <a:pt x="183644" y="345112"/>
                  </a:lnTo>
                  <a:lnTo>
                    <a:pt x="141164" y="364631"/>
                  </a:lnTo>
                  <a:lnTo>
                    <a:pt x="96151" y="379030"/>
                  </a:lnTo>
                  <a:lnTo>
                    <a:pt x="48973" y="387941"/>
                  </a:lnTo>
                  <a:lnTo>
                    <a:pt x="0" y="390993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5"/>
            <p:cNvSpPr/>
            <p:nvPr/>
          </p:nvSpPr>
          <p:spPr>
            <a:xfrm>
              <a:off x="16670669" y="10463606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0" y="0"/>
                  </a:moveTo>
                  <a:lnTo>
                    <a:pt x="0" y="364941"/>
                  </a:lnTo>
                  <a:lnTo>
                    <a:pt x="48973" y="367993"/>
                  </a:lnTo>
                  <a:lnTo>
                    <a:pt x="96151" y="376903"/>
                  </a:lnTo>
                  <a:lnTo>
                    <a:pt x="141164" y="391302"/>
                  </a:lnTo>
                  <a:lnTo>
                    <a:pt x="183644" y="410820"/>
                  </a:lnTo>
                  <a:lnTo>
                    <a:pt x="223219" y="435088"/>
                  </a:lnTo>
                  <a:lnTo>
                    <a:pt x="259523" y="463736"/>
                  </a:lnTo>
                  <a:lnTo>
                    <a:pt x="292184" y="496397"/>
                  </a:lnTo>
                  <a:lnTo>
                    <a:pt x="320833" y="532700"/>
                  </a:lnTo>
                  <a:lnTo>
                    <a:pt x="345102" y="572275"/>
                  </a:lnTo>
                  <a:lnTo>
                    <a:pt x="364621" y="614755"/>
                  </a:lnTo>
                  <a:lnTo>
                    <a:pt x="379020" y="659769"/>
                  </a:lnTo>
                  <a:lnTo>
                    <a:pt x="387930" y="706949"/>
                  </a:lnTo>
                  <a:lnTo>
                    <a:pt x="390982" y="755924"/>
                  </a:lnTo>
                  <a:lnTo>
                    <a:pt x="755924" y="755924"/>
                  </a:lnTo>
                  <a:lnTo>
                    <a:pt x="754434" y="708189"/>
                  </a:lnTo>
                  <a:lnTo>
                    <a:pt x="750023" y="661232"/>
                  </a:lnTo>
                  <a:lnTo>
                    <a:pt x="742781" y="615144"/>
                  </a:lnTo>
                  <a:lnTo>
                    <a:pt x="732797" y="570014"/>
                  </a:lnTo>
                  <a:lnTo>
                    <a:pt x="720160" y="525930"/>
                  </a:lnTo>
                  <a:lnTo>
                    <a:pt x="704959" y="482983"/>
                  </a:lnTo>
                  <a:lnTo>
                    <a:pt x="687284" y="441260"/>
                  </a:lnTo>
                  <a:lnTo>
                    <a:pt x="667224" y="400852"/>
                  </a:lnTo>
                  <a:lnTo>
                    <a:pt x="644867" y="361848"/>
                  </a:lnTo>
                  <a:lnTo>
                    <a:pt x="620304" y="324337"/>
                  </a:lnTo>
                  <a:lnTo>
                    <a:pt x="593624" y="288408"/>
                  </a:lnTo>
                  <a:lnTo>
                    <a:pt x="564915" y="254150"/>
                  </a:lnTo>
                  <a:lnTo>
                    <a:pt x="534267" y="221652"/>
                  </a:lnTo>
                  <a:lnTo>
                    <a:pt x="501770" y="191005"/>
                  </a:lnTo>
                  <a:lnTo>
                    <a:pt x="467512" y="162297"/>
                  </a:lnTo>
                  <a:lnTo>
                    <a:pt x="431582" y="135616"/>
                  </a:lnTo>
                  <a:lnTo>
                    <a:pt x="394071" y="111054"/>
                  </a:lnTo>
                  <a:lnTo>
                    <a:pt x="355067" y="88698"/>
                  </a:lnTo>
                  <a:lnTo>
                    <a:pt x="314659" y="68638"/>
                  </a:lnTo>
                  <a:lnTo>
                    <a:pt x="272937" y="50963"/>
                  </a:lnTo>
                  <a:lnTo>
                    <a:pt x="229989" y="35763"/>
                  </a:lnTo>
                  <a:lnTo>
                    <a:pt x="185906" y="23126"/>
                  </a:lnTo>
                  <a:lnTo>
                    <a:pt x="140776" y="13142"/>
                  </a:lnTo>
                  <a:lnTo>
                    <a:pt x="94689" y="5900"/>
                  </a:lnTo>
                  <a:lnTo>
                    <a:pt x="47734" y="14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6"/>
            <p:cNvSpPr/>
            <p:nvPr/>
          </p:nvSpPr>
          <p:spPr>
            <a:xfrm>
              <a:off x="17519778" y="10463606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708190" y="1490"/>
                  </a:lnTo>
                  <a:lnTo>
                    <a:pt x="661235" y="5900"/>
                  </a:lnTo>
                  <a:lnTo>
                    <a:pt x="615147" y="13142"/>
                  </a:lnTo>
                  <a:lnTo>
                    <a:pt x="570018" y="23126"/>
                  </a:lnTo>
                  <a:lnTo>
                    <a:pt x="525934" y="35763"/>
                  </a:lnTo>
                  <a:lnTo>
                    <a:pt x="482987" y="50963"/>
                  </a:lnTo>
                  <a:lnTo>
                    <a:pt x="441265" y="68638"/>
                  </a:lnTo>
                  <a:lnTo>
                    <a:pt x="400857" y="88698"/>
                  </a:lnTo>
                  <a:lnTo>
                    <a:pt x="361853" y="111054"/>
                  </a:lnTo>
                  <a:lnTo>
                    <a:pt x="324341" y="135616"/>
                  </a:lnTo>
                  <a:lnTo>
                    <a:pt x="288412" y="162297"/>
                  </a:lnTo>
                  <a:lnTo>
                    <a:pt x="254154" y="191005"/>
                  </a:lnTo>
                  <a:lnTo>
                    <a:pt x="221656" y="221652"/>
                  </a:lnTo>
                  <a:lnTo>
                    <a:pt x="191009" y="254150"/>
                  </a:lnTo>
                  <a:lnTo>
                    <a:pt x="162300" y="288408"/>
                  </a:lnTo>
                  <a:lnTo>
                    <a:pt x="135619" y="324337"/>
                  </a:lnTo>
                  <a:lnTo>
                    <a:pt x="111056" y="361848"/>
                  </a:lnTo>
                  <a:lnTo>
                    <a:pt x="88700" y="400852"/>
                  </a:lnTo>
                  <a:lnTo>
                    <a:pt x="68639" y="441260"/>
                  </a:lnTo>
                  <a:lnTo>
                    <a:pt x="50964" y="482983"/>
                  </a:lnTo>
                  <a:lnTo>
                    <a:pt x="35764" y="525930"/>
                  </a:lnTo>
                  <a:lnTo>
                    <a:pt x="23126" y="570014"/>
                  </a:lnTo>
                  <a:lnTo>
                    <a:pt x="13142" y="615144"/>
                  </a:lnTo>
                  <a:lnTo>
                    <a:pt x="5900" y="661232"/>
                  </a:lnTo>
                  <a:lnTo>
                    <a:pt x="1490" y="708189"/>
                  </a:lnTo>
                  <a:lnTo>
                    <a:pt x="0" y="755924"/>
                  </a:lnTo>
                  <a:lnTo>
                    <a:pt x="364941" y="755924"/>
                  </a:lnTo>
                  <a:lnTo>
                    <a:pt x="367993" y="706949"/>
                  </a:lnTo>
                  <a:lnTo>
                    <a:pt x="376904" y="659769"/>
                  </a:lnTo>
                  <a:lnTo>
                    <a:pt x="391303" y="614755"/>
                  </a:lnTo>
                  <a:lnTo>
                    <a:pt x="410822" y="572275"/>
                  </a:lnTo>
                  <a:lnTo>
                    <a:pt x="435090" y="532700"/>
                  </a:lnTo>
                  <a:lnTo>
                    <a:pt x="463740" y="496397"/>
                  </a:lnTo>
                  <a:lnTo>
                    <a:pt x="496401" y="463736"/>
                  </a:lnTo>
                  <a:lnTo>
                    <a:pt x="532704" y="435088"/>
                  </a:lnTo>
                  <a:lnTo>
                    <a:pt x="572280" y="410820"/>
                  </a:lnTo>
                  <a:lnTo>
                    <a:pt x="614759" y="391302"/>
                  </a:lnTo>
                  <a:lnTo>
                    <a:pt x="659773" y="376903"/>
                  </a:lnTo>
                  <a:lnTo>
                    <a:pt x="706951" y="367993"/>
                  </a:lnTo>
                  <a:lnTo>
                    <a:pt x="755924" y="364941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7"/>
            <p:cNvSpPr/>
            <p:nvPr/>
          </p:nvSpPr>
          <p:spPr>
            <a:xfrm>
              <a:off x="19248297" y="10463606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708190" y="1490"/>
                  </a:lnTo>
                  <a:lnTo>
                    <a:pt x="661235" y="5900"/>
                  </a:lnTo>
                  <a:lnTo>
                    <a:pt x="615147" y="13142"/>
                  </a:lnTo>
                  <a:lnTo>
                    <a:pt x="570018" y="23126"/>
                  </a:lnTo>
                  <a:lnTo>
                    <a:pt x="525934" y="35763"/>
                  </a:lnTo>
                  <a:lnTo>
                    <a:pt x="482987" y="50963"/>
                  </a:lnTo>
                  <a:lnTo>
                    <a:pt x="441265" y="68638"/>
                  </a:lnTo>
                  <a:lnTo>
                    <a:pt x="400857" y="88698"/>
                  </a:lnTo>
                  <a:lnTo>
                    <a:pt x="361853" y="111054"/>
                  </a:lnTo>
                  <a:lnTo>
                    <a:pt x="324341" y="135616"/>
                  </a:lnTo>
                  <a:lnTo>
                    <a:pt x="288412" y="162297"/>
                  </a:lnTo>
                  <a:lnTo>
                    <a:pt x="254154" y="191005"/>
                  </a:lnTo>
                  <a:lnTo>
                    <a:pt x="221656" y="221652"/>
                  </a:lnTo>
                  <a:lnTo>
                    <a:pt x="191009" y="254150"/>
                  </a:lnTo>
                  <a:lnTo>
                    <a:pt x="162300" y="288408"/>
                  </a:lnTo>
                  <a:lnTo>
                    <a:pt x="135619" y="324337"/>
                  </a:lnTo>
                  <a:lnTo>
                    <a:pt x="111056" y="361848"/>
                  </a:lnTo>
                  <a:lnTo>
                    <a:pt x="88700" y="400852"/>
                  </a:lnTo>
                  <a:lnTo>
                    <a:pt x="68639" y="441260"/>
                  </a:lnTo>
                  <a:lnTo>
                    <a:pt x="50964" y="482983"/>
                  </a:lnTo>
                  <a:lnTo>
                    <a:pt x="35764" y="525930"/>
                  </a:lnTo>
                  <a:lnTo>
                    <a:pt x="23126" y="570014"/>
                  </a:lnTo>
                  <a:lnTo>
                    <a:pt x="13142" y="615144"/>
                  </a:lnTo>
                  <a:lnTo>
                    <a:pt x="5900" y="661232"/>
                  </a:lnTo>
                  <a:lnTo>
                    <a:pt x="1490" y="708189"/>
                  </a:lnTo>
                  <a:lnTo>
                    <a:pt x="0" y="755924"/>
                  </a:lnTo>
                  <a:lnTo>
                    <a:pt x="364941" y="755924"/>
                  </a:lnTo>
                  <a:lnTo>
                    <a:pt x="367993" y="706949"/>
                  </a:lnTo>
                  <a:lnTo>
                    <a:pt x="376904" y="659769"/>
                  </a:lnTo>
                  <a:lnTo>
                    <a:pt x="391303" y="614755"/>
                  </a:lnTo>
                  <a:lnTo>
                    <a:pt x="410822" y="572275"/>
                  </a:lnTo>
                  <a:lnTo>
                    <a:pt x="435090" y="532700"/>
                  </a:lnTo>
                  <a:lnTo>
                    <a:pt x="463740" y="496397"/>
                  </a:lnTo>
                  <a:lnTo>
                    <a:pt x="496401" y="463736"/>
                  </a:lnTo>
                  <a:lnTo>
                    <a:pt x="532704" y="435088"/>
                  </a:lnTo>
                  <a:lnTo>
                    <a:pt x="572280" y="410820"/>
                  </a:lnTo>
                  <a:lnTo>
                    <a:pt x="614759" y="391302"/>
                  </a:lnTo>
                  <a:lnTo>
                    <a:pt x="659773" y="376903"/>
                  </a:lnTo>
                  <a:lnTo>
                    <a:pt x="706951" y="367993"/>
                  </a:lnTo>
                  <a:lnTo>
                    <a:pt x="755924" y="364941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8"/>
            <p:cNvSpPr/>
            <p:nvPr/>
          </p:nvSpPr>
          <p:spPr>
            <a:xfrm>
              <a:off x="18395339" y="10463606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0" y="0"/>
                  </a:moveTo>
                  <a:lnTo>
                    <a:pt x="0" y="364941"/>
                  </a:lnTo>
                  <a:lnTo>
                    <a:pt x="48973" y="367993"/>
                  </a:lnTo>
                  <a:lnTo>
                    <a:pt x="96151" y="376903"/>
                  </a:lnTo>
                  <a:lnTo>
                    <a:pt x="141164" y="391302"/>
                  </a:lnTo>
                  <a:lnTo>
                    <a:pt x="183644" y="410820"/>
                  </a:lnTo>
                  <a:lnTo>
                    <a:pt x="223219" y="435088"/>
                  </a:lnTo>
                  <a:lnTo>
                    <a:pt x="259523" y="463736"/>
                  </a:lnTo>
                  <a:lnTo>
                    <a:pt x="292184" y="496397"/>
                  </a:lnTo>
                  <a:lnTo>
                    <a:pt x="320833" y="532700"/>
                  </a:lnTo>
                  <a:lnTo>
                    <a:pt x="345102" y="572275"/>
                  </a:lnTo>
                  <a:lnTo>
                    <a:pt x="364621" y="614755"/>
                  </a:lnTo>
                  <a:lnTo>
                    <a:pt x="379020" y="659769"/>
                  </a:lnTo>
                  <a:lnTo>
                    <a:pt x="387930" y="706949"/>
                  </a:lnTo>
                  <a:lnTo>
                    <a:pt x="390982" y="755924"/>
                  </a:lnTo>
                  <a:lnTo>
                    <a:pt x="755924" y="755924"/>
                  </a:lnTo>
                  <a:lnTo>
                    <a:pt x="754434" y="708189"/>
                  </a:lnTo>
                  <a:lnTo>
                    <a:pt x="750023" y="661232"/>
                  </a:lnTo>
                  <a:lnTo>
                    <a:pt x="742781" y="615144"/>
                  </a:lnTo>
                  <a:lnTo>
                    <a:pt x="732797" y="570014"/>
                  </a:lnTo>
                  <a:lnTo>
                    <a:pt x="720160" y="525930"/>
                  </a:lnTo>
                  <a:lnTo>
                    <a:pt x="704959" y="482983"/>
                  </a:lnTo>
                  <a:lnTo>
                    <a:pt x="687284" y="441260"/>
                  </a:lnTo>
                  <a:lnTo>
                    <a:pt x="667224" y="400852"/>
                  </a:lnTo>
                  <a:lnTo>
                    <a:pt x="644867" y="361848"/>
                  </a:lnTo>
                  <a:lnTo>
                    <a:pt x="620304" y="324337"/>
                  </a:lnTo>
                  <a:lnTo>
                    <a:pt x="593624" y="288408"/>
                  </a:lnTo>
                  <a:lnTo>
                    <a:pt x="564915" y="254150"/>
                  </a:lnTo>
                  <a:lnTo>
                    <a:pt x="534267" y="221652"/>
                  </a:lnTo>
                  <a:lnTo>
                    <a:pt x="501770" y="191005"/>
                  </a:lnTo>
                  <a:lnTo>
                    <a:pt x="467512" y="162297"/>
                  </a:lnTo>
                  <a:lnTo>
                    <a:pt x="431582" y="135616"/>
                  </a:lnTo>
                  <a:lnTo>
                    <a:pt x="394071" y="111054"/>
                  </a:lnTo>
                  <a:lnTo>
                    <a:pt x="355067" y="88698"/>
                  </a:lnTo>
                  <a:lnTo>
                    <a:pt x="314659" y="68638"/>
                  </a:lnTo>
                  <a:lnTo>
                    <a:pt x="272937" y="50963"/>
                  </a:lnTo>
                  <a:lnTo>
                    <a:pt x="229989" y="35763"/>
                  </a:lnTo>
                  <a:lnTo>
                    <a:pt x="185906" y="23126"/>
                  </a:lnTo>
                  <a:lnTo>
                    <a:pt x="140776" y="13142"/>
                  </a:lnTo>
                  <a:lnTo>
                    <a:pt x="94689" y="5900"/>
                  </a:lnTo>
                  <a:lnTo>
                    <a:pt x="47734" y="14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9"/>
            <p:cNvSpPr/>
            <p:nvPr/>
          </p:nvSpPr>
          <p:spPr>
            <a:xfrm>
              <a:off x="14945996" y="10463603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93"/>
                  </a:lnTo>
                  <a:lnTo>
                    <a:pt x="706951" y="387941"/>
                  </a:lnTo>
                  <a:lnTo>
                    <a:pt x="659773" y="379030"/>
                  </a:lnTo>
                  <a:lnTo>
                    <a:pt x="614759" y="364631"/>
                  </a:lnTo>
                  <a:lnTo>
                    <a:pt x="572280" y="345112"/>
                  </a:lnTo>
                  <a:lnTo>
                    <a:pt x="532704" y="320843"/>
                  </a:lnTo>
                  <a:lnTo>
                    <a:pt x="496401" y="292193"/>
                  </a:lnTo>
                  <a:lnTo>
                    <a:pt x="463740" y="259531"/>
                  </a:lnTo>
                  <a:lnTo>
                    <a:pt x="435090" y="223227"/>
                  </a:lnTo>
                  <a:lnTo>
                    <a:pt x="410822" y="183651"/>
                  </a:lnTo>
                  <a:lnTo>
                    <a:pt x="391303" y="141170"/>
                  </a:lnTo>
                  <a:lnTo>
                    <a:pt x="376904" y="96155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10"/>
            <p:cNvSpPr/>
            <p:nvPr/>
          </p:nvSpPr>
          <p:spPr>
            <a:xfrm>
              <a:off x="14109326" y="10463603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5"/>
                  </a:lnTo>
                  <a:lnTo>
                    <a:pt x="364621" y="141170"/>
                  </a:lnTo>
                  <a:lnTo>
                    <a:pt x="345102" y="183651"/>
                  </a:lnTo>
                  <a:lnTo>
                    <a:pt x="320833" y="223227"/>
                  </a:lnTo>
                  <a:lnTo>
                    <a:pt x="292184" y="259531"/>
                  </a:lnTo>
                  <a:lnTo>
                    <a:pt x="259523" y="292193"/>
                  </a:lnTo>
                  <a:lnTo>
                    <a:pt x="223219" y="320843"/>
                  </a:lnTo>
                  <a:lnTo>
                    <a:pt x="183644" y="345112"/>
                  </a:lnTo>
                  <a:lnTo>
                    <a:pt x="141164" y="364631"/>
                  </a:lnTo>
                  <a:lnTo>
                    <a:pt x="96151" y="379030"/>
                  </a:lnTo>
                  <a:lnTo>
                    <a:pt x="48973" y="387941"/>
                  </a:lnTo>
                  <a:lnTo>
                    <a:pt x="0" y="390993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11"/>
            <p:cNvSpPr/>
            <p:nvPr/>
          </p:nvSpPr>
          <p:spPr>
            <a:xfrm>
              <a:off x="13233767" y="10463603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93"/>
                  </a:lnTo>
                  <a:lnTo>
                    <a:pt x="706951" y="387941"/>
                  </a:lnTo>
                  <a:lnTo>
                    <a:pt x="659773" y="379030"/>
                  </a:lnTo>
                  <a:lnTo>
                    <a:pt x="614759" y="364631"/>
                  </a:lnTo>
                  <a:lnTo>
                    <a:pt x="572280" y="345112"/>
                  </a:lnTo>
                  <a:lnTo>
                    <a:pt x="532704" y="320843"/>
                  </a:lnTo>
                  <a:lnTo>
                    <a:pt x="496401" y="292193"/>
                  </a:lnTo>
                  <a:lnTo>
                    <a:pt x="463740" y="259531"/>
                  </a:lnTo>
                  <a:lnTo>
                    <a:pt x="435090" y="223227"/>
                  </a:lnTo>
                  <a:lnTo>
                    <a:pt x="410822" y="183651"/>
                  </a:lnTo>
                  <a:lnTo>
                    <a:pt x="391303" y="141170"/>
                  </a:lnTo>
                  <a:lnTo>
                    <a:pt x="376904" y="96155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12"/>
            <p:cNvSpPr/>
            <p:nvPr/>
          </p:nvSpPr>
          <p:spPr>
            <a:xfrm>
              <a:off x="15821556" y="9599732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0" y="0"/>
                  </a:moveTo>
                  <a:lnTo>
                    <a:pt x="0" y="364931"/>
                  </a:lnTo>
                  <a:lnTo>
                    <a:pt x="48973" y="367983"/>
                  </a:lnTo>
                  <a:lnTo>
                    <a:pt x="96151" y="376893"/>
                  </a:lnTo>
                  <a:lnTo>
                    <a:pt x="141164" y="391293"/>
                  </a:lnTo>
                  <a:lnTo>
                    <a:pt x="183644" y="410812"/>
                  </a:lnTo>
                  <a:lnTo>
                    <a:pt x="223219" y="435081"/>
                  </a:lnTo>
                  <a:lnTo>
                    <a:pt x="259523" y="463731"/>
                  </a:lnTo>
                  <a:lnTo>
                    <a:pt x="292184" y="496392"/>
                  </a:lnTo>
                  <a:lnTo>
                    <a:pt x="320833" y="532696"/>
                  </a:lnTo>
                  <a:lnTo>
                    <a:pt x="345102" y="572273"/>
                  </a:lnTo>
                  <a:lnTo>
                    <a:pt x="364621" y="614754"/>
                  </a:lnTo>
                  <a:lnTo>
                    <a:pt x="379020" y="659769"/>
                  </a:lnTo>
                  <a:lnTo>
                    <a:pt x="387930" y="706948"/>
                  </a:lnTo>
                  <a:lnTo>
                    <a:pt x="390982" y="755924"/>
                  </a:lnTo>
                  <a:lnTo>
                    <a:pt x="755924" y="755924"/>
                  </a:lnTo>
                  <a:lnTo>
                    <a:pt x="754434" y="708189"/>
                  </a:lnTo>
                  <a:lnTo>
                    <a:pt x="750023" y="661232"/>
                  </a:lnTo>
                  <a:lnTo>
                    <a:pt x="742781" y="615144"/>
                  </a:lnTo>
                  <a:lnTo>
                    <a:pt x="732797" y="570014"/>
                  </a:lnTo>
                  <a:lnTo>
                    <a:pt x="720160" y="525930"/>
                  </a:lnTo>
                  <a:lnTo>
                    <a:pt x="704959" y="482983"/>
                  </a:lnTo>
                  <a:lnTo>
                    <a:pt x="687284" y="441260"/>
                  </a:lnTo>
                  <a:lnTo>
                    <a:pt x="667224" y="400852"/>
                  </a:lnTo>
                  <a:lnTo>
                    <a:pt x="644867" y="361848"/>
                  </a:lnTo>
                  <a:lnTo>
                    <a:pt x="620304" y="324337"/>
                  </a:lnTo>
                  <a:lnTo>
                    <a:pt x="593624" y="288408"/>
                  </a:lnTo>
                  <a:lnTo>
                    <a:pt x="564915" y="254150"/>
                  </a:lnTo>
                  <a:lnTo>
                    <a:pt x="534267" y="221652"/>
                  </a:lnTo>
                  <a:lnTo>
                    <a:pt x="501770" y="191005"/>
                  </a:lnTo>
                  <a:lnTo>
                    <a:pt x="467512" y="162297"/>
                  </a:lnTo>
                  <a:lnTo>
                    <a:pt x="431582" y="135616"/>
                  </a:lnTo>
                  <a:lnTo>
                    <a:pt x="394071" y="111054"/>
                  </a:lnTo>
                  <a:lnTo>
                    <a:pt x="355067" y="88698"/>
                  </a:lnTo>
                  <a:lnTo>
                    <a:pt x="314659" y="68638"/>
                  </a:lnTo>
                  <a:lnTo>
                    <a:pt x="272937" y="50963"/>
                  </a:lnTo>
                  <a:lnTo>
                    <a:pt x="229989" y="35763"/>
                  </a:lnTo>
                  <a:lnTo>
                    <a:pt x="185906" y="23126"/>
                  </a:lnTo>
                  <a:lnTo>
                    <a:pt x="140776" y="13142"/>
                  </a:lnTo>
                  <a:lnTo>
                    <a:pt x="94689" y="5900"/>
                  </a:lnTo>
                  <a:lnTo>
                    <a:pt x="47734" y="14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13"/>
            <p:cNvSpPr/>
            <p:nvPr/>
          </p:nvSpPr>
          <p:spPr>
            <a:xfrm>
              <a:off x="16670669" y="9599728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4"/>
                  </a:lnTo>
                  <a:lnTo>
                    <a:pt x="364621" y="141169"/>
                  </a:lnTo>
                  <a:lnTo>
                    <a:pt x="345102" y="183648"/>
                  </a:lnTo>
                  <a:lnTo>
                    <a:pt x="320833" y="223224"/>
                  </a:lnTo>
                  <a:lnTo>
                    <a:pt x="292184" y="259527"/>
                  </a:lnTo>
                  <a:lnTo>
                    <a:pt x="259523" y="292187"/>
                  </a:lnTo>
                  <a:lnTo>
                    <a:pt x="223219" y="320836"/>
                  </a:lnTo>
                  <a:lnTo>
                    <a:pt x="183644" y="345104"/>
                  </a:lnTo>
                  <a:lnTo>
                    <a:pt x="141164" y="364622"/>
                  </a:lnTo>
                  <a:lnTo>
                    <a:pt x="96151" y="379020"/>
                  </a:lnTo>
                  <a:lnTo>
                    <a:pt x="48973" y="387930"/>
                  </a:lnTo>
                  <a:lnTo>
                    <a:pt x="0" y="390982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14"/>
            <p:cNvSpPr/>
            <p:nvPr/>
          </p:nvSpPr>
          <p:spPr>
            <a:xfrm>
              <a:off x="17519778" y="9599728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82"/>
                  </a:lnTo>
                  <a:lnTo>
                    <a:pt x="706951" y="387930"/>
                  </a:lnTo>
                  <a:lnTo>
                    <a:pt x="659773" y="379020"/>
                  </a:lnTo>
                  <a:lnTo>
                    <a:pt x="614759" y="364622"/>
                  </a:lnTo>
                  <a:lnTo>
                    <a:pt x="572280" y="345104"/>
                  </a:lnTo>
                  <a:lnTo>
                    <a:pt x="532704" y="320836"/>
                  </a:lnTo>
                  <a:lnTo>
                    <a:pt x="496401" y="292187"/>
                  </a:lnTo>
                  <a:lnTo>
                    <a:pt x="463740" y="259527"/>
                  </a:lnTo>
                  <a:lnTo>
                    <a:pt x="435090" y="223224"/>
                  </a:lnTo>
                  <a:lnTo>
                    <a:pt x="410822" y="183648"/>
                  </a:lnTo>
                  <a:lnTo>
                    <a:pt x="391303" y="141169"/>
                  </a:lnTo>
                  <a:lnTo>
                    <a:pt x="376904" y="96154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15"/>
            <p:cNvSpPr/>
            <p:nvPr/>
          </p:nvSpPr>
          <p:spPr>
            <a:xfrm>
              <a:off x="19248297" y="9599728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82"/>
                  </a:lnTo>
                  <a:lnTo>
                    <a:pt x="706951" y="387930"/>
                  </a:lnTo>
                  <a:lnTo>
                    <a:pt x="659773" y="379020"/>
                  </a:lnTo>
                  <a:lnTo>
                    <a:pt x="614759" y="364622"/>
                  </a:lnTo>
                  <a:lnTo>
                    <a:pt x="572280" y="345104"/>
                  </a:lnTo>
                  <a:lnTo>
                    <a:pt x="532704" y="320836"/>
                  </a:lnTo>
                  <a:lnTo>
                    <a:pt x="496401" y="292187"/>
                  </a:lnTo>
                  <a:lnTo>
                    <a:pt x="463740" y="259527"/>
                  </a:lnTo>
                  <a:lnTo>
                    <a:pt x="435090" y="223224"/>
                  </a:lnTo>
                  <a:lnTo>
                    <a:pt x="410822" y="183648"/>
                  </a:lnTo>
                  <a:lnTo>
                    <a:pt x="391303" y="141169"/>
                  </a:lnTo>
                  <a:lnTo>
                    <a:pt x="376904" y="96154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16"/>
            <p:cNvSpPr/>
            <p:nvPr/>
          </p:nvSpPr>
          <p:spPr>
            <a:xfrm>
              <a:off x="18395339" y="9599728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4"/>
                  </a:lnTo>
                  <a:lnTo>
                    <a:pt x="364621" y="141169"/>
                  </a:lnTo>
                  <a:lnTo>
                    <a:pt x="345102" y="183648"/>
                  </a:lnTo>
                  <a:lnTo>
                    <a:pt x="320833" y="223224"/>
                  </a:lnTo>
                  <a:lnTo>
                    <a:pt x="292184" y="259527"/>
                  </a:lnTo>
                  <a:lnTo>
                    <a:pt x="259523" y="292187"/>
                  </a:lnTo>
                  <a:lnTo>
                    <a:pt x="223219" y="320836"/>
                  </a:lnTo>
                  <a:lnTo>
                    <a:pt x="183644" y="345104"/>
                  </a:lnTo>
                  <a:lnTo>
                    <a:pt x="141164" y="364622"/>
                  </a:lnTo>
                  <a:lnTo>
                    <a:pt x="96151" y="379020"/>
                  </a:lnTo>
                  <a:lnTo>
                    <a:pt x="48973" y="387930"/>
                  </a:lnTo>
                  <a:lnTo>
                    <a:pt x="0" y="390982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17"/>
            <p:cNvSpPr/>
            <p:nvPr/>
          </p:nvSpPr>
          <p:spPr>
            <a:xfrm>
              <a:off x="13233767" y="9599732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708190" y="1490"/>
                  </a:lnTo>
                  <a:lnTo>
                    <a:pt x="661235" y="5900"/>
                  </a:lnTo>
                  <a:lnTo>
                    <a:pt x="615147" y="13142"/>
                  </a:lnTo>
                  <a:lnTo>
                    <a:pt x="570018" y="23126"/>
                  </a:lnTo>
                  <a:lnTo>
                    <a:pt x="525934" y="35763"/>
                  </a:lnTo>
                  <a:lnTo>
                    <a:pt x="482987" y="50963"/>
                  </a:lnTo>
                  <a:lnTo>
                    <a:pt x="441265" y="68638"/>
                  </a:lnTo>
                  <a:lnTo>
                    <a:pt x="400857" y="88698"/>
                  </a:lnTo>
                  <a:lnTo>
                    <a:pt x="361853" y="111054"/>
                  </a:lnTo>
                  <a:lnTo>
                    <a:pt x="324341" y="135616"/>
                  </a:lnTo>
                  <a:lnTo>
                    <a:pt x="288412" y="162297"/>
                  </a:lnTo>
                  <a:lnTo>
                    <a:pt x="254154" y="191005"/>
                  </a:lnTo>
                  <a:lnTo>
                    <a:pt x="221656" y="221652"/>
                  </a:lnTo>
                  <a:lnTo>
                    <a:pt x="191009" y="254150"/>
                  </a:lnTo>
                  <a:lnTo>
                    <a:pt x="162300" y="288408"/>
                  </a:lnTo>
                  <a:lnTo>
                    <a:pt x="135619" y="324337"/>
                  </a:lnTo>
                  <a:lnTo>
                    <a:pt x="111056" y="361848"/>
                  </a:lnTo>
                  <a:lnTo>
                    <a:pt x="88700" y="400852"/>
                  </a:lnTo>
                  <a:lnTo>
                    <a:pt x="68639" y="441260"/>
                  </a:lnTo>
                  <a:lnTo>
                    <a:pt x="50964" y="482983"/>
                  </a:lnTo>
                  <a:lnTo>
                    <a:pt x="35764" y="525930"/>
                  </a:lnTo>
                  <a:lnTo>
                    <a:pt x="23126" y="570014"/>
                  </a:lnTo>
                  <a:lnTo>
                    <a:pt x="13142" y="615144"/>
                  </a:lnTo>
                  <a:lnTo>
                    <a:pt x="5900" y="661232"/>
                  </a:lnTo>
                  <a:lnTo>
                    <a:pt x="1490" y="708189"/>
                  </a:lnTo>
                  <a:lnTo>
                    <a:pt x="0" y="755924"/>
                  </a:lnTo>
                  <a:lnTo>
                    <a:pt x="364941" y="755924"/>
                  </a:lnTo>
                  <a:lnTo>
                    <a:pt x="367993" y="706948"/>
                  </a:lnTo>
                  <a:lnTo>
                    <a:pt x="376904" y="659769"/>
                  </a:lnTo>
                  <a:lnTo>
                    <a:pt x="391303" y="614754"/>
                  </a:lnTo>
                  <a:lnTo>
                    <a:pt x="410822" y="572273"/>
                  </a:lnTo>
                  <a:lnTo>
                    <a:pt x="435090" y="532696"/>
                  </a:lnTo>
                  <a:lnTo>
                    <a:pt x="463740" y="496392"/>
                  </a:lnTo>
                  <a:lnTo>
                    <a:pt x="496401" y="463731"/>
                  </a:lnTo>
                  <a:lnTo>
                    <a:pt x="532704" y="435081"/>
                  </a:lnTo>
                  <a:lnTo>
                    <a:pt x="572280" y="410812"/>
                  </a:lnTo>
                  <a:lnTo>
                    <a:pt x="614759" y="391293"/>
                  </a:lnTo>
                  <a:lnTo>
                    <a:pt x="659773" y="376893"/>
                  </a:lnTo>
                  <a:lnTo>
                    <a:pt x="706951" y="367983"/>
                  </a:lnTo>
                  <a:lnTo>
                    <a:pt x="755924" y="364931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18"/>
            <p:cNvSpPr/>
            <p:nvPr/>
          </p:nvSpPr>
          <p:spPr>
            <a:xfrm>
              <a:off x="14945996" y="9599728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82"/>
                  </a:lnTo>
                  <a:lnTo>
                    <a:pt x="706951" y="387930"/>
                  </a:lnTo>
                  <a:lnTo>
                    <a:pt x="659773" y="379020"/>
                  </a:lnTo>
                  <a:lnTo>
                    <a:pt x="614759" y="364622"/>
                  </a:lnTo>
                  <a:lnTo>
                    <a:pt x="572280" y="345104"/>
                  </a:lnTo>
                  <a:lnTo>
                    <a:pt x="532704" y="320836"/>
                  </a:lnTo>
                  <a:lnTo>
                    <a:pt x="496401" y="292187"/>
                  </a:lnTo>
                  <a:lnTo>
                    <a:pt x="463740" y="259527"/>
                  </a:lnTo>
                  <a:lnTo>
                    <a:pt x="435090" y="223224"/>
                  </a:lnTo>
                  <a:lnTo>
                    <a:pt x="410822" y="183648"/>
                  </a:lnTo>
                  <a:lnTo>
                    <a:pt x="391303" y="141169"/>
                  </a:lnTo>
                  <a:lnTo>
                    <a:pt x="376904" y="96154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19"/>
            <p:cNvSpPr/>
            <p:nvPr/>
          </p:nvSpPr>
          <p:spPr>
            <a:xfrm>
              <a:off x="14109326" y="9599728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4"/>
                  </a:lnTo>
                  <a:lnTo>
                    <a:pt x="364621" y="141169"/>
                  </a:lnTo>
                  <a:lnTo>
                    <a:pt x="345102" y="183648"/>
                  </a:lnTo>
                  <a:lnTo>
                    <a:pt x="320833" y="223224"/>
                  </a:lnTo>
                  <a:lnTo>
                    <a:pt x="292184" y="259527"/>
                  </a:lnTo>
                  <a:lnTo>
                    <a:pt x="259523" y="292187"/>
                  </a:lnTo>
                  <a:lnTo>
                    <a:pt x="223219" y="320836"/>
                  </a:lnTo>
                  <a:lnTo>
                    <a:pt x="183644" y="345104"/>
                  </a:lnTo>
                  <a:lnTo>
                    <a:pt x="141164" y="364622"/>
                  </a:lnTo>
                  <a:lnTo>
                    <a:pt x="96151" y="379020"/>
                  </a:lnTo>
                  <a:lnTo>
                    <a:pt x="48973" y="387930"/>
                  </a:lnTo>
                  <a:lnTo>
                    <a:pt x="0" y="390982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" name="Группа 2"/>
          <p:cNvGrpSpPr/>
          <p:nvPr/>
        </p:nvGrpSpPr>
        <p:grpSpPr>
          <a:xfrm>
            <a:off x="39317" y="9605429"/>
            <a:ext cx="5895256" cy="1620163"/>
            <a:chOff x="39317" y="9605429"/>
            <a:chExt cx="5895256" cy="1620163"/>
          </a:xfrm>
        </p:grpSpPr>
        <p:sp>
          <p:nvSpPr>
            <p:cNvPr id="48" name="object 4"/>
            <p:cNvSpPr/>
            <p:nvPr/>
          </p:nvSpPr>
          <p:spPr>
            <a:xfrm>
              <a:off x="1751547" y="10469304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5"/>
                  </a:lnTo>
                  <a:lnTo>
                    <a:pt x="364621" y="141170"/>
                  </a:lnTo>
                  <a:lnTo>
                    <a:pt x="345102" y="183651"/>
                  </a:lnTo>
                  <a:lnTo>
                    <a:pt x="320833" y="223227"/>
                  </a:lnTo>
                  <a:lnTo>
                    <a:pt x="292184" y="259531"/>
                  </a:lnTo>
                  <a:lnTo>
                    <a:pt x="259523" y="292193"/>
                  </a:lnTo>
                  <a:lnTo>
                    <a:pt x="223219" y="320843"/>
                  </a:lnTo>
                  <a:lnTo>
                    <a:pt x="183644" y="345112"/>
                  </a:lnTo>
                  <a:lnTo>
                    <a:pt x="141164" y="364631"/>
                  </a:lnTo>
                  <a:lnTo>
                    <a:pt x="96151" y="379030"/>
                  </a:lnTo>
                  <a:lnTo>
                    <a:pt x="48973" y="387941"/>
                  </a:lnTo>
                  <a:lnTo>
                    <a:pt x="0" y="390993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5"/>
            <p:cNvSpPr/>
            <p:nvPr/>
          </p:nvSpPr>
          <p:spPr>
            <a:xfrm>
              <a:off x="2600660" y="10469307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0" y="0"/>
                  </a:moveTo>
                  <a:lnTo>
                    <a:pt x="0" y="364941"/>
                  </a:lnTo>
                  <a:lnTo>
                    <a:pt x="48973" y="367993"/>
                  </a:lnTo>
                  <a:lnTo>
                    <a:pt x="96151" y="376903"/>
                  </a:lnTo>
                  <a:lnTo>
                    <a:pt x="141164" y="391302"/>
                  </a:lnTo>
                  <a:lnTo>
                    <a:pt x="183644" y="410820"/>
                  </a:lnTo>
                  <a:lnTo>
                    <a:pt x="223219" y="435088"/>
                  </a:lnTo>
                  <a:lnTo>
                    <a:pt x="259523" y="463736"/>
                  </a:lnTo>
                  <a:lnTo>
                    <a:pt x="292184" y="496397"/>
                  </a:lnTo>
                  <a:lnTo>
                    <a:pt x="320833" y="532700"/>
                  </a:lnTo>
                  <a:lnTo>
                    <a:pt x="345102" y="572275"/>
                  </a:lnTo>
                  <a:lnTo>
                    <a:pt x="364621" y="614755"/>
                  </a:lnTo>
                  <a:lnTo>
                    <a:pt x="379020" y="659769"/>
                  </a:lnTo>
                  <a:lnTo>
                    <a:pt x="387930" y="706949"/>
                  </a:lnTo>
                  <a:lnTo>
                    <a:pt x="390982" y="755924"/>
                  </a:lnTo>
                  <a:lnTo>
                    <a:pt x="755924" y="755924"/>
                  </a:lnTo>
                  <a:lnTo>
                    <a:pt x="754434" y="708189"/>
                  </a:lnTo>
                  <a:lnTo>
                    <a:pt x="750023" y="661232"/>
                  </a:lnTo>
                  <a:lnTo>
                    <a:pt x="742781" y="615144"/>
                  </a:lnTo>
                  <a:lnTo>
                    <a:pt x="732797" y="570014"/>
                  </a:lnTo>
                  <a:lnTo>
                    <a:pt x="720160" y="525930"/>
                  </a:lnTo>
                  <a:lnTo>
                    <a:pt x="704959" y="482983"/>
                  </a:lnTo>
                  <a:lnTo>
                    <a:pt x="687284" y="441260"/>
                  </a:lnTo>
                  <a:lnTo>
                    <a:pt x="667224" y="400852"/>
                  </a:lnTo>
                  <a:lnTo>
                    <a:pt x="644867" y="361848"/>
                  </a:lnTo>
                  <a:lnTo>
                    <a:pt x="620304" y="324337"/>
                  </a:lnTo>
                  <a:lnTo>
                    <a:pt x="593624" y="288408"/>
                  </a:lnTo>
                  <a:lnTo>
                    <a:pt x="564915" y="254150"/>
                  </a:lnTo>
                  <a:lnTo>
                    <a:pt x="534267" y="221652"/>
                  </a:lnTo>
                  <a:lnTo>
                    <a:pt x="501770" y="191005"/>
                  </a:lnTo>
                  <a:lnTo>
                    <a:pt x="467512" y="162297"/>
                  </a:lnTo>
                  <a:lnTo>
                    <a:pt x="431582" y="135616"/>
                  </a:lnTo>
                  <a:lnTo>
                    <a:pt x="394071" y="111054"/>
                  </a:lnTo>
                  <a:lnTo>
                    <a:pt x="355067" y="88698"/>
                  </a:lnTo>
                  <a:lnTo>
                    <a:pt x="314659" y="68638"/>
                  </a:lnTo>
                  <a:lnTo>
                    <a:pt x="272937" y="50963"/>
                  </a:lnTo>
                  <a:lnTo>
                    <a:pt x="229989" y="35763"/>
                  </a:lnTo>
                  <a:lnTo>
                    <a:pt x="185906" y="23126"/>
                  </a:lnTo>
                  <a:lnTo>
                    <a:pt x="140776" y="13142"/>
                  </a:lnTo>
                  <a:lnTo>
                    <a:pt x="94689" y="5900"/>
                  </a:lnTo>
                  <a:lnTo>
                    <a:pt x="47734" y="14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6"/>
            <p:cNvSpPr/>
            <p:nvPr/>
          </p:nvSpPr>
          <p:spPr>
            <a:xfrm>
              <a:off x="3449769" y="10469307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708190" y="1490"/>
                  </a:lnTo>
                  <a:lnTo>
                    <a:pt x="661235" y="5900"/>
                  </a:lnTo>
                  <a:lnTo>
                    <a:pt x="615147" y="13142"/>
                  </a:lnTo>
                  <a:lnTo>
                    <a:pt x="570018" y="23126"/>
                  </a:lnTo>
                  <a:lnTo>
                    <a:pt x="525934" y="35763"/>
                  </a:lnTo>
                  <a:lnTo>
                    <a:pt x="482987" y="50963"/>
                  </a:lnTo>
                  <a:lnTo>
                    <a:pt x="441265" y="68638"/>
                  </a:lnTo>
                  <a:lnTo>
                    <a:pt x="400857" y="88698"/>
                  </a:lnTo>
                  <a:lnTo>
                    <a:pt x="361853" y="111054"/>
                  </a:lnTo>
                  <a:lnTo>
                    <a:pt x="324341" y="135616"/>
                  </a:lnTo>
                  <a:lnTo>
                    <a:pt x="288412" y="162297"/>
                  </a:lnTo>
                  <a:lnTo>
                    <a:pt x="254154" y="191005"/>
                  </a:lnTo>
                  <a:lnTo>
                    <a:pt x="221656" y="221652"/>
                  </a:lnTo>
                  <a:lnTo>
                    <a:pt x="191009" y="254150"/>
                  </a:lnTo>
                  <a:lnTo>
                    <a:pt x="162300" y="288408"/>
                  </a:lnTo>
                  <a:lnTo>
                    <a:pt x="135619" y="324337"/>
                  </a:lnTo>
                  <a:lnTo>
                    <a:pt x="111056" y="361848"/>
                  </a:lnTo>
                  <a:lnTo>
                    <a:pt x="88700" y="400852"/>
                  </a:lnTo>
                  <a:lnTo>
                    <a:pt x="68639" y="441260"/>
                  </a:lnTo>
                  <a:lnTo>
                    <a:pt x="50964" y="482983"/>
                  </a:lnTo>
                  <a:lnTo>
                    <a:pt x="35764" y="525930"/>
                  </a:lnTo>
                  <a:lnTo>
                    <a:pt x="23126" y="570014"/>
                  </a:lnTo>
                  <a:lnTo>
                    <a:pt x="13142" y="615144"/>
                  </a:lnTo>
                  <a:lnTo>
                    <a:pt x="5900" y="661232"/>
                  </a:lnTo>
                  <a:lnTo>
                    <a:pt x="1490" y="708189"/>
                  </a:lnTo>
                  <a:lnTo>
                    <a:pt x="0" y="755924"/>
                  </a:lnTo>
                  <a:lnTo>
                    <a:pt x="364941" y="755924"/>
                  </a:lnTo>
                  <a:lnTo>
                    <a:pt x="367993" y="706949"/>
                  </a:lnTo>
                  <a:lnTo>
                    <a:pt x="376904" y="659769"/>
                  </a:lnTo>
                  <a:lnTo>
                    <a:pt x="391303" y="614755"/>
                  </a:lnTo>
                  <a:lnTo>
                    <a:pt x="410822" y="572275"/>
                  </a:lnTo>
                  <a:lnTo>
                    <a:pt x="435090" y="532700"/>
                  </a:lnTo>
                  <a:lnTo>
                    <a:pt x="463740" y="496397"/>
                  </a:lnTo>
                  <a:lnTo>
                    <a:pt x="496401" y="463736"/>
                  </a:lnTo>
                  <a:lnTo>
                    <a:pt x="532704" y="435088"/>
                  </a:lnTo>
                  <a:lnTo>
                    <a:pt x="572280" y="410820"/>
                  </a:lnTo>
                  <a:lnTo>
                    <a:pt x="614759" y="391302"/>
                  </a:lnTo>
                  <a:lnTo>
                    <a:pt x="659773" y="376903"/>
                  </a:lnTo>
                  <a:lnTo>
                    <a:pt x="706951" y="367993"/>
                  </a:lnTo>
                  <a:lnTo>
                    <a:pt x="755924" y="364941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7"/>
            <p:cNvSpPr/>
            <p:nvPr/>
          </p:nvSpPr>
          <p:spPr>
            <a:xfrm>
              <a:off x="5178288" y="10469307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708190" y="1490"/>
                  </a:lnTo>
                  <a:lnTo>
                    <a:pt x="661235" y="5900"/>
                  </a:lnTo>
                  <a:lnTo>
                    <a:pt x="615147" y="13142"/>
                  </a:lnTo>
                  <a:lnTo>
                    <a:pt x="570018" y="23126"/>
                  </a:lnTo>
                  <a:lnTo>
                    <a:pt x="525934" y="35763"/>
                  </a:lnTo>
                  <a:lnTo>
                    <a:pt x="482987" y="50963"/>
                  </a:lnTo>
                  <a:lnTo>
                    <a:pt x="441265" y="68638"/>
                  </a:lnTo>
                  <a:lnTo>
                    <a:pt x="400857" y="88698"/>
                  </a:lnTo>
                  <a:lnTo>
                    <a:pt x="361853" y="111054"/>
                  </a:lnTo>
                  <a:lnTo>
                    <a:pt x="324341" y="135616"/>
                  </a:lnTo>
                  <a:lnTo>
                    <a:pt x="288412" y="162297"/>
                  </a:lnTo>
                  <a:lnTo>
                    <a:pt x="254154" y="191005"/>
                  </a:lnTo>
                  <a:lnTo>
                    <a:pt x="221656" y="221652"/>
                  </a:lnTo>
                  <a:lnTo>
                    <a:pt x="191009" y="254150"/>
                  </a:lnTo>
                  <a:lnTo>
                    <a:pt x="162300" y="288408"/>
                  </a:lnTo>
                  <a:lnTo>
                    <a:pt x="135619" y="324337"/>
                  </a:lnTo>
                  <a:lnTo>
                    <a:pt x="111056" y="361848"/>
                  </a:lnTo>
                  <a:lnTo>
                    <a:pt x="88700" y="400852"/>
                  </a:lnTo>
                  <a:lnTo>
                    <a:pt x="68639" y="441260"/>
                  </a:lnTo>
                  <a:lnTo>
                    <a:pt x="50964" y="482983"/>
                  </a:lnTo>
                  <a:lnTo>
                    <a:pt x="35764" y="525930"/>
                  </a:lnTo>
                  <a:lnTo>
                    <a:pt x="23126" y="570014"/>
                  </a:lnTo>
                  <a:lnTo>
                    <a:pt x="13142" y="615144"/>
                  </a:lnTo>
                  <a:lnTo>
                    <a:pt x="5900" y="661232"/>
                  </a:lnTo>
                  <a:lnTo>
                    <a:pt x="1490" y="708189"/>
                  </a:lnTo>
                  <a:lnTo>
                    <a:pt x="0" y="755924"/>
                  </a:lnTo>
                  <a:lnTo>
                    <a:pt x="364941" y="755924"/>
                  </a:lnTo>
                  <a:lnTo>
                    <a:pt x="367993" y="706949"/>
                  </a:lnTo>
                  <a:lnTo>
                    <a:pt x="376904" y="659769"/>
                  </a:lnTo>
                  <a:lnTo>
                    <a:pt x="391303" y="614755"/>
                  </a:lnTo>
                  <a:lnTo>
                    <a:pt x="410822" y="572275"/>
                  </a:lnTo>
                  <a:lnTo>
                    <a:pt x="435090" y="532700"/>
                  </a:lnTo>
                  <a:lnTo>
                    <a:pt x="463740" y="496397"/>
                  </a:lnTo>
                  <a:lnTo>
                    <a:pt x="496401" y="463736"/>
                  </a:lnTo>
                  <a:lnTo>
                    <a:pt x="532704" y="435088"/>
                  </a:lnTo>
                  <a:lnTo>
                    <a:pt x="572280" y="410820"/>
                  </a:lnTo>
                  <a:lnTo>
                    <a:pt x="614759" y="391302"/>
                  </a:lnTo>
                  <a:lnTo>
                    <a:pt x="659773" y="376903"/>
                  </a:lnTo>
                  <a:lnTo>
                    <a:pt x="706951" y="367993"/>
                  </a:lnTo>
                  <a:lnTo>
                    <a:pt x="755924" y="364941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8"/>
            <p:cNvSpPr/>
            <p:nvPr/>
          </p:nvSpPr>
          <p:spPr>
            <a:xfrm>
              <a:off x="4325330" y="10469307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0" y="0"/>
                  </a:moveTo>
                  <a:lnTo>
                    <a:pt x="0" y="364941"/>
                  </a:lnTo>
                  <a:lnTo>
                    <a:pt x="48973" y="367993"/>
                  </a:lnTo>
                  <a:lnTo>
                    <a:pt x="96151" y="376903"/>
                  </a:lnTo>
                  <a:lnTo>
                    <a:pt x="141164" y="391302"/>
                  </a:lnTo>
                  <a:lnTo>
                    <a:pt x="183644" y="410820"/>
                  </a:lnTo>
                  <a:lnTo>
                    <a:pt x="223219" y="435088"/>
                  </a:lnTo>
                  <a:lnTo>
                    <a:pt x="259523" y="463736"/>
                  </a:lnTo>
                  <a:lnTo>
                    <a:pt x="292184" y="496397"/>
                  </a:lnTo>
                  <a:lnTo>
                    <a:pt x="320833" y="532700"/>
                  </a:lnTo>
                  <a:lnTo>
                    <a:pt x="345102" y="572275"/>
                  </a:lnTo>
                  <a:lnTo>
                    <a:pt x="364621" y="614755"/>
                  </a:lnTo>
                  <a:lnTo>
                    <a:pt x="379020" y="659769"/>
                  </a:lnTo>
                  <a:lnTo>
                    <a:pt x="387930" y="706949"/>
                  </a:lnTo>
                  <a:lnTo>
                    <a:pt x="390982" y="755924"/>
                  </a:lnTo>
                  <a:lnTo>
                    <a:pt x="755924" y="755924"/>
                  </a:lnTo>
                  <a:lnTo>
                    <a:pt x="754434" y="708189"/>
                  </a:lnTo>
                  <a:lnTo>
                    <a:pt x="750023" y="661232"/>
                  </a:lnTo>
                  <a:lnTo>
                    <a:pt x="742781" y="615144"/>
                  </a:lnTo>
                  <a:lnTo>
                    <a:pt x="732797" y="570014"/>
                  </a:lnTo>
                  <a:lnTo>
                    <a:pt x="720160" y="525930"/>
                  </a:lnTo>
                  <a:lnTo>
                    <a:pt x="704959" y="482983"/>
                  </a:lnTo>
                  <a:lnTo>
                    <a:pt x="687284" y="441260"/>
                  </a:lnTo>
                  <a:lnTo>
                    <a:pt x="667224" y="400852"/>
                  </a:lnTo>
                  <a:lnTo>
                    <a:pt x="644867" y="361848"/>
                  </a:lnTo>
                  <a:lnTo>
                    <a:pt x="620304" y="324337"/>
                  </a:lnTo>
                  <a:lnTo>
                    <a:pt x="593624" y="288408"/>
                  </a:lnTo>
                  <a:lnTo>
                    <a:pt x="564915" y="254150"/>
                  </a:lnTo>
                  <a:lnTo>
                    <a:pt x="534267" y="221652"/>
                  </a:lnTo>
                  <a:lnTo>
                    <a:pt x="501770" y="191005"/>
                  </a:lnTo>
                  <a:lnTo>
                    <a:pt x="467512" y="162297"/>
                  </a:lnTo>
                  <a:lnTo>
                    <a:pt x="431582" y="135616"/>
                  </a:lnTo>
                  <a:lnTo>
                    <a:pt x="394071" y="111054"/>
                  </a:lnTo>
                  <a:lnTo>
                    <a:pt x="355067" y="88698"/>
                  </a:lnTo>
                  <a:lnTo>
                    <a:pt x="314659" y="68638"/>
                  </a:lnTo>
                  <a:lnTo>
                    <a:pt x="272937" y="50963"/>
                  </a:lnTo>
                  <a:lnTo>
                    <a:pt x="229989" y="35763"/>
                  </a:lnTo>
                  <a:lnTo>
                    <a:pt x="185906" y="23126"/>
                  </a:lnTo>
                  <a:lnTo>
                    <a:pt x="140776" y="13142"/>
                  </a:lnTo>
                  <a:lnTo>
                    <a:pt x="94689" y="5900"/>
                  </a:lnTo>
                  <a:lnTo>
                    <a:pt x="47734" y="14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9"/>
            <p:cNvSpPr/>
            <p:nvPr/>
          </p:nvSpPr>
          <p:spPr>
            <a:xfrm>
              <a:off x="875987" y="10469304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93"/>
                  </a:lnTo>
                  <a:lnTo>
                    <a:pt x="706951" y="387941"/>
                  </a:lnTo>
                  <a:lnTo>
                    <a:pt x="659773" y="379030"/>
                  </a:lnTo>
                  <a:lnTo>
                    <a:pt x="614759" y="364631"/>
                  </a:lnTo>
                  <a:lnTo>
                    <a:pt x="572280" y="345112"/>
                  </a:lnTo>
                  <a:lnTo>
                    <a:pt x="532704" y="320843"/>
                  </a:lnTo>
                  <a:lnTo>
                    <a:pt x="496401" y="292193"/>
                  </a:lnTo>
                  <a:lnTo>
                    <a:pt x="463740" y="259531"/>
                  </a:lnTo>
                  <a:lnTo>
                    <a:pt x="435090" y="223227"/>
                  </a:lnTo>
                  <a:lnTo>
                    <a:pt x="410822" y="183651"/>
                  </a:lnTo>
                  <a:lnTo>
                    <a:pt x="391303" y="141170"/>
                  </a:lnTo>
                  <a:lnTo>
                    <a:pt x="376904" y="96155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10"/>
            <p:cNvSpPr/>
            <p:nvPr/>
          </p:nvSpPr>
          <p:spPr>
            <a:xfrm>
              <a:off x="39317" y="10469304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5"/>
                  </a:lnTo>
                  <a:lnTo>
                    <a:pt x="364621" y="141170"/>
                  </a:lnTo>
                  <a:lnTo>
                    <a:pt x="345102" y="183651"/>
                  </a:lnTo>
                  <a:lnTo>
                    <a:pt x="320833" y="223227"/>
                  </a:lnTo>
                  <a:lnTo>
                    <a:pt x="292184" y="259531"/>
                  </a:lnTo>
                  <a:lnTo>
                    <a:pt x="259523" y="292193"/>
                  </a:lnTo>
                  <a:lnTo>
                    <a:pt x="223219" y="320843"/>
                  </a:lnTo>
                  <a:lnTo>
                    <a:pt x="183644" y="345112"/>
                  </a:lnTo>
                  <a:lnTo>
                    <a:pt x="141164" y="364631"/>
                  </a:lnTo>
                  <a:lnTo>
                    <a:pt x="96151" y="379030"/>
                  </a:lnTo>
                  <a:lnTo>
                    <a:pt x="48973" y="387941"/>
                  </a:lnTo>
                  <a:lnTo>
                    <a:pt x="0" y="390993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12"/>
            <p:cNvSpPr/>
            <p:nvPr/>
          </p:nvSpPr>
          <p:spPr>
            <a:xfrm>
              <a:off x="1751547" y="9605433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0" y="0"/>
                  </a:moveTo>
                  <a:lnTo>
                    <a:pt x="0" y="364931"/>
                  </a:lnTo>
                  <a:lnTo>
                    <a:pt x="48973" y="367983"/>
                  </a:lnTo>
                  <a:lnTo>
                    <a:pt x="96151" y="376893"/>
                  </a:lnTo>
                  <a:lnTo>
                    <a:pt x="141164" y="391293"/>
                  </a:lnTo>
                  <a:lnTo>
                    <a:pt x="183644" y="410812"/>
                  </a:lnTo>
                  <a:lnTo>
                    <a:pt x="223219" y="435081"/>
                  </a:lnTo>
                  <a:lnTo>
                    <a:pt x="259523" y="463731"/>
                  </a:lnTo>
                  <a:lnTo>
                    <a:pt x="292184" y="496392"/>
                  </a:lnTo>
                  <a:lnTo>
                    <a:pt x="320833" y="532696"/>
                  </a:lnTo>
                  <a:lnTo>
                    <a:pt x="345102" y="572273"/>
                  </a:lnTo>
                  <a:lnTo>
                    <a:pt x="364621" y="614754"/>
                  </a:lnTo>
                  <a:lnTo>
                    <a:pt x="379020" y="659769"/>
                  </a:lnTo>
                  <a:lnTo>
                    <a:pt x="387930" y="706948"/>
                  </a:lnTo>
                  <a:lnTo>
                    <a:pt x="390982" y="755924"/>
                  </a:lnTo>
                  <a:lnTo>
                    <a:pt x="755924" y="755924"/>
                  </a:lnTo>
                  <a:lnTo>
                    <a:pt x="754434" y="708189"/>
                  </a:lnTo>
                  <a:lnTo>
                    <a:pt x="750023" y="661232"/>
                  </a:lnTo>
                  <a:lnTo>
                    <a:pt x="742781" y="615144"/>
                  </a:lnTo>
                  <a:lnTo>
                    <a:pt x="732797" y="570014"/>
                  </a:lnTo>
                  <a:lnTo>
                    <a:pt x="720160" y="525930"/>
                  </a:lnTo>
                  <a:lnTo>
                    <a:pt x="704959" y="482983"/>
                  </a:lnTo>
                  <a:lnTo>
                    <a:pt x="687284" y="441260"/>
                  </a:lnTo>
                  <a:lnTo>
                    <a:pt x="667224" y="400852"/>
                  </a:lnTo>
                  <a:lnTo>
                    <a:pt x="644867" y="361848"/>
                  </a:lnTo>
                  <a:lnTo>
                    <a:pt x="620304" y="324337"/>
                  </a:lnTo>
                  <a:lnTo>
                    <a:pt x="593624" y="288408"/>
                  </a:lnTo>
                  <a:lnTo>
                    <a:pt x="564915" y="254150"/>
                  </a:lnTo>
                  <a:lnTo>
                    <a:pt x="534267" y="221652"/>
                  </a:lnTo>
                  <a:lnTo>
                    <a:pt x="501770" y="191005"/>
                  </a:lnTo>
                  <a:lnTo>
                    <a:pt x="467512" y="162297"/>
                  </a:lnTo>
                  <a:lnTo>
                    <a:pt x="431582" y="135616"/>
                  </a:lnTo>
                  <a:lnTo>
                    <a:pt x="394071" y="111054"/>
                  </a:lnTo>
                  <a:lnTo>
                    <a:pt x="355067" y="88698"/>
                  </a:lnTo>
                  <a:lnTo>
                    <a:pt x="314659" y="68638"/>
                  </a:lnTo>
                  <a:lnTo>
                    <a:pt x="272937" y="50963"/>
                  </a:lnTo>
                  <a:lnTo>
                    <a:pt x="229989" y="35763"/>
                  </a:lnTo>
                  <a:lnTo>
                    <a:pt x="185906" y="23126"/>
                  </a:lnTo>
                  <a:lnTo>
                    <a:pt x="140776" y="13142"/>
                  </a:lnTo>
                  <a:lnTo>
                    <a:pt x="94689" y="5900"/>
                  </a:lnTo>
                  <a:lnTo>
                    <a:pt x="47734" y="14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13"/>
            <p:cNvSpPr/>
            <p:nvPr/>
          </p:nvSpPr>
          <p:spPr>
            <a:xfrm>
              <a:off x="2600660" y="9605429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4"/>
                  </a:lnTo>
                  <a:lnTo>
                    <a:pt x="364621" y="141169"/>
                  </a:lnTo>
                  <a:lnTo>
                    <a:pt x="345102" y="183648"/>
                  </a:lnTo>
                  <a:lnTo>
                    <a:pt x="320833" y="223224"/>
                  </a:lnTo>
                  <a:lnTo>
                    <a:pt x="292184" y="259527"/>
                  </a:lnTo>
                  <a:lnTo>
                    <a:pt x="259523" y="292187"/>
                  </a:lnTo>
                  <a:lnTo>
                    <a:pt x="223219" y="320836"/>
                  </a:lnTo>
                  <a:lnTo>
                    <a:pt x="183644" y="345104"/>
                  </a:lnTo>
                  <a:lnTo>
                    <a:pt x="141164" y="364622"/>
                  </a:lnTo>
                  <a:lnTo>
                    <a:pt x="96151" y="379020"/>
                  </a:lnTo>
                  <a:lnTo>
                    <a:pt x="48973" y="387930"/>
                  </a:lnTo>
                  <a:lnTo>
                    <a:pt x="0" y="390982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14"/>
            <p:cNvSpPr/>
            <p:nvPr/>
          </p:nvSpPr>
          <p:spPr>
            <a:xfrm>
              <a:off x="3449769" y="9605429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82"/>
                  </a:lnTo>
                  <a:lnTo>
                    <a:pt x="706951" y="387930"/>
                  </a:lnTo>
                  <a:lnTo>
                    <a:pt x="659773" y="379020"/>
                  </a:lnTo>
                  <a:lnTo>
                    <a:pt x="614759" y="364622"/>
                  </a:lnTo>
                  <a:lnTo>
                    <a:pt x="572280" y="345104"/>
                  </a:lnTo>
                  <a:lnTo>
                    <a:pt x="532704" y="320836"/>
                  </a:lnTo>
                  <a:lnTo>
                    <a:pt x="496401" y="292187"/>
                  </a:lnTo>
                  <a:lnTo>
                    <a:pt x="463740" y="259527"/>
                  </a:lnTo>
                  <a:lnTo>
                    <a:pt x="435090" y="223224"/>
                  </a:lnTo>
                  <a:lnTo>
                    <a:pt x="410822" y="183648"/>
                  </a:lnTo>
                  <a:lnTo>
                    <a:pt x="391303" y="141169"/>
                  </a:lnTo>
                  <a:lnTo>
                    <a:pt x="376904" y="96154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15"/>
            <p:cNvSpPr/>
            <p:nvPr/>
          </p:nvSpPr>
          <p:spPr>
            <a:xfrm>
              <a:off x="5178288" y="9605429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82"/>
                  </a:lnTo>
                  <a:lnTo>
                    <a:pt x="706951" y="387930"/>
                  </a:lnTo>
                  <a:lnTo>
                    <a:pt x="659773" y="379020"/>
                  </a:lnTo>
                  <a:lnTo>
                    <a:pt x="614759" y="364622"/>
                  </a:lnTo>
                  <a:lnTo>
                    <a:pt x="572280" y="345104"/>
                  </a:lnTo>
                  <a:lnTo>
                    <a:pt x="532704" y="320836"/>
                  </a:lnTo>
                  <a:lnTo>
                    <a:pt x="496401" y="292187"/>
                  </a:lnTo>
                  <a:lnTo>
                    <a:pt x="463740" y="259527"/>
                  </a:lnTo>
                  <a:lnTo>
                    <a:pt x="435090" y="223224"/>
                  </a:lnTo>
                  <a:lnTo>
                    <a:pt x="410822" y="183648"/>
                  </a:lnTo>
                  <a:lnTo>
                    <a:pt x="391303" y="141169"/>
                  </a:lnTo>
                  <a:lnTo>
                    <a:pt x="376904" y="96154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16"/>
            <p:cNvSpPr/>
            <p:nvPr/>
          </p:nvSpPr>
          <p:spPr>
            <a:xfrm>
              <a:off x="4325330" y="9605429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4"/>
                  </a:lnTo>
                  <a:lnTo>
                    <a:pt x="364621" y="141169"/>
                  </a:lnTo>
                  <a:lnTo>
                    <a:pt x="345102" y="183648"/>
                  </a:lnTo>
                  <a:lnTo>
                    <a:pt x="320833" y="223224"/>
                  </a:lnTo>
                  <a:lnTo>
                    <a:pt x="292184" y="259527"/>
                  </a:lnTo>
                  <a:lnTo>
                    <a:pt x="259523" y="292187"/>
                  </a:lnTo>
                  <a:lnTo>
                    <a:pt x="223219" y="320836"/>
                  </a:lnTo>
                  <a:lnTo>
                    <a:pt x="183644" y="345104"/>
                  </a:lnTo>
                  <a:lnTo>
                    <a:pt x="141164" y="364622"/>
                  </a:lnTo>
                  <a:lnTo>
                    <a:pt x="96151" y="379020"/>
                  </a:lnTo>
                  <a:lnTo>
                    <a:pt x="48973" y="387930"/>
                  </a:lnTo>
                  <a:lnTo>
                    <a:pt x="0" y="390982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18"/>
            <p:cNvSpPr/>
            <p:nvPr/>
          </p:nvSpPr>
          <p:spPr>
            <a:xfrm>
              <a:off x="875987" y="9605429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82"/>
                  </a:lnTo>
                  <a:lnTo>
                    <a:pt x="706951" y="387930"/>
                  </a:lnTo>
                  <a:lnTo>
                    <a:pt x="659773" y="379020"/>
                  </a:lnTo>
                  <a:lnTo>
                    <a:pt x="614759" y="364622"/>
                  </a:lnTo>
                  <a:lnTo>
                    <a:pt x="572280" y="345104"/>
                  </a:lnTo>
                  <a:lnTo>
                    <a:pt x="532704" y="320836"/>
                  </a:lnTo>
                  <a:lnTo>
                    <a:pt x="496401" y="292187"/>
                  </a:lnTo>
                  <a:lnTo>
                    <a:pt x="463740" y="259527"/>
                  </a:lnTo>
                  <a:lnTo>
                    <a:pt x="435090" y="223224"/>
                  </a:lnTo>
                  <a:lnTo>
                    <a:pt x="410822" y="183648"/>
                  </a:lnTo>
                  <a:lnTo>
                    <a:pt x="391303" y="141169"/>
                  </a:lnTo>
                  <a:lnTo>
                    <a:pt x="376904" y="96154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19"/>
            <p:cNvSpPr/>
            <p:nvPr/>
          </p:nvSpPr>
          <p:spPr>
            <a:xfrm>
              <a:off x="39317" y="9605429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4"/>
                  </a:lnTo>
                  <a:lnTo>
                    <a:pt x="364621" y="141169"/>
                  </a:lnTo>
                  <a:lnTo>
                    <a:pt x="345102" y="183648"/>
                  </a:lnTo>
                  <a:lnTo>
                    <a:pt x="320833" y="223224"/>
                  </a:lnTo>
                  <a:lnTo>
                    <a:pt x="292184" y="259527"/>
                  </a:lnTo>
                  <a:lnTo>
                    <a:pt x="259523" y="292187"/>
                  </a:lnTo>
                  <a:lnTo>
                    <a:pt x="223219" y="320836"/>
                  </a:lnTo>
                  <a:lnTo>
                    <a:pt x="183644" y="345104"/>
                  </a:lnTo>
                  <a:lnTo>
                    <a:pt x="141164" y="364622"/>
                  </a:lnTo>
                  <a:lnTo>
                    <a:pt x="96151" y="379020"/>
                  </a:lnTo>
                  <a:lnTo>
                    <a:pt x="48973" y="387930"/>
                  </a:lnTo>
                  <a:lnTo>
                    <a:pt x="0" y="390982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757307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object 16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7041" y="1297362"/>
            <a:ext cx="1130606" cy="155146"/>
          </a:xfrm>
          <a:prstGeom prst="rect">
            <a:avLst/>
          </a:prstGeom>
        </p:spPr>
      </p:pic>
      <p:grpSp>
        <p:nvGrpSpPr>
          <p:cNvPr id="15" name="Группа 14"/>
          <p:cNvGrpSpPr/>
          <p:nvPr/>
        </p:nvGrpSpPr>
        <p:grpSpPr>
          <a:xfrm>
            <a:off x="9899650" y="10012130"/>
            <a:ext cx="5422990" cy="1227517"/>
            <a:chOff x="13233767" y="9599728"/>
            <a:chExt cx="6770815" cy="1620163"/>
          </a:xfrm>
        </p:grpSpPr>
        <p:sp>
          <p:nvSpPr>
            <p:cNvPr id="16" name="object 4"/>
            <p:cNvSpPr/>
            <p:nvPr/>
          </p:nvSpPr>
          <p:spPr>
            <a:xfrm>
              <a:off x="15821556" y="10463603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5"/>
                  </a:lnTo>
                  <a:lnTo>
                    <a:pt x="364621" y="141170"/>
                  </a:lnTo>
                  <a:lnTo>
                    <a:pt x="345102" y="183651"/>
                  </a:lnTo>
                  <a:lnTo>
                    <a:pt x="320833" y="223227"/>
                  </a:lnTo>
                  <a:lnTo>
                    <a:pt x="292184" y="259531"/>
                  </a:lnTo>
                  <a:lnTo>
                    <a:pt x="259523" y="292193"/>
                  </a:lnTo>
                  <a:lnTo>
                    <a:pt x="223219" y="320843"/>
                  </a:lnTo>
                  <a:lnTo>
                    <a:pt x="183644" y="345112"/>
                  </a:lnTo>
                  <a:lnTo>
                    <a:pt x="141164" y="364631"/>
                  </a:lnTo>
                  <a:lnTo>
                    <a:pt x="96151" y="379030"/>
                  </a:lnTo>
                  <a:lnTo>
                    <a:pt x="48973" y="387941"/>
                  </a:lnTo>
                  <a:lnTo>
                    <a:pt x="0" y="390993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5"/>
            <p:cNvSpPr/>
            <p:nvPr/>
          </p:nvSpPr>
          <p:spPr>
            <a:xfrm>
              <a:off x="16670669" y="10463606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0" y="0"/>
                  </a:moveTo>
                  <a:lnTo>
                    <a:pt x="0" y="364941"/>
                  </a:lnTo>
                  <a:lnTo>
                    <a:pt x="48973" y="367993"/>
                  </a:lnTo>
                  <a:lnTo>
                    <a:pt x="96151" y="376903"/>
                  </a:lnTo>
                  <a:lnTo>
                    <a:pt x="141164" y="391302"/>
                  </a:lnTo>
                  <a:lnTo>
                    <a:pt x="183644" y="410820"/>
                  </a:lnTo>
                  <a:lnTo>
                    <a:pt x="223219" y="435088"/>
                  </a:lnTo>
                  <a:lnTo>
                    <a:pt x="259523" y="463736"/>
                  </a:lnTo>
                  <a:lnTo>
                    <a:pt x="292184" y="496397"/>
                  </a:lnTo>
                  <a:lnTo>
                    <a:pt x="320833" y="532700"/>
                  </a:lnTo>
                  <a:lnTo>
                    <a:pt x="345102" y="572275"/>
                  </a:lnTo>
                  <a:lnTo>
                    <a:pt x="364621" y="614755"/>
                  </a:lnTo>
                  <a:lnTo>
                    <a:pt x="379020" y="659769"/>
                  </a:lnTo>
                  <a:lnTo>
                    <a:pt x="387930" y="706949"/>
                  </a:lnTo>
                  <a:lnTo>
                    <a:pt x="390982" y="755924"/>
                  </a:lnTo>
                  <a:lnTo>
                    <a:pt x="755924" y="755924"/>
                  </a:lnTo>
                  <a:lnTo>
                    <a:pt x="754434" y="708189"/>
                  </a:lnTo>
                  <a:lnTo>
                    <a:pt x="750023" y="661232"/>
                  </a:lnTo>
                  <a:lnTo>
                    <a:pt x="742781" y="615144"/>
                  </a:lnTo>
                  <a:lnTo>
                    <a:pt x="732797" y="570014"/>
                  </a:lnTo>
                  <a:lnTo>
                    <a:pt x="720160" y="525930"/>
                  </a:lnTo>
                  <a:lnTo>
                    <a:pt x="704959" y="482983"/>
                  </a:lnTo>
                  <a:lnTo>
                    <a:pt x="687284" y="441260"/>
                  </a:lnTo>
                  <a:lnTo>
                    <a:pt x="667224" y="400852"/>
                  </a:lnTo>
                  <a:lnTo>
                    <a:pt x="644867" y="361848"/>
                  </a:lnTo>
                  <a:lnTo>
                    <a:pt x="620304" y="324337"/>
                  </a:lnTo>
                  <a:lnTo>
                    <a:pt x="593624" y="288408"/>
                  </a:lnTo>
                  <a:lnTo>
                    <a:pt x="564915" y="254150"/>
                  </a:lnTo>
                  <a:lnTo>
                    <a:pt x="534267" y="221652"/>
                  </a:lnTo>
                  <a:lnTo>
                    <a:pt x="501770" y="191005"/>
                  </a:lnTo>
                  <a:lnTo>
                    <a:pt x="467512" y="162297"/>
                  </a:lnTo>
                  <a:lnTo>
                    <a:pt x="431582" y="135616"/>
                  </a:lnTo>
                  <a:lnTo>
                    <a:pt x="394071" y="111054"/>
                  </a:lnTo>
                  <a:lnTo>
                    <a:pt x="355067" y="88698"/>
                  </a:lnTo>
                  <a:lnTo>
                    <a:pt x="314659" y="68638"/>
                  </a:lnTo>
                  <a:lnTo>
                    <a:pt x="272937" y="50963"/>
                  </a:lnTo>
                  <a:lnTo>
                    <a:pt x="229989" y="35763"/>
                  </a:lnTo>
                  <a:lnTo>
                    <a:pt x="185906" y="23126"/>
                  </a:lnTo>
                  <a:lnTo>
                    <a:pt x="140776" y="13142"/>
                  </a:lnTo>
                  <a:lnTo>
                    <a:pt x="94689" y="5900"/>
                  </a:lnTo>
                  <a:lnTo>
                    <a:pt x="47734" y="14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6"/>
            <p:cNvSpPr/>
            <p:nvPr/>
          </p:nvSpPr>
          <p:spPr>
            <a:xfrm>
              <a:off x="17519778" y="10463606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708190" y="1490"/>
                  </a:lnTo>
                  <a:lnTo>
                    <a:pt x="661235" y="5900"/>
                  </a:lnTo>
                  <a:lnTo>
                    <a:pt x="615147" y="13142"/>
                  </a:lnTo>
                  <a:lnTo>
                    <a:pt x="570018" y="23126"/>
                  </a:lnTo>
                  <a:lnTo>
                    <a:pt x="525934" y="35763"/>
                  </a:lnTo>
                  <a:lnTo>
                    <a:pt x="482987" y="50963"/>
                  </a:lnTo>
                  <a:lnTo>
                    <a:pt x="441265" y="68638"/>
                  </a:lnTo>
                  <a:lnTo>
                    <a:pt x="400857" y="88698"/>
                  </a:lnTo>
                  <a:lnTo>
                    <a:pt x="361853" y="111054"/>
                  </a:lnTo>
                  <a:lnTo>
                    <a:pt x="324341" y="135616"/>
                  </a:lnTo>
                  <a:lnTo>
                    <a:pt x="288412" y="162297"/>
                  </a:lnTo>
                  <a:lnTo>
                    <a:pt x="254154" y="191005"/>
                  </a:lnTo>
                  <a:lnTo>
                    <a:pt x="221656" y="221652"/>
                  </a:lnTo>
                  <a:lnTo>
                    <a:pt x="191009" y="254150"/>
                  </a:lnTo>
                  <a:lnTo>
                    <a:pt x="162300" y="288408"/>
                  </a:lnTo>
                  <a:lnTo>
                    <a:pt x="135619" y="324337"/>
                  </a:lnTo>
                  <a:lnTo>
                    <a:pt x="111056" y="361848"/>
                  </a:lnTo>
                  <a:lnTo>
                    <a:pt x="88700" y="400852"/>
                  </a:lnTo>
                  <a:lnTo>
                    <a:pt x="68639" y="441260"/>
                  </a:lnTo>
                  <a:lnTo>
                    <a:pt x="50964" y="482983"/>
                  </a:lnTo>
                  <a:lnTo>
                    <a:pt x="35764" y="525930"/>
                  </a:lnTo>
                  <a:lnTo>
                    <a:pt x="23126" y="570014"/>
                  </a:lnTo>
                  <a:lnTo>
                    <a:pt x="13142" y="615144"/>
                  </a:lnTo>
                  <a:lnTo>
                    <a:pt x="5900" y="661232"/>
                  </a:lnTo>
                  <a:lnTo>
                    <a:pt x="1490" y="708189"/>
                  </a:lnTo>
                  <a:lnTo>
                    <a:pt x="0" y="755924"/>
                  </a:lnTo>
                  <a:lnTo>
                    <a:pt x="364941" y="755924"/>
                  </a:lnTo>
                  <a:lnTo>
                    <a:pt x="367993" y="706949"/>
                  </a:lnTo>
                  <a:lnTo>
                    <a:pt x="376904" y="659769"/>
                  </a:lnTo>
                  <a:lnTo>
                    <a:pt x="391303" y="614755"/>
                  </a:lnTo>
                  <a:lnTo>
                    <a:pt x="410822" y="572275"/>
                  </a:lnTo>
                  <a:lnTo>
                    <a:pt x="435090" y="532700"/>
                  </a:lnTo>
                  <a:lnTo>
                    <a:pt x="463740" y="496397"/>
                  </a:lnTo>
                  <a:lnTo>
                    <a:pt x="496401" y="463736"/>
                  </a:lnTo>
                  <a:lnTo>
                    <a:pt x="532704" y="435088"/>
                  </a:lnTo>
                  <a:lnTo>
                    <a:pt x="572280" y="410820"/>
                  </a:lnTo>
                  <a:lnTo>
                    <a:pt x="614759" y="391302"/>
                  </a:lnTo>
                  <a:lnTo>
                    <a:pt x="659773" y="376903"/>
                  </a:lnTo>
                  <a:lnTo>
                    <a:pt x="706951" y="367993"/>
                  </a:lnTo>
                  <a:lnTo>
                    <a:pt x="755924" y="364941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7"/>
            <p:cNvSpPr/>
            <p:nvPr/>
          </p:nvSpPr>
          <p:spPr>
            <a:xfrm>
              <a:off x="19248297" y="10463606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708190" y="1490"/>
                  </a:lnTo>
                  <a:lnTo>
                    <a:pt x="661235" y="5900"/>
                  </a:lnTo>
                  <a:lnTo>
                    <a:pt x="615147" y="13142"/>
                  </a:lnTo>
                  <a:lnTo>
                    <a:pt x="570018" y="23126"/>
                  </a:lnTo>
                  <a:lnTo>
                    <a:pt x="525934" y="35763"/>
                  </a:lnTo>
                  <a:lnTo>
                    <a:pt x="482987" y="50963"/>
                  </a:lnTo>
                  <a:lnTo>
                    <a:pt x="441265" y="68638"/>
                  </a:lnTo>
                  <a:lnTo>
                    <a:pt x="400857" y="88698"/>
                  </a:lnTo>
                  <a:lnTo>
                    <a:pt x="361853" y="111054"/>
                  </a:lnTo>
                  <a:lnTo>
                    <a:pt x="324341" y="135616"/>
                  </a:lnTo>
                  <a:lnTo>
                    <a:pt x="288412" y="162297"/>
                  </a:lnTo>
                  <a:lnTo>
                    <a:pt x="254154" y="191005"/>
                  </a:lnTo>
                  <a:lnTo>
                    <a:pt x="221656" y="221652"/>
                  </a:lnTo>
                  <a:lnTo>
                    <a:pt x="191009" y="254150"/>
                  </a:lnTo>
                  <a:lnTo>
                    <a:pt x="162300" y="288408"/>
                  </a:lnTo>
                  <a:lnTo>
                    <a:pt x="135619" y="324337"/>
                  </a:lnTo>
                  <a:lnTo>
                    <a:pt x="111056" y="361848"/>
                  </a:lnTo>
                  <a:lnTo>
                    <a:pt x="88700" y="400852"/>
                  </a:lnTo>
                  <a:lnTo>
                    <a:pt x="68639" y="441260"/>
                  </a:lnTo>
                  <a:lnTo>
                    <a:pt x="50964" y="482983"/>
                  </a:lnTo>
                  <a:lnTo>
                    <a:pt x="35764" y="525930"/>
                  </a:lnTo>
                  <a:lnTo>
                    <a:pt x="23126" y="570014"/>
                  </a:lnTo>
                  <a:lnTo>
                    <a:pt x="13142" y="615144"/>
                  </a:lnTo>
                  <a:lnTo>
                    <a:pt x="5900" y="661232"/>
                  </a:lnTo>
                  <a:lnTo>
                    <a:pt x="1490" y="708189"/>
                  </a:lnTo>
                  <a:lnTo>
                    <a:pt x="0" y="755924"/>
                  </a:lnTo>
                  <a:lnTo>
                    <a:pt x="364941" y="755924"/>
                  </a:lnTo>
                  <a:lnTo>
                    <a:pt x="367993" y="706949"/>
                  </a:lnTo>
                  <a:lnTo>
                    <a:pt x="376904" y="659769"/>
                  </a:lnTo>
                  <a:lnTo>
                    <a:pt x="391303" y="614755"/>
                  </a:lnTo>
                  <a:lnTo>
                    <a:pt x="410822" y="572275"/>
                  </a:lnTo>
                  <a:lnTo>
                    <a:pt x="435090" y="532700"/>
                  </a:lnTo>
                  <a:lnTo>
                    <a:pt x="463740" y="496397"/>
                  </a:lnTo>
                  <a:lnTo>
                    <a:pt x="496401" y="463736"/>
                  </a:lnTo>
                  <a:lnTo>
                    <a:pt x="532704" y="435088"/>
                  </a:lnTo>
                  <a:lnTo>
                    <a:pt x="572280" y="410820"/>
                  </a:lnTo>
                  <a:lnTo>
                    <a:pt x="614759" y="391302"/>
                  </a:lnTo>
                  <a:lnTo>
                    <a:pt x="659773" y="376903"/>
                  </a:lnTo>
                  <a:lnTo>
                    <a:pt x="706951" y="367993"/>
                  </a:lnTo>
                  <a:lnTo>
                    <a:pt x="755924" y="364941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8"/>
            <p:cNvSpPr/>
            <p:nvPr/>
          </p:nvSpPr>
          <p:spPr>
            <a:xfrm>
              <a:off x="18395339" y="10463606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0" y="0"/>
                  </a:moveTo>
                  <a:lnTo>
                    <a:pt x="0" y="364941"/>
                  </a:lnTo>
                  <a:lnTo>
                    <a:pt x="48973" y="367993"/>
                  </a:lnTo>
                  <a:lnTo>
                    <a:pt x="96151" y="376903"/>
                  </a:lnTo>
                  <a:lnTo>
                    <a:pt x="141164" y="391302"/>
                  </a:lnTo>
                  <a:lnTo>
                    <a:pt x="183644" y="410820"/>
                  </a:lnTo>
                  <a:lnTo>
                    <a:pt x="223219" y="435088"/>
                  </a:lnTo>
                  <a:lnTo>
                    <a:pt x="259523" y="463736"/>
                  </a:lnTo>
                  <a:lnTo>
                    <a:pt x="292184" y="496397"/>
                  </a:lnTo>
                  <a:lnTo>
                    <a:pt x="320833" y="532700"/>
                  </a:lnTo>
                  <a:lnTo>
                    <a:pt x="345102" y="572275"/>
                  </a:lnTo>
                  <a:lnTo>
                    <a:pt x="364621" y="614755"/>
                  </a:lnTo>
                  <a:lnTo>
                    <a:pt x="379020" y="659769"/>
                  </a:lnTo>
                  <a:lnTo>
                    <a:pt x="387930" y="706949"/>
                  </a:lnTo>
                  <a:lnTo>
                    <a:pt x="390982" y="755924"/>
                  </a:lnTo>
                  <a:lnTo>
                    <a:pt x="755924" y="755924"/>
                  </a:lnTo>
                  <a:lnTo>
                    <a:pt x="754434" y="708189"/>
                  </a:lnTo>
                  <a:lnTo>
                    <a:pt x="750023" y="661232"/>
                  </a:lnTo>
                  <a:lnTo>
                    <a:pt x="742781" y="615144"/>
                  </a:lnTo>
                  <a:lnTo>
                    <a:pt x="732797" y="570014"/>
                  </a:lnTo>
                  <a:lnTo>
                    <a:pt x="720160" y="525930"/>
                  </a:lnTo>
                  <a:lnTo>
                    <a:pt x="704959" y="482983"/>
                  </a:lnTo>
                  <a:lnTo>
                    <a:pt x="687284" y="441260"/>
                  </a:lnTo>
                  <a:lnTo>
                    <a:pt x="667224" y="400852"/>
                  </a:lnTo>
                  <a:lnTo>
                    <a:pt x="644867" y="361848"/>
                  </a:lnTo>
                  <a:lnTo>
                    <a:pt x="620304" y="324337"/>
                  </a:lnTo>
                  <a:lnTo>
                    <a:pt x="593624" y="288408"/>
                  </a:lnTo>
                  <a:lnTo>
                    <a:pt x="564915" y="254150"/>
                  </a:lnTo>
                  <a:lnTo>
                    <a:pt x="534267" y="221652"/>
                  </a:lnTo>
                  <a:lnTo>
                    <a:pt x="501770" y="191005"/>
                  </a:lnTo>
                  <a:lnTo>
                    <a:pt x="467512" y="162297"/>
                  </a:lnTo>
                  <a:lnTo>
                    <a:pt x="431582" y="135616"/>
                  </a:lnTo>
                  <a:lnTo>
                    <a:pt x="394071" y="111054"/>
                  </a:lnTo>
                  <a:lnTo>
                    <a:pt x="355067" y="88698"/>
                  </a:lnTo>
                  <a:lnTo>
                    <a:pt x="314659" y="68638"/>
                  </a:lnTo>
                  <a:lnTo>
                    <a:pt x="272937" y="50963"/>
                  </a:lnTo>
                  <a:lnTo>
                    <a:pt x="229989" y="35763"/>
                  </a:lnTo>
                  <a:lnTo>
                    <a:pt x="185906" y="23126"/>
                  </a:lnTo>
                  <a:lnTo>
                    <a:pt x="140776" y="13142"/>
                  </a:lnTo>
                  <a:lnTo>
                    <a:pt x="94689" y="5900"/>
                  </a:lnTo>
                  <a:lnTo>
                    <a:pt x="47734" y="14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9"/>
            <p:cNvSpPr/>
            <p:nvPr/>
          </p:nvSpPr>
          <p:spPr>
            <a:xfrm>
              <a:off x="14945996" y="10463603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93"/>
                  </a:lnTo>
                  <a:lnTo>
                    <a:pt x="706951" y="387941"/>
                  </a:lnTo>
                  <a:lnTo>
                    <a:pt x="659773" y="379030"/>
                  </a:lnTo>
                  <a:lnTo>
                    <a:pt x="614759" y="364631"/>
                  </a:lnTo>
                  <a:lnTo>
                    <a:pt x="572280" y="345112"/>
                  </a:lnTo>
                  <a:lnTo>
                    <a:pt x="532704" y="320843"/>
                  </a:lnTo>
                  <a:lnTo>
                    <a:pt x="496401" y="292193"/>
                  </a:lnTo>
                  <a:lnTo>
                    <a:pt x="463740" y="259531"/>
                  </a:lnTo>
                  <a:lnTo>
                    <a:pt x="435090" y="223227"/>
                  </a:lnTo>
                  <a:lnTo>
                    <a:pt x="410822" y="183651"/>
                  </a:lnTo>
                  <a:lnTo>
                    <a:pt x="391303" y="141170"/>
                  </a:lnTo>
                  <a:lnTo>
                    <a:pt x="376904" y="96155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10"/>
            <p:cNvSpPr/>
            <p:nvPr/>
          </p:nvSpPr>
          <p:spPr>
            <a:xfrm>
              <a:off x="14109326" y="10463603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5"/>
                  </a:lnTo>
                  <a:lnTo>
                    <a:pt x="364621" y="141170"/>
                  </a:lnTo>
                  <a:lnTo>
                    <a:pt x="345102" y="183651"/>
                  </a:lnTo>
                  <a:lnTo>
                    <a:pt x="320833" y="223227"/>
                  </a:lnTo>
                  <a:lnTo>
                    <a:pt x="292184" y="259531"/>
                  </a:lnTo>
                  <a:lnTo>
                    <a:pt x="259523" y="292193"/>
                  </a:lnTo>
                  <a:lnTo>
                    <a:pt x="223219" y="320843"/>
                  </a:lnTo>
                  <a:lnTo>
                    <a:pt x="183644" y="345112"/>
                  </a:lnTo>
                  <a:lnTo>
                    <a:pt x="141164" y="364631"/>
                  </a:lnTo>
                  <a:lnTo>
                    <a:pt x="96151" y="379030"/>
                  </a:lnTo>
                  <a:lnTo>
                    <a:pt x="48973" y="387941"/>
                  </a:lnTo>
                  <a:lnTo>
                    <a:pt x="0" y="390993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11"/>
            <p:cNvSpPr/>
            <p:nvPr/>
          </p:nvSpPr>
          <p:spPr>
            <a:xfrm>
              <a:off x="13233767" y="10463603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93"/>
                  </a:lnTo>
                  <a:lnTo>
                    <a:pt x="706951" y="387941"/>
                  </a:lnTo>
                  <a:lnTo>
                    <a:pt x="659773" y="379030"/>
                  </a:lnTo>
                  <a:lnTo>
                    <a:pt x="614759" y="364631"/>
                  </a:lnTo>
                  <a:lnTo>
                    <a:pt x="572280" y="345112"/>
                  </a:lnTo>
                  <a:lnTo>
                    <a:pt x="532704" y="320843"/>
                  </a:lnTo>
                  <a:lnTo>
                    <a:pt x="496401" y="292193"/>
                  </a:lnTo>
                  <a:lnTo>
                    <a:pt x="463740" y="259531"/>
                  </a:lnTo>
                  <a:lnTo>
                    <a:pt x="435090" y="223227"/>
                  </a:lnTo>
                  <a:lnTo>
                    <a:pt x="410822" y="183651"/>
                  </a:lnTo>
                  <a:lnTo>
                    <a:pt x="391303" y="141170"/>
                  </a:lnTo>
                  <a:lnTo>
                    <a:pt x="376904" y="96155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12"/>
            <p:cNvSpPr/>
            <p:nvPr/>
          </p:nvSpPr>
          <p:spPr>
            <a:xfrm>
              <a:off x="15821556" y="9599732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0" y="0"/>
                  </a:moveTo>
                  <a:lnTo>
                    <a:pt x="0" y="364931"/>
                  </a:lnTo>
                  <a:lnTo>
                    <a:pt x="48973" y="367983"/>
                  </a:lnTo>
                  <a:lnTo>
                    <a:pt x="96151" y="376893"/>
                  </a:lnTo>
                  <a:lnTo>
                    <a:pt x="141164" y="391293"/>
                  </a:lnTo>
                  <a:lnTo>
                    <a:pt x="183644" y="410812"/>
                  </a:lnTo>
                  <a:lnTo>
                    <a:pt x="223219" y="435081"/>
                  </a:lnTo>
                  <a:lnTo>
                    <a:pt x="259523" y="463731"/>
                  </a:lnTo>
                  <a:lnTo>
                    <a:pt x="292184" y="496392"/>
                  </a:lnTo>
                  <a:lnTo>
                    <a:pt x="320833" y="532696"/>
                  </a:lnTo>
                  <a:lnTo>
                    <a:pt x="345102" y="572273"/>
                  </a:lnTo>
                  <a:lnTo>
                    <a:pt x="364621" y="614754"/>
                  </a:lnTo>
                  <a:lnTo>
                    <a:pt x="379020" y="659769"/>
                  </a:lnTo>
                  <a:lnTo>
                    <a:pt x="387930" y="706948"/>
                  </a:lnTo>
                  <a:lnTo>
                    <a:pt x="390982" y="755924"/>
                  </a:lnTo>
                  <a:lnTo>
                    <a:pt x="755924" y="755924"/>
                  </a:lnTo>
                  <a:lnTo>
                    <a:pt x="754434" y="708189"/>
                  </a:lnTo>
                  <a:lnTo>
                    <a:pt x="750023" y="661232"/>
                  </a:lnTo>
                  <a:lnTo>
                    <a:pt x="742781" y="615144"/>
                  </a:lnTo>
                  <a:lnTo>
                    <a:pt x="732797" y="570014"/>
                  </a:lnTo>
                  <a:lnTo>
                    <a:pt x="720160" y="525930"/>
                  </a:lnTo>
                  <a:lnTo>
                    <a:pt x="704959" y="482983"/>
                  </a:lnTo>
                  <a:lnTo>
                    <a:pt x="687284" y="441260"/>
                  </a:lnTo>
                  <a:lnTo>
                    <a:pt x="667224" y="400852"/>
                  </a:lnTo>
                  <a:lnTo>
                    <a:pt x="644867" y="361848"/>
                  </a:lnTo>
                  <a:lnTo>
                    <a:pt x="620304" y="324337"/>
                  </a:lnTo>
                  <a:lnTo>
                    <a:pt x="593624" y="288408"/>
                  </a:lnTo>
                  <a:lnTo>
                    <a:pt x="564915" y="254150"/>
                  </a:lnTo>
                  <a:lnTo>
                    <a:pt x="534267" y="221652"/>
                  </a:lnTo>
                  <a:lnTo>
                    <a:pt x="501770" y="191005"/>
                  </a:lnTo>
                  <a:lnTo>
                    <a:pt x="467512" y="162297"/>
                  </a:lnTo>
                  <a:lnTo>
                    <a:pt x="431582" y="135616"/>
                  </a:lnTo>
                  <a:lnTo>
                    <a:pt x="394071" y="111054"/>
                  </a:lnTo>
                  <a:lnTo>
                    <a:pt x="355067" y="88698"/>
                  </a:lnTo>
                  <a:lnTo>
                    <a:pt x="314659" y="68638"/>
                  </a:lnTo>
                  <a:lnTo>
                    <a:pt x="272937" y="50963"/>
                  </a:lnTo>
                  <a:lnTo>
                    <a:pt x="229989" y="35763"/>
                  </a:lnTo>
                  <a:lnTo>
                    <a:pt x="185906" y="23126"/>
                  </a:lnTo>
                  <a:lnTo>
                    <a:pt x="140776" y="13142"/>
                  </a:lnTo>
                  <a:lnTo>
                    <a:pt x="94689" y="5900"/>
                  </a:lnTo>
                  <a:lnTo>
                    <a:pt x="47734" y="14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13"/>
            <p:cNvSpPr/>
            <p:nvPr/>
          </p:nvSpPr>
          <p:spPr>
            <a:xfrm>
              <a:off x="16670669" y="9599728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4"/>
                  </a:lnTo>
                  <a:lnTo>
                    <a:pt x="364621" y="141169"/>
                  </a:lnTo>
                  <a:lnTo>
                    <a:pt x="345102" y="183648"/>
                  </a:lnTo>
                  <a:lnTo>
                    <a:pt x="320833" y="223224"/>
                  </a:lnTo>
                  <a:lnTo>
                    <a:pt x="292184" y="259527"/>
                  </a:lnTo>
                  <a:lnTo>
                    <a:pt x="259523" y="292187"/>
                  </a:lnTo>
                  <a:lnTo>
                    <a:pt x="223219" y="320836"/>
                  </a:lnTo>
                  <a:lnTo>
                    <a:pt x="183644" y="345104"/>
                  </a:lnTo>
                  <a:lnTo>
                    <a:pt x="141164" y="364622"/>
                  </a:lnTo>
                  <a:lnTo>
                    <a:pt x="96151" y="379020"/>
                  </a:lnTo>
                  <a:lnTo>
                    <a:pt x="48973" y="387930"/>
                  </a:lnTo>
                  <a:lnTo>
                    <a:pt x="0" y="390982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14"/>
            <p:cNvSpPr/>
            <p:nvPr/>
          </p:nvSpPr>
          <p:spPr>
            <a:xfrm>
              <a:off x="17519778" y="9599728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82"/>
                  </a:lnTo>
                  <a:lnTo>
                    <a:pt x="706951" y="387930"/>
                  </a:lnTo>
                  <a:lnTo>
                    <a:pt x="659773" y="379020"/>
                  </a:lnTo>
                  <a:lnTo>
                    <a:pt x="614759" y="364622"/>
                  </a:lnTo>
                  <a:lnTo>
                    <a:pt x="572280" y="345104"/>
                  </a:lnTo>
                  <a:lnTo>
                    <a:pt x="532704" y="320836"/>
                  </a:lnTo>
                  <a:lnTo>
                    <a:pt x="496401" y="292187"/>
                  </a:lnTo>
                  <a:lnTo>
                    <a:pt x="463740" y="259527"/>
                  </a:lnTo>
                  <a:lnTo>
                    <a:pt x="435090" y="223224"/>
                  </a:lnTo>
                  <a:lnTo>
                    <a:pt x="410822" y="183648"/>
                  </a:lnTo>
                  <a:lnTo>
                    <a:pt x="391303" y="141169"/>
                  </a:lnTo>
                  <a:lnTo>
                    <a:pt x="376904" y="96154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15"/>
            <p:cNvSpPr/>
            <p:nvPr/>
          </p:nvSpPr>
          <p:spPr>
            <a:xfrm>
              <a:off x="19248297" y="9599728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82"/>
                  </a:lnTo>
                  <a:lnTo>
                    <a:pt x="706951" y="387930"/>
                  </a:lnTo>
                  <a:lnTo>
                    <a:pt x="659773" y="379020"/>
                  </a:lnTo>
                  <a:lnTo>
                    <a:pt x="614759" y="364622"/>
                  </a:lnTo>
                  <a:lnTo>
                    <a:pt x="572280" y="345104"/>
                  </a:lnTo>
                  <a:lnTo>
                    <a:pt x="532704" y="320836"/>
                  </a:lnTo>
                  <a:lnTo>
                    <a:pt x="496401" y="292187"/>
                  </a:lnTo>
                  <a:lnTo>
                    <a:pt x="463740" y="259527"/>
                  </a:lnTo>
                  <a:lnTo>
                    <a:pt x="435090" y="223224"/>
                  </a:lnTo>
                  <a:lnTo>
                    <a:pt x="410822" y="183648"/>
                  </a:lnTo>
                  <a:lnTo>
                    <a:pt x="391303" y="141169"/>
                  </a:lnTo>
                  <a:lnTo>
                    <a:pt x="376904" y="96154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16"/>
            <p:cNvSpPr/>
            <p:nvPr/>
          </p:nvSpPr>
          <p:spPr>
            <a:xfrm>
              <a:off x="18395339" y="9599728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4"/>
                  </a:lnTo>
                  <a:lnTo>
                    <a:pt x="364621" y="141169"/>
                  </a:lnTo>
                  <a:lnTo>
                    <a:pt x="345102" y="183648"/>
                  </a:lnTo>
                  <a:lnTo>
                    <a:pt x="320833" y="223224"/>
                  </a:lnTo>
                  <a:lnTo>
                    <a:pt x="292184" y="259527"/>
                  </a:lnTo>
                  <a:lnTo>
                    <a:pt x="259523" y="292187"/>
                  </a:lnTo>
                  <a:lnTo>
                    <a:pt x="223219" y="320836"/>
                  </a:lnTo>
                  <a:lnTo>
                    <a:pt x="183644" y="345104"/>
                  </a:lnTo>
                  <a:lnTo>
                    <a:pt x="141164" y="364622"/>
                  </a:lnTo>
                  <a:lnTo>
                    <a:pt x="96151" y="379020"/>
                  </a:lnTo>
                  <a:lnTo>
                    <a:pt x="48973" y="387930"/>
                  </a:lnTo>
                  <a:lnTo>
                    <a:pt x="0" y="390982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17"/>
            <p:cNvSpPr/>
            <p:nvPr/>
          </p:nvSpPr>
          <p:spPr>
            <a:xfrm>
              <a:off x="13233767" y="9599732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708190" y="1490"/>
                  </a:lnTo>
                  <a:lnTo>
                    <a:pt x="661235" y="5900"/>
                  </a:lnTo>
                  <a:lnTo>
                    <a:pt x="615147" y="13142"/>
                  </a:lnTo>
                  <a:lnTo>
                    <a:pt x="570018" y="23126"/>
                  </a:lnTo>
                  <a:lnTo>
                    <a:pt x="525934" y="35763"/>
                  </a:lnTo>
                  <a:lnTo>
                    <a:pt x="482987" y="50963"/>
                  </a:lnTo>
                  <a:lnTo>
                    <a:pt x="441265" y="68638"/>
                  </a:lnTo>
                  <a:lnTo>
                    <a:pt x="400857" y="88698"/>
                  </a:lnTo>
                  <a:lnTo>
                    <a:pt x="361853" y="111054"/>
                  </a:lnTo>
                  <a:lnTo>
                    <a:pt x="324341" y="135616"/>
                  </a:lnTo>
                  <a:lnTo>
                    <a:pt x="288412" y="162297"/>
                  </a:lnTo>
                  <a:lnTo>
                    <a:pt x="254154" y="191005"/>
                  </a:lnTo>
                  <a:lnTo>
                    <a:pt x="221656" y="221652"/>
                  </a:lnTo>
                  <a:lnTo>
                    <a:pt x="191009" y="254150"/>
                  </a:lnTo>
                  <a:lnTo>
                    <a:pt x="162300" y="288408"/>
                  </a:lnTo>
                  <a:lnTo>
                    <a:pt x="135619" y="324337"/>
                  </a:lnTo>
                  <a:lnTo>
                    <a:pt x="111056" y="361848"/>
                  </a:lnTo>
                  <a:lnTo>
                    <a:pt x="88700" y="400852"/>
                  </a:lnTo>
                  <a:lnTo>
                    <a:pt x="68639" y="441260"/>
                  </a:lnTo>
                  <a:lnTo>
                    <a:pt x="50964" y="482983"/>
                  </a:lnTo>
                  <a:lnTo>
                    <a:pt x="35764" y="525930"/>
                  </a:lnTo>
                  <a:lnTo>
                    <a:pt x="23126" y="570014"/>
                  </a:lnTo>
                  <a:lnTo>
                    <a:pt x="13142" y="615144"/>
                  </a:lnTo>
                  <a:lnTo>
                    <a:pt x="5900" y="661232"/>
                  </a:lnTo>
                  <a:lnTo>
                    <a:pt x="1490" y="708189"/>
                  </a:lnTo>
                  <a:lnTo>
                    <a:pt x="0" y="755924"/>
                  </a:lnTo>
                  <a:lnTo>
                    <a:pt x="364941" y="755924"/>
                  </a:lnTo>
                  <a:lnTo>
                    <a:pt x="367993" y="706948"/>
                  </a:lnTo>
                  <a:lnTo>
                    <a:pt x="376904" y="659769"/>
                  </a:lnTo>
                  <a:lnTo>
                    <a:pt x="391303" y="614754"/>
                  </a:lnTo>
                  <a:lnTo>
                    <a:pt x="410822" y="572273"/>
                  </a:lnTo>
                  <a:lnTo>
                    <a:pt x="435090" y="532696"/>
                  </a:lnTo>
                  <a:lnTo>
                    <a:pt x="463740" y="496392"/>
                  </a:lnTo>
                  <a:lnTo>
                    <a:pt x="496401" y="463731"/>
                  </a:lnTo>
                  <a:lnTo>
                    <a:pt x="532704" y="435081"/>
                  </a:lnTo>
                  <a:lnTo>
                    <a:pt x="572280" y="410812"/>
                  </a:lnTo>
                  <a:lnTo>
                    <a:pt x="614759" y="391293"/>
                  </a:lnTo>
                  <a:lnTo>
                    <a:pt x="659773" y="376893"/>
                  </a:lnTo>
                  <a:lnTo>
                    <a:pt x="706951" y="367983"/>
                  </a:lnTo>
                  <a:lnTo>
                    <a:pt x="755924" y="364931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18"/>
            <p:cNvSpPr/>
            <p:nvPr/>
          </p:nvSpPr>
          <p:spPr>
            <a:xfrm>
              <a:off x="14945996" y="9599728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82"/>
                  </a:lnTo>
                  <a:lnTo>
                    <a:pt x="706951" y="387930"/>
                  </a:lnTo>
                  <a:lnTo>
                    <a:pt x="659773" y="379020"/>
                  </a:lnTo>
                  <a:lnTo>
                    <a:pt x="614759" y="364622"/>
                  </a:lnTo>
                  <a:lnTo>
                    <a:pt x="572280" y="345104"/>
                  </a:lnTo>
                  <a:lnTo>
                    <a:pt x="532704" y="320836"/>
                  </a:lnTo>
                  <a:lnTo>
                    <a:pt x="496401" y="292187"/>
                  </a:lnTo>
                  <a:lnTo>
                    <a:pt x="463740" y="259527"/>
                  </a:lnTo>
                  <a:lnTo>
                    <a:pt x="435090" y="223224"/>
                  </a:lnTo>
                  <a:lnTo>
                    <a:pt x="410822" y="183648"/>
                  </a:lnTo>
                  <a:lnTo>
                    <a:pt x="391303" y="141169"/>
                  </a:lnTo>
                  <a:lnTo>
                    <a:pt x="376904" y="96154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19"/>
            <p:cNvSpPr/>
            <p:nvPr/>
          </p:nvSpPr>
          <p:spPr>
            <a:xfrm>
              <a:off x="14109326" y="9599728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4"/>
                  </a:lnTo>
                  <a:lnTo>
                    <a:pt x="364621" y="141169"/>
                  </a:lnTo>
                  <a:lnTo>
                    <a:pt x="345102" y="183648"/>
                  </a:lnTo>
                  <a:lnTo>
                    <a:pt x="320833" y="223224"/>
                  </a:lnTo>
                  <a:lnTo>
                    <a:pt x="292184" y="259527"/>
                  </a:lnTo>
                  <a:lnTo>
                    <a:pt x="259523" y="292187"/>
                  </a:lnTo>
                  <a:lnTo>
                    <a:pt x="223219" y="320836"/>
                  </a:lnTo>
                  <a:lnTo>
                    <a:pt x="183644" y="345104"/>
                  </a:lnTo>
                  <a:lnTo>
                    <a:pt x="141164" y="364622"/>
                  </a:lnTo>
                  <a:lnTo>
                    <a:pt x="96151" y="379020"/>
                  </a:lnTo>
                  <a:lnTo>
                    <a:pt x="48973" y="387930"/>
                  </a:lnTo>
                  <a:lnTo>
                    <a:pt x="0" y="390982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7" name="Группа 36"/>
          <p:cNvGrpSpPr/>
          <p:nvPr/>
        </p:nvGrpSpPr>
        <p:grpSpPr>
          <a:xfrm rot="10800000">
            <a:off x="4407091" y="10012130"/>
            <a:ext cx="5422990" cy="1227517"/>
            <a:chOff x="13233767" y="9599728"/>
            <a:chExt cx="6770815" cy="1620163"/>
          </a:xfrm>
        </p:grpSpPr>
        <p:sp>
          <p:nvSpPr>
            <p:cNvPr id="38" name="object 4"/>
            <p:cNvSpPr/>
            <p:nvPr/>
          </p:nvSpPr>
          <p:spPr>
            <a:xfrm>
              <a:off x="15821556" y="10463603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5"/>
                  </a:lnTo>
                  <a:lnTo>
                    <a:pt x="364621" y="141170"/>
                  </a:lnTo>
                  <a:lnTo>
                    <a:pt x="345102" y="183651"/>
                  </a:lnTo>
                  <a:lnTo>
                    <a:pt x="320833" y="223227"/>
                  </a:lnTo>
                  <a:lnTo>
                    <a:pt x="292184" y="259531"/>
                  </a:lnTo>
                  <a:lnTo>
                    <a:pt x="259523" y="292193"/>
                  </a:lnTo>
                  <a:lnTo>
                    <a:pt x="223219" y="320843"/>
                  </a:lnTo>
                  <a:lnTo>
                    <a:pt x="183644" y="345112"/>
                  </a:lnTo>
                  <a:lnTo>
                    <a:pt x="141164" y="364631"/>
                  </a:lnTo>
                  <a:lnTo>
                    <a:pt x="96151" y="379030"/>
                  </a:lnTo>
                  <a:lnTo>
                    <a:pt x="48973" y="387941"/>
                  </a:lnTo>
                  <a:lnTo>
                    <a:pt x="0" y="390993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5"/>
            <p:cNvSpPr/>
            <p:nvPr/>
          </p:nvSpPr>
          <p:spPr>
            <a:xfrm>
              <a:off x="16670669" y="10463606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0" y="0"/>
                  </a:moveTo>
                  <a:lnTo>
                    <a:pt x="0" y="364941"/>
                  </a:lnTo>
                  <a:lnTo>
                    <a:pt x="48973" y="367993"/>
                  </a:lnTo>
                  <a:lnTo>
                    <a:pt x="96151" y="376903"/>
                  </a:lnTo>
                  <a:lnTo>
                    <a:pt x="141164" y="391302"/>
                  </a:lnTo>
                  <a:lnTo>
                    <a:pt x="183644" y="410820"/>
                  </a:lnTo>
                  <a:lnTo>
                    <a:pt x="223219" y="435088"/>
                  </a:lnTo>
                  <a:lnTo>
                    <a:pt x="259523" y="463736"/>
                  </a:lnTo>
                  <a:lnTo>
                    <a:pt x="292184" y="496397"/>
                  </a:lnTo>
                  <a:lnTo>
                    <a:pt x="320833" y="532700"/>
                  </a:lnTo>
                  <a:lnTo>
                    <a:pt x="345102" y="572275"/>
                  </a:lnTo>
                  <a:lnTo>
                    <a:pt x="364621" y="614755"/>
                  </a:lnTo>
                  <a:lnTo>
                    <a:pt x="379020" y="659769"/>
                  </a:lnTo>
                  <a:lnTo>
                    <a:pt x="387930" y="706949"/>
                  </a:lnTo>
                  <a:lnTo>
                    <a:pt x="390982" y="755924"/>
                  </a:lnTo>
                  <a:lnTo>
                    <a:pt x="755924" y="755924"/>
                  </a:lnTo>
                  <a:lnTo>
                    <a:pt x="754434" y="708189"/>
                  </a:lnTo>
                  <a:lnTo>
                    <a:pt x="750023" y="661232"/>
                  </a:lnTo>
                  <a:lnTo>
                    <a:pt x="742781" y="615144"/>
                  </a:lnTo>
                  <a:lnTo>
                    <a:pt x="732797" y="570014"/>
                  </a:lnTo>
                  <a:lnTo>
                    <a:pt x="720160" y="525930"/>
                  </a:lnTo>
                  <a:lnTo>
                    <a:pt x="704959" y="482983"/>
                  </a:lnTo>
                  <a:lnTo>
                    <a:pt x="687284" y="441260"/>
                  </a:lnTo>
                  <a:lnTo>
                    <a:pt x="667224" y="400852"/>
                  </a:lnTo>
                  <a:lnTo>
                    <a:pt x="644867" y="361848"/>
                  </a:lnTo>
                  <a:lnTo>
                    <a:pt x="620304" y="324337"/>
                  </a:lnTo>
                  <a:lnTo>
                    <a:pt x="593624" y="288408"/>
                  </a:lnTo>
                  <a:lnTo>
                    <a:pt x="564915" y="254150"/>
                  </a:lnTo>
                  <a:lnTo>
                    <a:pt x="534267" y="221652"/>
                  </a:lnTo>
                  <a:lnTo>
                    <a:pt x="501770" y="191005"/>
                  </a:lnTo>
                  <a:lnTo>
                    <a:pt x="467512" y="162297"/>
                  </a:lnTo>
                  <a:lnTo>
                    <a:pt x="431582" y="135616"/>
                  </a:lnTo>
                  <a:lnTo>
                    <a:pt x="394071" y="111054"/>
                  </a:lnTo>
                  <a:lnTo>
                    <a:pt x="355067" y="88698"/>
                  </a:lnTo>
                  <a:lnTo>
                    <a:pt x="314659" y="68638"/>
                  </a:lnTo>
                  <a:lnTo>
                    <a:pt x="272937" y="50963"/>
                  </a:lnTo>
                  <a:lnTo>
                    <a:pt x="229989" y="35763"/>
                  </a:lnTo>
                  <a:lnTo>
                    <a:pt x="185906" y="23126"/>
                  </a:lnTo>
                  <a:lnTo>
                    <a:pt x="140776" y="13142"/>
                  </a:lnTo>
                  <a:lnTo>
                    <a:pt x="94689" y="5900"/>
                  </a:lnTo>
                  <a:lnTo>
                    <a:pt x="47734" y="14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6"/>
            <p:cNvSpPr/>
            <p:nvPr/>
          </p:nvSpPr>
          <p:spPr>
            <a:xfrm>
              <a:off x="17519778" y="10463606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708190" y="1490"/>
                  </a:lnTo>
                  <a:lnTo>
                    <a:pt x="661235" y="5900"/>
                  </a:lnTo>
                  <a:lnTo>
                    <a:pt x="615147" y="13142"/>
                  </a:lnTo>
                  <a:lnTo>
                    <a:pt x="570018" y="23126"/>
                  </a:lnTo>
                  <a:lnTo>
                    <a:pt x="525934" y="35763"/>
                  </a:lnTo>
                  <a:lnTo>
                    <a:pt x="482987" y="50963"/>
                  </a:lnTo>
                  <a:lnTo>
                    <a:pt x="441265" y="68638"/>
                  </a:lnTo>
                  <a:lnTo>
                    <a:pt x="400857" y="88698"/>
                  </a:lnTo>
                  <a:lnTo>
                    <a:pt x="361853" y="111054"/>
                  </a:lnTo>
                  <a:lnTo>
                    <a:pt x="324341" y="135616"/>
                  </a:lnTo>
                  <a:lnTo>
                    <a:pt x="288412" y="162297"/>
                  </a:lnTo>
                  <a:lnTo>
                    <a:pt x="254154" y="191005"/>
                  </a:lnTo>
                  <a:lnTo>
                    <a:pt x="221656" y="221652"/>
                  </a:lnTo>
                  <a:lnTo>
                    <a:pt x="191009" y="254150"/>
                  </a:lnTo>
                  <a:lnTo>
                    <a:pt x="162300" y="288408"/>
                  </a:lnTo>
                  <a:lnTo>
                    <a:pt x="135619" y="324337"/>
                  </a:lnTo>
                  <a:lnTo>
                    <a:pt x="111056" y="361848"/>
                  </a:lnTo>
                  <a:lnTo>
                    <a:pt x="88700" y="400852"/>
                  </a:lnTo>
                  <a:lnTo>
                    <a:pt x="68639" y="441260"/>
                  </a:lnTo>
                  <a:lnTo>
                    <a:pt x="50964" y="482983"/>
                  </a:lnTo>
                  <a:lnTo>
                    <a:pt x="35764" y="525930"/>
                  </a:lnTo>
                  <a:lnTo>
                    <a:pt x="23126" y="570014"/>
                  </a:lnTo>
                  <a:lnTo>
                    <a:pt x="13142" y="615144"/>
                  </a:lnTo>
                  <a:lnTo>
                    <a:pt x="5900" y="661232"/>
                  </a:lnTo>
                  <a:lnTo>
                    <a:pt x="1490" y="708189"/>
                  </a:lnTo>
                  <a:lnTo>
                    <a:pt x="0" y="755924"/>
                  </a:lnTo>
                  <a:lnTo>
                    <a:pt x="364941" y="755924"/>
                  </a:lnTo>
                  <a:lnTo>
                    <a:pt x="367993" y="706949"/>
                  </a:lnTo>
                  <a:lnTo>
                    <a:pt x="376904" y="659769"/>
                  </a:lnTo>
                  <a:lnTo>
                    <a:pt x="391303" y="614755"/>
                  </a:lnTo>
                  <a:lnTo>
                    <a:pt x="410822" y="572275"/>
                  </a:lnTo>
                  <a:lnTo>
                    <a:pt x="435090" y="532700"/>
                  </a:lnTo>
                  <a:lnTo>
                    <a:pt x="463740" y="496397"/>
                  </a:lnTo>
                  <a:lnTo>
                    <a:pt x="496401" y="463736"/>
                  </a:lnTo>
                  <a:lnTo>
                    <a:pt x="532704" y="435088"/>
                  </a:lnTo>
                  <a:lnTo>
                    <a:pt x="572280" y="410820"/>
                  </a:lnTo>
                  <a:lnTo>
                    <a:pt x="614759" y="391302"/>
                  </a:lnTo>
                  <a:lnTo>
                    <a:pt x="659773" y="376903"/>
                  </a:lnTo>
                  <a:lnTo>
                    <a:pt x="706951" y="367993"/>
                  </a:lnTo>
                  <a:lnTo>
                    <a:pt x="755924" y="364941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7"/>
            <p:cNvSpPr/>
            <p:nvPr/>
          </p:nvSpPr>
          <p:spPr>
            <a:xfrm>
              <a:off x="19248297" y="10463606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708190" y="1490"/>
                  </a:lnTo>
                  <a:lnTo>
                    <a:pt x="661235" y="5900"/>
                  </a:lnTo>
                  <a:lnTo>
                    <a:pt x="615147" y="13142"/>
                  </a:lnTo>
                  <a:lnTo>
                    <a:pt x="570018" y="23126"/>
                  </a:lnTo>
                  <a:lnTo>
                    <a:pt x="525934" y="35763"/>
                  </a:lnTo>
                  <a:lnTo>
                    <a:pt x="482987" y="50963"/>
                  </a:lnTo>
                  <a:lnTo>
                    <a:pt x="441265" y="68638"/>
                  </a:lnTo>
                  <a:lnTo>
                    <a:pt x="400857" y="88698"/>
                  </a:lnTo>
                  <a:lnTo>
                    <a:pt x="361853" y="111054"/>
                  </a:lnTo>
                  <a:lnTo>
                    <a:pt x="324341" y="135616"/>
                  </a:lnTo>
                  <a:lnTo>
                    <a:pt x="288412" y="162297"/>
                  </a:lnTo>
                  <a:lnTo>
                    <a:pt x="254154" y="191005"/>
                  </a:lnTo>
                  <a:lnTo>
                    <a:pt x="221656" y="221652"/>
                  </a:lnTo>
                  <a:lnTo>
                    <a:pt x="191009" y="254150"/>
                  </a:lnTo>
                  <a:lnTo>
                    <a:pt x="162300" y="288408"/>
                  </a:lnTo>
                  <a:lnTo>
                    <a:pt x="135619" y="324337"/>
                  </a:lnTo>
                  <a:lnTo>
                    <a:pt x="111056" y="361848"/>
                  </a:lnTo>
                  <a:lnTo>
                    <a:pt x="88700" y="400852"/>
                  </a:lnTo>
                  <a:lnTo>
                    <a:pt x="68639" y="441260"/>
                  </a:lnTo>
                  <a:lnTo>
                    <a:pt x="50964" y="482983"/>
                  </a:lnTo>
                  <a:lnTo>
                    <a:pt x="35764" y="525930"/>
                  </a:lnTo>
                  <a:lnTo>
                    <a:pt x="23126" y="570014"/>
                  </a:lnTo>
                  <a:lnTo>
                    <a:pt x="13142" y="615144"/>
                  </a:lnTo>
                  <a:lnTo>
                    <a:pt x="5900" y="661232"/>
                  </a:lnTo>
                  <a:lnTo>
                    <a:pt x="1490" y="708189"/>
                  </a:lnTo>
                  <a:lnTo>
                    <a:pt x="0" y="755924"/>
                  </a:lnTo>
                  <a:lnTo>
                    <a:pt x="364941" y="755924"/>
                  </a:lnTo>
                  <a:lnTo>
                    <a:pt x="367993" y="706949"/>
                  </a:lnTo>
                  <a:lnTo>
                    <a:pt x="376904" y="659769"/>
                  </a:lnTo>
                  <a:lnTo>
                    <a:pt x="391303" y="614755"/>
                  </a:lnTo>
                  <a:lnTo>
                    <a:pt x="410822" y="572275"/>
                  </a:lnTo>
                  <a:lnTo>
                    <a:pt x="435090" y="532700"/>
                  </a:lnTo>
                  <a:lnTo>
                    <a:pt x="463740" y="496397"/>
                  </a:lnTo>
                  <a:lnTo>
                    <a:pt x="496401" y="463736"/>
                  </a:lnTo>
                  <a:lnTo>
                    <a:pt x="532704" y="435088"/>
                  </a:lnTo>
                  <a:lnTo>
                    <a:pt x="572280" y="410820"/>
                  </a:lnTo>
                  <a:lnTo>
                    <a:pt x="614759" y="391302"/>
                  </a:lnTo>
                  <a:lnTo>
                    <a:pt x="659773" y="376903"/>
                  </a:lnTo>
                  <a:lnTo>
                    <a:pt x="706951" y="367993"/>
                  </a:lnTo>
                  <a:lnTo>
                    <a:pt x="755924" y="364941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8"/>
            <p:cNvSpPr/>
            <p:nvPr/>
          </p:nvSpPr>
          <p:spPr>
            <a:xfrm>
              <a:off x="18395339" y="10463606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0" y="0"/>
                  </a:moveTo>
                  <a:lnTo>
                    <a:pt x="0" y="364941"/>
                  </a:lnTo>
                  <a:lnTo>
                    <a:pt x="48973" y="367993"/>
                  </a:lnTo>
                  <a:lnTo>
                    <a:pt x="96151" y="376903"/>
                  </a:lnTo>
                  <a:lnTo>
                    <a:pt x="141164" y="391302"/>
                  </a:lnTo>
                  <a:lnTo>
                    <a:pt x="183644" y="410820"/>
                  </a:lnTo>
                  <a:lnTo>
                    <a:pt x="223219" y="435088"/>
                  </a:lnTo>
                  <a:lnTo>
                    <a:pt x="259523" y="463736"/>
                  </a:lnTo>
                  <a:lnTo>
                    <a:pt x="292184" y="496397"/>
                  </a:lnTo>
                  <a:lnTo>
                    <a:pt x="320833" y="532700"/>
                  </a:lnTo>
                  <a:lnTo>
                    <a:pt x="345102" y="572275"/>
                  </a:lnTo>
                  <a:lnTo>
                    <a:pt x="364621" y="614755"/>
                  </a:lnTo>
                  <a:lnTo>
                    <a:pt x="379020" y="659769"/>
                  </a:lnTo>
                  <a:lnTo>
                    <a:pt x="387930" y="706949"/>
                  </a:lnTo>
                  <a:lnTo>
                    <a:pt x="390982" y="755924"/>
                  </a:lnTo>
                  <a:lnTo>
                    <a:pt x="755924" y="755924"/>
                  </a:lnTo>
                  <a:lnTo>
                    <a:pt x="754434" y="708189"/>
                  </a:lnTo>
                  <a:lnTo>
                    <a:pt x="750023" y="661232"/>
                  </a:lnTo>
                  <a:lnTo>
                    <a:pt x="742781" y="615144"/>
                  </a:lnTo>
                  <a:lnTo>
                    <a:pt x="732797" y="570014"/>
                  </a:lnTo>
                  <a:lnTo>
                    <a:pt x="720160" y="525930"/>
                  </a:lnTo>
                  <a:lnTo>
                    <a:pt x="704959" y="482983"/>
                  </a:lnTo>
                  <a:lnTo>
                    <a:pt x="687284" y="441260"/>
                  </a:lnTo>
                  <a:lnTo>
                    <a:pt x="667224" y="400852"/>
                  </a:lnTo>
                  <a:lnTo>
                    <a:pt x="644867" y="361848"/>
                  </a:lnTo>
                  <a:lnTo>
                    <a:pt x="620304" y="324337"/>
                  </a:lnTo>
                  <a:lnTo>
                    <a:pt x="593624" y="288408"/>
                  </a:lnTo>
                  <a:lnTo>
                    <a:pt x="564915" y="254150"/>
                  </a:lnTo>
                  <a:lnTo>
                    <a:pt x="534267" y="221652"/>
                  </a:lnTo>
                  <a:lnTo>
                    <a:pt x="501770" y="191005"/>
                  </a:lnTo>
                  <a:lnTo>
                    <a:pt x="467512" y="162297"/>
                  </a:lnTo>
                  <a:lnTo>
                    <a:pt x="431582" y="135616"/>
                  </a:lnTo>
                  <a:lnTo>
                    <a:pt x="394071" y="111054"/>
                  </a:lnTo>
                  <a:lnTo>
                    <a:pt x="355067" y="88698"/>
                  </a:lnTo>
                  <a:lnTo>
                    <a:pt x="314659" y="68638"/>
                  </a:lnTo>
                  <a:lnTo>
                    <a:pt x="272937" y="50963"/>
                  </a:lnTo>
                  <a:lnTo>
                    <a:pt x="229989" y="35763"/>
                  </a:lnTo>
                  <a:lnTo>
                    <a:pt x="185906" y="23126"/>
                  </a:lnTo>
                  <a:lnTo>
                    <a:pt x="140776" y="13142"/>
                  </a:lnTo>
                  <a:lnTo>
                    <a:pt x="94689" y="5900"/>
                  </a:lnTo>
                  <a:lnTo>
                    <a:pt x="47734" y="14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9"/>
            <p:cNvSpPr/>
            <p:nvPr/>
          </p:nvSpPr>
          <p:spPr>
            <a:xfrm>
              <a:off x="14945996" y="10463603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93"/>
                  </a:lnTo>
                  <a:lnTo>
                    <a:pt x="706951" y="387941"/>
                  </a:lnTo>
                  <a:lnTo>
                    <a:pt x="659773" y="379030"/>
                  </a:lnTo>
                  <a:lnTo>
                    <a:pt x="614759" y="364631"/>
                  </a:lnTo>
                  <a:lnTo>
                    <a:pt x="572280" y="345112"/>
                  </a:lnTo>
                  <a:lnTo>
                    <a:pt x="532704" y="320843"/>
                  </a:lnTo>
                  <a:lnTo>
                    <a:pt x="496401" y="292193"/>
                  </a:lnTo>
                  <a:lnTo>
                    <a:pt x="463740" y="259531"/>
                  </a:lnTo>
                  <a:lnTo>
                    <a:pt x="435090" y="223227"/>
                  </a:lnTo>
                  <a:lnTo>
                    <a:pt x="410822" y="183651"/>
                  </a:lnTo>
                  <a:lnTo>
                    <a:pt x="391303" y="141170"/>
                  </a:lnTo>
                  <a:lnTo>
                    <a:pt x="376904" y="96155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10"/>
            <p:cNvSpPr/>
            <p:nvPr/>
          </p:nvSpPr>
          <p:spPr>
            <a:xfrm>
              <a:off x="14109326" y="10463603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5"/>
                  </a:lnTo>
                  <a:lnTo>
                    <a:pt x="364621" y="141170"/>
                  </a:lnTo>
                  <a:lnTo>
                    <a:pt x="345102" y="183651"/>
                  </a:lnTo>
                  <a:lnTo>
                    <a:pt x="320833" y="223227"/>
                  </a:lnTo>
                  <a:lnTo>
                    <a:pt x="292184" y="259531"/>
                  </a:lnTo>
                  <a:lnTo>
                    <a:pt x="259523" y="292193"/>
                  </a:lnTo>
                  <a:lnTo>
                    <a:pt x="223219" y="320843"/>
                  </a:lnTo>
                  <a:lnTo>
                    <a:pt x="183644" y="345112"/>
                  </a:lnTo>
                  <a:lnTo>
                    <a:pt x="141164" y="364631"/>
                  </a:lnTo>
                  <a:lnTo>
                    <a:pt x="96151" y="379030"/>
                  </a:lnTo>
                  <a:lnTo>
                    <a:pt x="48973" y="387941"/>
                  </a:lnTo>
                  <a:lnTo>
                    <a:pt x="0" y="390993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11"/>
            <p:cNvSpPr/>
            <p:nvPr/>
          </p:nvSpPr>
          <p:spPr>
            <a:xfrm>
              <a:off x="13233767" y="10463603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93"/>
                  </a:lnTo>
                  <a:lnTo>
                    <a:pt x="706951" y="387941"/>
                  </a:lnTo>
                  <a:lnTo>
                    <a:pt x="659773" y="379030"/>
                  </a:lnTo>
                  <a:lnTo>
                    <a:pt x="614759" y="364631"/>
                  </a:lnTo>
                  <a:lnTo>
                    <a:pt x="572280" y="345112"/>
                  </a:lnTo>
                  <a:lnTo>
                    <a:pt x="532704" y="320843"/>
                  </a:lnTo>
                  <a:lnTo>
                    <a:pt x="496401" y="292193"/>
                  </a:lnTo>
                  <a:lnTo>
                    <a:pt x="463740" y="259531"/>
                  </a:lnTo>
                  <a:lnTo>
                    <a:pt x="435090" y="223227"/>
                  </a:lnTo>
                  <a:lnTo>
                    <a:pt x="410822" y="183651"/>
                  </a:lnTo>
                  <a:lnTo>
                    <a:pt x="391303" y="141170"/>
                  </a:lnTo>
                  <a:lnTo>
                    <a:pt x="376904" y="96155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12"/>
            <p:cNvSpPr/>
            <p:nvPr/>
          </p:nvSpPr>
          <p:spPr>
            <a:xfrm>
              <a:off x="15821556" y="9599732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0" y="0"/>
                  </a:moveTo>
                  <a:lnTo>
                    <a:pt x="0" y="364931"/>
                  </a:lnTo>
                  <a:lnTo>
                    <a:pt x="48973" y="367983"/>
                  </a:lnTo>
                  <a:lnTo>
                    <a:pt x="96151" y="376893"/>
                  </a:lnTo>
                  <a:lnTo>
                    <a:pt x="141164" y="391293"/>
                  </a:lnTo>
                  <a:lnTo>
                    <a:pt x="183644" y="410812"/>
                  </a:lnTo>
                  <a:lnTo>
                    <a:pt x="223219" y="435081"/>
                  </a:lnTo>
                  <a:lnTo>
                    <a:pt x="259523" y="463731"/>
                  </a:lnTo>
                  <a:lnTo>
                    <a:pt x="292184" y="496392"/>
                  </a:lnTo>
                  <a:lnTo>
                    <a:pt x="320833" y="532696"/>
                  </a:lnTo>
                  <a:lnTo>
                    <a:pt x="345102" y="572273"/>
                  </a:lnTo>
                  <a:lnTo>
                    <a:pt x="364621" y="614754"/>
                  </a:lnTo>
                  <a:lnTo>
                    <a:pt x="379020" y="659769"/>
                  </a:lnTo>
                  <a:lnTo>
                    <a:pt x="387930" y="706948"/>
                  </a:lnTo>
                  <a:lnTo>
                    <a:pt x="390982" y="755924"/>
                  </a:lnTo>
                  <a:lnTo>
                    <a:pt x="755924" y="755924"/>
                  </a:lnTo>
                  <a:lnTo>
                    <a:pt x="754434" y="708189"/>
                  </a:lnTo>
                  <a:lnTo>
                    <a:pt x="750023" y="661232"/>
                  </a:lnTo>
                  <a:lnTo>
                    <a:pt x="742781" y="615144"/>
                  </a:lnTo>
                  <a:lnTo>
                    <a:pt x="732797" y="570014"/>
                  </a:lnTo>
                  <a:lnTo>
                    <a:pt x="720160" y="525930"/>
                  </a:lnTo>
                  <a:lnTo>
                    <a:pt x="704959" y="482983"/>
                  </a:lnTo>
                  <a:lnTo>
                    <a:pt x="687284" y="441260"/>
                  </a:lnTo>
                  <a:lnTo>
                    <a:pt x="667224" y="400852"/>
                  </a:lnTo>
                  <a:lnTo>
                    <a:pt x="644867" y="361848"/>
                  </a:lnTo>
                  <a:lnTo>
                    <a:pt x="620304" y="324337"/>
                  </a:lnTo>
                  <a:lnTo>
                    <a:pt x="593624" y="288408"/>
                  </a:lnTo>
                  <a:lnTo>
                    <a:pt x="564915" y="254150"/>
                  </a:lnTo>
                  <a:lnTo>
                    <a:pt x="534267" y="221652"/>
                  </a:lnTo>
                  <a:lnTo>
                    <a:pt x="501770" y="191005"/>
                  </a:lnTo>
                  <a:lnTo>
                    <a:pt x="467512" y="162297"/>
                  </a:lnTo>
                  <a:lnTo>
                    <a:pt x="431582" y="135616"/>
                  </a:lnTo>
                  <a:lnTo>
                    <a:pt x="394071" y="111054"/>
                  </a:lnTo>
                  <a:lnTo>
                    <a:pt x="355067" y="88698"/>
                  </a:lnTo>
                  <a:lnTo>
                    <a:pt x="314659" y="68638"/>
                  </a:lnTo>
                  <a:lnTo>
                    <a:pt x="272937" y="50963"/>
                  </a:lnTo>
                  <a:lnTo>
                    <a:pt x="229989" y="35763"/>
                  </a:lnTo>
                  <a:lnTo>
                    <a:pt x="185906" y="23126"/>
                  </a:lnTo>
                  <a:lnTo>
                    <a:pt x="140776" y="13142"/>
                  </a:lnTo>
                  <a:lnTo>
                    <a:pt x="94689" y="5900"/>
                  </a:lnTo>
                  <a:lnTo>
                    <a:pt x="47734" y="14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13"/>
            <p:cNvSpPr/>
            <p:nvPr/>
          </p:nvSpPr>
          <p:spPr>
            <a:xfrm>
              <a:off x="16670669" y="9599728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4"/>
                  </a:lnTo>
                  <a:lnTo>
                    <a:pt x="364621" y="141169"/>
                  </a:lnTo>
                  <a:lnTo>
                    <a:pt x="345102" y="183648"/>
                  </a:lnTo>
                  <a:lnTo>
                    <a:pt x="320833" y="223224"/>
                  </a:lnTo>
                  <a:lnTo>
                    <a:pt x="292184" y="259527"/>
                  </a:lnTo>
                  <a:lnTo>
                    <a:pt x="259523" y="292187"/>
                  </a:lnTo>
                  <a:lnTo>
                    <a:pt x="223219" y="320836"/>
                  </a:lnTo>
                  <a:lnTo>
                    <a:pt x="183644" y="345104"/>
                  </a:lnTo>
                  <a:lnTo>
                    <a:pt x="141164" y="364622"/>
                  </a:lnTo>
                  <a:lnTo>
                    <a:pt x="96151" y="379020"/>
                  </a:lnTo>
                  <a:lnTo>
                    <a:pt x="48973" y="387930"/>
                  </a:lnTo>
                  <a:lnTo>
                    <a:pt x="0" y="390982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14"/>
            <p:cNvSpPr/>
            <p:nvPr/>
          </p:nvSpPr>
          <p:spPr>
            <a:xfrm>
              <a:off x="17519778" y="9599728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82"/>
                  </a:lnTo>
                  <a:lnTo>
                    <a:pt x="706951" y="387930"/>
                  </a:lnTo>
                  <a:lnTo>
                    <a:pt x="659773" y="379020"/>
                  </a:lnTo>
                  <a:lnTo>
                    <a:pt x="614759" y="364622"/>
                  </a:lnTo>
                  <a:lnTo>
                    <a:pt x="572280" y="345104"/>
                  </a:lnTo>
                  <a:lnTo>
                    <a:pt x="532704" y="320836"/>
                  </a:lnTo>
                  <a:lnTo>
                    <a:pt x="496401" y="292187"/>
                  </a:lnTo>
                  <a:lnTo>
                    <a:pt x="463740" y="259527"/>
                  </a:lnTo>
                  <a:lnTo>
                    <a:pt x="435090" y="223224"/>
                  </a:lnTo>
                  <a:lnTo>
                    <a:pt x="410822" y="183648"/>
                  </a:lnTo>
                  <a:lnTo>
                    <a:pt x="391303" y="141169"/>
                  </a:lnTo>
                  <a:lnTo>
                    <a:pt x="376904" y="96154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15"/>
            <p:cNvSpPr/>
            <p:nvPr/>
          </p:nvSpPr>
          <p:spPr>
            <a:xfrm>
              <a:off x="19248297" y="9599728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82"/>
                  </a:lnTo>
                  <a:lnTo>
                    <a:pt x="706951" y="387930"/>
                  </a:lnTo>
                  <a:lnTo>
                    <a:pt x="659773" y="379020"/>
                  </a:lnTo>
                  <a:lnTo>
                    <a:pt x="614759" y="364622"/>
                  </a:lnTo>
                  <a:lnTo>
                    <a:pt x="572280" y="345104"/>
                  </a:lnTo>
                  <a:lnTo>
                    <a:pt x="532704" y="320836"/>
                  </a:lnTo>
                  <a:lnTo>
                    <a:pt x="496401" y="292187"/>
                  </a:lnTo>
                  <a:lnTo>
                    <a:pt x="463740" y="259527"/>
                  </a:lnTo>
                  <a:lnTo>
                    <a:pt x="435090" y="223224"/>
                  </a:lnTo>
                  <a:lnTo>
                    <a:pt x="410822" y="183648"/>
                  </a:lnTo>
                  <a:lnTo>
                    <a:pt x="391303" y="141169"/>
                  </a:lnTo>
                  <a:lnTo>
                    <a:pt x="376904" y="96154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16"/>
            <p:cNvSpPr/>
            <p:nvPr/>
          </p:nvSpPr>
          <p:spPr>
            <a:xfrm>
              <a:off x="18395339" y="9599728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4"/>
                  </a:lnTo>
                  <a:lnTo>
                    <a:pt x="364621" y="141169"/>
                  </a:lnTo>
                  <a:lnTo>
                    <a:pt x="345102" y="183648"/>
                  </a:lnTo>
                  <a:lnTo>
                    <a:pt x="320833" y="223224"/>
                  </a:lnTo>
                  <a:lnTo>
                    <a:pt x="292184" y="259527"/>
                  </a:lnTo>
                  <a:lnTo>
                    <a:pt x="259523" y="292187"/>
                  </a:lnTo>
                  <a:lnTo>
                    <a:pt x="223219" y="320836"/>
                  </a:lnTo>
                  <a:lnTo>
                    <a:pt x="183644" y="345104"/>
                  </a:lnTo>
                  <a:lnTo>
                    <a:pt x="141164" y="364622"/>
                  </a:lnTo>
                  <a:lnTo>
                    <a:pt x="96151" y="379020"/>
                  </a:lnTo>
                  <a:lnTo>
                    <a:pt x="48973" y="387930"/>
                  </a:lnTo>
                  <a:lnTo>
                    <a:pt x="0" y="390982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17"/>
            <p:cNvSpPr/>
            <p:nvPr/>
          </p:nvSpPr>
          <p:spPr>
            <a:xfrm>
              <a:off x="13233767" y="9599732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708190" y="1490"/>
                  </a:lnTo>
                  <a:lnTo>
                    <a:pt x="661235" y="5900"/>
                  </a:lnTo>
                  <a:lnTo>
                    <a:pt x="615147" y="13142"/>
                  </a:lnTo>
                  <a:lnTo>
                    <a:pt x="570018" y="23126"/>
                  </a:lnTo>
                  <a:lnTo>
                    <a:pt x="525934" y="35763"/>
                  </a:lnTo>
                  <a:lnTo>
                    <a:pt x="482987" y="50963"/>
                  </a:lnTo>
                  <a:lnTo>
                    <a:pt x="441265" y="68638"/>
                  </a:lnTo>
                  <a:lnTo>
                    <a:pt x="400857" y="88698"/>
                  </a:lnTo>
                  <a:lnTo>
                    <a:pt x="361853" y="111054"/>
                  </a:lnTo>
                  <a:lnTo>
                    <a:pt x="324341" y="135616"/>
                  </a:lnTo>
                  <a:lnTo>
                    <a:pt x="288412" y="162297"/>
                  </a:lnTo>
                  <a:lnTo>
                    <a:pt x="254154" y="191005"/>
                  </a:lnTo>
                  <a:lnTo>
                    <a:pt x="221656" y="221652"/>
                  </a:lnTo>
                  <a:lnTo>
                    <a:pt x="191009" y="254150"/>
                  </a:lnTo>
                  <a:lnTo>
                    <a:pt x="162300" y="288408"/>
                  </a:lnTo>
                  <a:lnTo>
                    <a:pt x="135619" y="324337"/>
                  </a:lnTo>
                  <a:lnTo>
                    <a:pt x="111056" y="361848"/>
                  </a:lnTo>
                  <a:lnTo>
                    <a:pt x="88700" y="400852"/>
                  </a:lnTo>
                  <a:lnTo>
                    <a:pt x="68639" y="441260"/>
                  </a:lnTo>
                  <a:lnTo>
                    <a:pt x="50964" y="482983"/>
                  </a:lnTo>
                  <a:lnTo>
                    <a:pt x="35764" y="525930"/>
                  </a:lnTo>
                  <a:lnTo>
                    <a:pt x="23126" y="570014"/>
                  </a:lnTo>
                  <a:lnTo>
                    <a:pt x="13142" y="615144"/>
                  </a:lnTo>
                  <a:lnTo>
                    <a:pt x="5900" y="661232"/>
                  </a:lnTo>
                  <a:lnTo>
                    <a:pt x="1490" y="708189"/>
                  </a:lnTo>
                  <a:lnTo>
                    <a:pt x="0" y="755924"/>
                  </a:lnTo>
                  <a:lnTo>
                    <a:pt x="364941" y="755924"/>
                  </a:lnTo>
                  <a:lnTo>
                    <a:pt x="367993" y="706948"/>
                  </a:lnTo>
                  <a:lnTo>
                    <a:pt x="376904" y="659769"/>
                  </a:lnTo>
                  <a:lnTo>
                    <a:pt x="391303" y="614754"/>
                  </a:lnTo>
                  <a:lnTo>
                    <a:pt x="410822" y="572273"/>
                  </a:lnTo>
                  <a:lnTo>
                    <a:pt x="435090" y="532696"/>
                  </a:lnTo>
                  <a:lnTo>
                    <a:pt x="463740" y="496392"/>
                  </a:lnTo>
                  <a:lnTo>
                    <a:pt x="496401" y="463731"/>
                  </a:lnTo>
                  <a:lnTo>
                    <a:pt x="532704" y="435081"/>
                  </a:lnTo>
                  <a:lnTo>
                    <a:pt x="572280" y="410812"/>
                  </a:lnTo>
                  <a:lnTo>
                    <a:pt x="614759" y="391293"/>
                  </a:lnTo>
                  <a:lnTo>
                    <a:pt x="659773" y="376893"/>
                  </a:lnTo>
                  <a:lnTo>
                    <a:pt x="706951" y="367983"/>
                  </a:lnTo>
                  <a:lnTo>
                    <a:pt x="755924" y="364931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18"/>
            <p:cNvSpPr/>
            <p:nvPr/>
          </p:nvSpPr>
          <p:spPr>
            <a:xfrm>
              <a:off x="14945996" y="9599728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82"/>
                  </a:lnTo>
                  <a:lnTo>
                    <a:pt x="706951" y="387930"/>
                  </a:lnTo>
                  <a:lnTo>
                    <a:pt x="659773" y="379020"/>
                  </a:lnTo>
                  <a:lnTo>
                    <a:pt x="614759" y="364622"/>
                  </a:lnTo>
                  <a:lnTo>
                    <a:pt x="572280" y="345104"/>
                  </a:lnTo>
                  <a:lnTo>
                    <a:pt x="532704" y="320836"/>
                  </a:lnTo>
                  <a:lnTo>
                    <a:pt x="496401" y="292187"/>
                  </a:lnTo>
                  <a:lnTo>
                    <a:pt x="463740" y="259527"/>
                  </a:lnTo>
                  <a:lnTo>
                    <a:pt x="435090" y="223224"/>
                  </a:lnTo>
                  <a:lnTo>
                    <a:pt x="410822" y="183648"/>
                  </a:lnTo>
                  <a:lnTo>
                    <a:pt x="391303" y="141169"/>
                  </a:lnTo>
                  <a:lnTo>
                    <a:pt x="376904" y="96154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19"/>
            <p:cNvSpPr/>
            <p:nvPr/>
          </p:nvSpPr>
          <p:spPr>
            <a:xfrm>
              <a:off x="14109326" y="9599728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4"/>
                  </a:lnTo>
                  <a:lnTo>
                    <a:pt x="364621" y="141169"/>
                  </a:lnTo>
                  <a:lnTo>
                    <a:pt x="345102" y="183648"/>
                  </a:lnTo>
                  <a:lnTo>
                    <a:pt x="320833" y="223224"/>
                  </a:lnTo>
                  <a:lnTo>
                    <a:pt x="292184" y="259527"/>
                  </a:lnTo>
                  <a:lnTo>
                    <a:pt x="259523" y="292187"/>
                  </a:lnTo>
                  <a:lnTo>
                    <a:pt x="223219" y="320836"/>
                  </a:lnTo>
                  <a:lnTo>
                    <a:pt x="183644" y="345104"/>
                  </a:lnTo>
                  <a:lnTo>
                    <a:pt x="141164" y="364622"/>
                  </a:lnTo>
                  <a:lnTo>
                    <a:pt x="96151" y="379020"/>
                  </a:lnTo>
                  <a:lnTo>
                    <a:pt x="48973" y="387930"/>
                  </a:lnTo>
                  <a:lnTo>
                    <a:pt x="0" y="390982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4" name="Группа 53"/>
          <p:cNvGrpSpPr/>
          <p:nvPr/>
        </p:nvGrpSpPr>
        <p:grpSpPr>
          <a:xfrm>
            <a:off x="-359236" y="10015094"/>
            <a:ext cx="4721723" cy="1227517"/>
            <a:chOff x="39317" y="9605429"/>
            <a:chExt cx="5895256" cy="1620163"/>
          </a:xfrm>
        </p:grpSpPr>
        <p:sp>
          <p:nvSpPr>
            <p:cNvPr id="55" name="object 4"/>
            <p:cNvSpPr/>
            <p:nvPr/>
          </p:nvSpPr>
          <p:spPr>
            <a:xfrm>
              <a:off x="1751547" y="10469304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5"/>
                  </a:lnTo>
                  <a:lnTo>
                    <a:pt x="364621" y="141170"/>
                  </a:lnTo>
                  <a:lnTo>
                    <a:pt x="345102" y="183651"/>
                  </a:lnTo>
                  <a:lnTo>
                    <a:pt x="320833" y="223227"/>
                  </a:lnTo>
                  <a:lnTo>
                    <a:pt x="292184" y="259531"/>
                  </a:lnTo>
                  <a:lnTo>
                    <a:pt x="259523" y="292193"/>
                  </a:lnTo>
                  <a:lnTo>
                    <a:pt x="223219" y="320843"/>
                  </a:lnTo>
                  <a:lnTo>
                    <a:pt x="183644" y="345112"/>
                  </a:lnTo>
                  <a:lnTo>
                    <a:pt x="141164" y="364631"/>
                  </a:lnTo>
                  <a:lnTo>
                    <a:pt x="96151" y="379030"/>
                  </a:lnTo>
                  <a:lnTo>
                    <a:pt x="48973" y="387941"/>
                  </a:lnTo>
                  <a:lnTo>
                    <a:pt x="0" y="390993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"/>
            <p:cNvSpPr/>
            <p:nvPr/>
          </p:nvSpPr>
          <p:spPr>
            <a:xfrm>
              <a:off x="2600660" y="10469307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0" y="0"/>
                  </a:moveTo>
                  <a:lnTo>
                    <a:pt x="0" y="364941"/>
                  </a:lnTo>
                  <a:lnTo>
                    <a:pt x="48973" y="367993"/>
                  </a:lnTo>
                  <a:lnTo>
                    <a:pt x="96151" y="376903"/>
                  </a:lnTo>
                  <a:lnTo>
                    <a:pt x="141164" y="391302"/>
                  </a:lnTo>
                  <a:lnTo>
                    <a:pt x="183644" y="410820"/>
                  </a:lnTo>
                  <a:lnTo>
                    <a:pt x="223219" y="435088"/>
                  </a:lnTo>
                  <a:lnTo>
                    <a:pt x="259523" y="463736"/>
                  </a:lnTo>
                  <a:lnTo>
                    <a:pt x="292184" y="496397"/>
                  </a:lnTo>
                  <a:lnTo>
                    <a:pt x="320833" y="532700"/>
                  </a:lnTo>
                  <a:lnTo>
                    <a:pt x="345102" y="572275"/>
                  </a:lnTo>
                  <a:lnTo>
                    <a:pt x="364621" y="614755"/>
                  </a:lnTo>
                  <a:lnTo>
                    <a:pt x="379020" y="659769"/>
                  </a:lnTo>
                  <a:lnTo>
                    <a:pt x="387930" y="706949"/>
                  </a:lnTo>
                  <a:lnTo>
                    <a:pt x="390982" y="755924"/>
                  </a:lnTo>
                  <a:lnTo>
                    <a:pt x="755924" y="755924"/>
                  </a:lnTo>
                  <a:lnTo>
                    <a:pt x="754434" y="708189"/>
                  </a:lnTo>
                  <a:lnTo>
                    <a:pt x="750023" y="661232"/>
                  </a:lnTo>
                  <a:lnTo>
                    <a:pt x="742781" y="615144"/>
                  </a:lnTo>
                  <a:lnTo>
                    <a:pt x="732797" y="570014"/>
                  </a:lnTo>
                  <a:lnTo>
                    <a:pt x="720160" y="525930"/>
                  </a:lnTo>
                  <a:lnTo>
                    <a:pt x="704959" y="482983"/>
                  </a:lnTo>
                  <a:lnTo>
                    <a:pt x="687284" y="441260"/>
                  </a:lnTo>
                  <a:lnTo>
                    <a:pt x="667224" y="400852"/>
                  </a:lnTo>
                  <a:lnTo>
                    <a:pt x="644867" y="361848"/>
                  </a:lnTo>
                  <a:lnTo>
                    <a:pt x="620304" y="324337"/>
                  </a:lnTo>
                  <a:lnTo>
                    <a:pt x="593624" y="288408"/>
                  </a:lnTo>
                  <a:lnTo>
                    <a:pt x="564915" y="254150"/>
                  </a:lnTo>
                  <a:lnTo>
                    <a:pt x="534267" y="221652"/>
                  </a:lnTo>
                  <a:lnTo>
                    <a:pt x="501770" y="191005"/>
                  </a:lnTo>
                  <a:lnTo>
                    <a:pt x="467512" y="162297"/>
                  </a:lnTo>
                  <a:lnTo>
                    <a:pt x="431582" y="135616"/>
                  </a:lnTo>
                  <a:lnTo>
                    <a:pt x="394071" y="111054"/>
                  </a:lnTo>
                  <a:lnTo>
                    <a:pt x="355067" y="88698"/>
                  </a:lnTo>
                  <a:lnTo>
                    <a:pt x="314659" y="68638"/>
                  </a:lnTo>
                  <a:lnTo>
                    <a:pt x="272937" y="50963"/>
                  </a:lnTo>
                  <a:lnTo>
                    <a:pt x="229989" y="35763"/>
                  </a:lnTo>
                  <a:lnTo>
                    <a:pt x="185906" y="23126"/>
                  </a:lnTo>
                  <a:lnTo>
                    <a:pt x="140776" y="13142"/>
                  </a:lnTo>
                  <a:lnTo>
                    <a:pt x="94689" y="5900"/>
                  </a:lnTo>
                  <a:lnTo>
                    <a:pt x="47734" y="14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6"/>
            <p:cNvSpPr/>
            <p:nvPr/>
          </p:nvSpPr>
          <p:spPr>
            <a:xfrm>
              <a:off x="3449769" y="10469307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708190" y="1490"/>
                  </a:lnTo>
                  <a:lnTo>
                    <a:pt x="661235" y="5900"/>
                  </a:lnTo>
                  <a:lnTo>
                    <a:pt x="615147" y="13142"/>
                  </a:lnTo>
                  <a:lnTo>
                    <a:pt x="570018" y="23126"/>
                  </a:lnTo>
                  <a:lnTo>
                    <a:pt x="525934" y="35763"/>
                  </a:lnTo>
                  <a:lnTo>
                    <a:pt x="482987" y="50963"/>
                  </a:lnTo>
                  <a:lnTo>
                    <a:pt x="441265" y="68638"/>
                  </a:lnTo>
                  <a:lnTo>
                    <a:pt x="400857" y="88698"/>
                  </a:lnTo>
                  <a:lnTo>
                    <a:pt x="361853" y="111054"/>
                  </a:lnTo>
                  <a:lnTo>
                    <a:pt x="324341" y="135616"/>
                  </a:lnTo>
                  <a:lnTo>
                    <a:pt x="288412" y="162297"/>
                  </a:lnTo>
                  <a:lnTo>
                    <a:pt x="254154" y="191005"/>
                  </a:lnTo>
                  <a:lnTo>
                    <a:pt x="221656" y="221652"/>
                  </a:lnTo>
                  <a:lnTo>
                    <a:pt x="191009" y="254150"/>
                  </a:lnTo>
                  <a:lnTo>
                    <a:pt x="162300" y="288408"/>
                  </a:lnTo>
                  <a:lnTo>
                    <a:pt x="135619" y="324337"/>
                  </a:lnTo>
                  <a:lnTo>
                    <a:pt x="111056" y="361848"/>
                  </a:lnTo>
                  <a:lnTo>
                    <a:pt x="88700" y="400852"/>
                  </a:lnTo>
                  <a:lnTo>
                    <a:pt x="68639" y="441260"/>
                  </a:lnTo>
                  <a:lnTo>
                    <a:pt x="50964" y="482983"/>
                  </a:lnTo>
                  <a:lnTo>
                    <a:pt x="35764" y="525930"/>
                  </a:lnTo>
                  <a:lnTo>
                    <a:pt x="23126" y="570014"/>
                  </a:lnTo>
                  <a:lnTo>
                    <a:pt x="13142" y="615144"/>
                  </a:lnTo>
                  <a:lnTo>
                    <a:pt x="5900" y="661232"/>
                  </a:lnTo>
                  <a:lnTo>
                    <a:pt x="1490" y="708189"/>
                  </a:lnTo>
                  <a:lnTo>
                    <a:pt x="0" y="755924"/>
                  </a:lnTo>
                  <a:lnTo>
                    <a:pt x="364941" y="755924"/>
                  </a:lnTo>
                  <a:lnTo>
                    <a:pt x="367993" y="706949"/>
                  </a:lnTo>
                  <a:lnTo>
                    <a:pt x="376904" y="659769"/>
                  </a:lnTo>
                  <a:lnTo>
                    <a:pt x="391303" y="614755"/>
                  </a:lnTo>
                  <a:lnTo>
                    <a:pt x="410822" y="572275"/>
                  </a:lnTo>
                  <a:lnTo>
                    <a:pt x="435090" y="532700"/>
                  </a:lnTo>
                  <a:lnTo>
                    <a:pt x="463740" y="496397"/>
                  </a:lnTo>
                  <a:lnTo>
                    <a:pt x="496401" y="463736"/>
                  </a:lnTo>
                  <a:lnTo>
                    <a:pt x="532704" y="435088"/>
                  </a:lnTo>
                  <a:lnTo>
                    <a:pt x="572280" y="410820"/>
                  </a:lnTo>
                  <a:lnTo>
                    <a:pt x="614759" y="391302"/>
                  </a:lnTo>
                  <a:lnTo>
                    <a:pt x="659773" y="376903"/>
                  </a:lnTo>
                  <a:lnTo>
                    <a:pt x="706951" y="367993"/>
                  </a:lnTo>
                  <a:lnTo>
                    <a:pt x="755924" y="364941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7"/>
            <p:cNvSpPr/>
            <p:nvPr/>
          </p:nvSpPr>
          <p:spPr>
            <a:xfrm>
              <a:off x="5178288" y="10469307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708190" y="1490"/>
                  </a:lnTo>
                  <a:lnTo>
                    <a:pt x="661235" y="5900"/>
                  </a:lnTo>
                  <a:lnTo>
                    <a:pt x="615147" y="13142"/>
                  </a:lnTo>
                  <a:lnTo>
                    <a:pt x="570018" y="23126"/>
                  </a:lnTo>
                  <a:lnTo>
                    <a:pt x="525934" y="35763"/>
                  </a:lnTo>
                  <a:lnTo>
                    <a:pt x="482987" y="50963"/>
                  </a:lnTo>
                  <a:lnTo>
                    <a:pt x="441265" y="68638"/>
                  </a:lnTo>
                  <a:lnTo>
                    <a:pt x="400857" y="88698"/>
                  </a:lnTo>
                  <a:lnTo>
                    <a:pt x="361853" y="111054"/>
                  </a:lnTo>
                  <a:lnTo>
                    <a:pt x="324341" y="135616"/>
                  </a:lnTo>
                  <a:lnTo>
                    <a:pt x="288412" y="162297"/>
                  </a:lnTo>
                  <a:lnTo>
                    <a:pt x="254154" y="191005"/>
                  </a:lnTo>
                  <a:lnTo>
                    <a:pt x="221656" y="221652"/>
                  </a:lnTo>
                  <a:lnTo>
                    <a:pt x="191009" y="254150"/>
                  </a:lnTo>
                  <a:lnTo>
                    <a:pt x="162300" y="288408"/>
                  </a:lnTo>
                  <a:lnTo>
                    <a:pt x="135619" y="324337"/>
                  </a:lnTo>
                  <a:lnTo>
                    <a:pt x="111056" y="361848"/>
                  </a:lnTo>
                  <a:lnTo>
                    <a:pt x="88700" y="400852"/>
                  </a:lnTo>
                  <a:lnTo>
                    <a:pt x="68639" y="441260"/>
                  </a:lnTo>
                  <a:lnTo>
                    <a:pt x="50964" y="482983"/>
                  </a:lnTo>
                  <a:lnTo>
                    <a:pt x="35764" y="525930"/>
                  </a:lnTo>
                  <a:lnTo>
                    <a:pt x="23126" y="570014"/>
                  </a:lnTo>
                  <a:lnTo>
                    <a:pt x="13142" y="615144"/>
                  </a:lnTo>
                  <a:lnTo>
                    <a:pt x="5900" y="661232"/>
                  </a:lnTo>
                  <a:lnTo>
                    <a:pt x="1490" y="708189"/>
                  </a:lnTo>
                  <a:lnTo>
                    <a:pt x="0" y="755924"/>
                  </a:lnTo>
                  <a:lnTo>
                    <a:pt x="364941" y="755924"/>
                  </a:lnTo>
                  <a:lnTo>
                    <a:pt x="367993" y="706949"/>
                  </a:lnTo>
                  <a:lnTo>
                    <a:pt x="376904" y="659769"/>
                  </a:lnTo>
                  <a:lnTo>
                    <a:pt x="391303" y="614755"/>
                  </a:lnTo>
                  <a:lnTo>
                    <a:pt x="410822" y="572275"/>
                  </a:lnTo>
                  <a:lnTo>
                    <a:pt x="435090" y="532700"/>
                  </a:lnTo>
                  <a:lnTo>
                    <a:pt x="463740" y="496397"/>
                  </a:lnTo>
                  <a:lnTo>
                    <a:pt x="496401" y="463736"/>
                  </a:lnTo>
                  <a:lnTo>
                    <a:pt x="532704" y="435088"/>
                  </a:lnTo>
                  <a:lnTo>
                    <a:pt x="572280" y="410820"/>
                  </a:lnTo>
                  <a:lnTo>
                    <a:pt x="614759" y="391302"/>
                  </a:lnTo>
                  <a:lnTo>
                    <a:pt x="659773" y="376903"/>
                  </a:lnTo>
                  <a:lnTo>
                    <a:pt x="706951" y="367993"/>
                  </a:lnTo>
                  <a:lnTo>
                    <a:pt x="755924" y="364941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8"/>
            <p:cNvSpPr/>
            <p:nvPr/>
          </p:nvSpPr>
          <p:spPr>
            <a:xfrm>
              <a:off x="4325330" y="10469307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0" y="0"/>
                  </a:moveTo>
                  <a:lnTo>
                    <a:pt x="0" y="364941"/>
                  </a:lnTo>
                  <a:lnTo>
                    <a:pt x="48973" y="367993"/>
                  </a:lnTo>
                  <a:lnTo>
                    <a:pt x="96151" y="376903"/>
                  </a:lnTo>
                  <a:lnTo>
                    <a:pt x="141164" y="391302"/>
                  </a:lnTo>
                  <a:lnTo>
                    <a:pt x="183644" y="410820"/>
                  </a:lnTo>
                  <a:lnTo>
                    <a:pt x="223219" y="435088"/>
                  </a:lnTo>
                  <a:lnTo>
                    <a:pt x="259523" y="463736"/>
                  </a:lnTo>
                  <a:lnTo>
                    <a:pt x="292184" y="496397"/>
                  </a:lnTo>
                  <a:lnTo>
                    <a:pt x="320833" y="532700"/>
                  </a:lnTo>
                  <a:lnTo>
                    <a:pt x="345102" y="572275"/>
                  </a:lnTo>
                  <a:lnTo>
                    <a:pt x="364621" y="614755"/>
                  </a:lnTo>
                  <a:lnTo>
                    <a:pt x="379020" y="659769"/>
                  </a:lnTo>
                  <a:lnTo>
                    <a:pt x="387930" y="706949"/>
                  </a:lnTo>
                  <a:lnTo>
                    <a:pt x="390982" y="755924"/>
                  </a:lnTo>
                  <a:lnTo>
                    <a:pt x="755924" y="755924"/>
                  </a:lnTo>
                  <a:lnTo>
                    <a:pt x="754434" y="708189"/>
                  </a:lnTo>
                  <a:lnTo>
                    <a:pt x="750023" y="661232"/>
                  </a:lnTo>
                  <a:lnTo>
                    <a:pt x="742781" y="615144"/>
                  </a:lnTo>
                  <a:lnTo>
                    <a:pt x="732797" y="570014"/>
                  </a:lnTo>
                  <a:lnTo>
                    <a:pt x="720160" y="525930"/>
                  </a:lnTo>
                  <a:lnTo>
                    <a:pt x="704959" y="482983"/>
                  </a:lnTo>
                  <a:lnTo>
                    <a:pt x="687284" y="441260"/>
                  </a:lnTo>
                  <a:lnTo>
                    <a:pt x="667224" y="400852"/>
                  </a:lnTo>
                  <a:lnTo>
                    <a:pt x="644867" y="361848"/>
                  </a:lnTo>
                  <a:lnTo>
                    <a:pt x="620304" y="324337"/>
                  </a:lnTo>
                  <a:lnTo>
                    <a:pt x="593624" y="288408"/>
                  </a:lnTo>
                  <a:lnTo>
                    <a:pt x="564915" y="254150"/>
                  </a:lnTo>
                  <a:lnTo>
                    <a:pt x="534267" y="221652"/>
                  </a:lnTo>
                  <a:lnTo>
                    <a:pt x="501770" y="191005"/>
                  </a:lnTo>
                  <a:lnTo>
                    <a:pt x="467512" y="162297"/>
                  </a:lnTo>
                  <a:lnTo>
                    <a:pt x="431582" y="135616"/>
                  </a:lnTo>
                  <a:lnTo>
                    <a:pt x="394071" y="111054"/>
                  </a:lnTo>
                  <a:lnTo>
                    <a:pt x="355067" y="88698"/>
                  </a:lnTo>
                  <a:lnTo>
                    <a:pt x="314659" y="68638"/>
                  </a:lnTo>
                  <a:lnTo>
                    <a:pt x="272937" y="50963"/>
                  </a:lnTo>
                  <a:lnTo>
                    <a:pt x="229989" y="35763"/>
                  </a:lnTo>
                  <a:lnTo>
                    <a:pt x="185906" y="23126"/>
                  </a:lnTo>
                  <a:lnTo>
                    <a:pt x="140776" y="13142"/>
                  </a:lnTo>
                  <a:lnTo>
                    <a:pt x="94689" y="5900"/>
                  </a:lnTo>
                  <a:lnTo>
                    <a:pt x="47734" y="14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9"/>
            <p:cNvSpPr/>
            <p:nvPr/>
          </p:nvSpPr>
          <p:spPr>
            <a:xfrm>
              <a:off x="875987" y="10469304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93"/>
                  </a:lnTo>
                  <a:lnTo>
                    <a:pt x="706951" y="387941"/>
                  </a:lnTo>
                  <a:lnTo>
                    <a:pt x="659773" y="379030"/>
                  </a:lnTo>
                  <a:lnTo>
                    <a:pt x="614759" y="364631"/>
                  </a:lnTo>
                  <a:lnTo>
                    <a:pt x="572280" y="345112"/>
                  </a:lnTo>
                  <a:lnTo>
                    <a:pt x="532704" y="320843"/>
                  </a:lnTo>
                  <a:lnTo>
                    <a:pt x="496401" y="292193"/>
                  </a:lnTo>
                  <a:lnTo>
                    <a:pt x="463740" y="259531"/>
                  </a:lnTo>
                  <a:lnTo>
                    <a:pt x="435090" y="223227"/>
                  </a:lnTo>
                  <a:lnTo>
                    <a:pt x="410822" y="183651"/>
                  </a:lnTo>
                  <a:lnTo>
                    <a:pt x="391303" y="141170"/>
                  </a:lnTo>
                  <a:lnTo>
                    <a:pt x="376904" y="96155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10"/>
            <p:cNvSpPr/>
            <p:nvPr/>
          </p:nvSpPr>
          <p:spPr>
            <a:xfrm>
              <a:off x="39317" y="10469304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5"/>
                  </a:lnTo>
                  <a:lnTo>
                    <a:pt x="364621" y="141170"/>
                  </a:lnTo>
                  <a:lnTo>
                    <a:pt x="345102" y="183651"/>
                  </a:lnTo>
                  <a:lnTo>
                    <a:pt x="320833" y="223227"/>
                  </a:lnTo>
                  <a:lnTo>
                    <a:pt x="292184" y="259531"/>
                  </a:lnTo>
                  <a:lnTo>
                    <a:pt x="259523" y="292193"/>
                  </a:lnTo>
                  <a:lnTo>
                    <a:pt x="223219" y="320843"/>
                  </a:lnTo>
                  <a:lnTo>
                    <a:pt x="183644" y="345112"/>
                  </a:lnTo>
                  <a:lnTo>
                    <a:pt x="141164" y="364631"/>
                  </a:lnTo>
                  <a:lnTo>
                    <a:pt x="96151" y="379030"/>
                  </a:lnTo>
                  <a:lnTo>
                    <a:pt x="48973" y="387941"/>
                  </a:lnTo>
                  <a:lnTo>
                    <a:pt x="0" y="390993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12"/>
            <p:cNvSpPr/>
            <p:nvPr/>
          </p:nvSpPr>
          <p:spPr>
            <a:xfrm>
              <a:off x="1751547" y="9605433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0" y="0"/>
                  </a:moveTo>
                  <a:lnTo>
                    <a:pt x="0" y="364931"/>
                  </a:lnTo>
                  <a:lnTo>
                    <a:pt x="48973" y="367983"/>
                  </a:lnTo>
                  <a:lnTo>
                    <a:pt x="96151" y="376893"/>
                  </a:lnTo>
                  <a:lnTo>
                    <a:pt x="141164" y="391293"/>
                  </a:lnTo>
                  <a:lnTo>
                    <a:pt x="183644" y="410812"/>
                  </a:lnTo>
                  <a:lnTo>
                    <a:pt x="223219" y="435081"/>
                  </a:lnTo>
                  <a:lnTo>
                    <a:pt x="259523" y="463731"/>
                  </a:lnTo>
                  <a:lnTo>
                    <a:pt x="292184" y="496392"/>
                  </a:lnTo>
                  <a:lnTo>
                    <a:pt x="320833" y="532696"/>
                  </a:lnTo>
                  <a:lnTo>
                    <a:pt x="345102" y="572273"/>
                  </a:lnTo>
                  <a:lnTo>
                    <a:pt x="364621" y="614754"/>
                  </a:lnTo>
                  <a:lnTo>
                    <a:pt x="379020" y="659769"/>
                  </a:lnTo>
                  <a:lnTo>
                    <a:pt x="387930" y="706948"/>
                  </a:lnTo>
                  <a:lnTo>
                    <a:pt x="390982" y="755924"/>
                  </a:lnTo>
                  <a:lnTo>
                    <a:pt x="755924" y="755924"/>
                  </a:lnTo>
                  <a:lnTo>
                    <a:pt x="754434" y="708189"/>
                  </a:lnTo>
                  <a:lnTo>
                    <a:pt x="750023" y="661232"/>
                  </a:lnTo>
                  <a:lnTo>
                    <a:pt x="742781" y="615144"/>
                  </a:lnTo>
                  <a:lnTo>
                    <a:pt x="732797" y="570014"/>
                  </a:lnTo>
                  <a:lnTo>
                    <a:pt x="720160" y="525930"/>
                  </a:lnTo>
                  <a:lnTo>
                    <a:pt x="704959" y="482983"/>
                  </a:lnTo>
                  <a:lnTo>
                    <a:pt x="687284" y="441260"/>
                  </a:lnTo>
                  <a:lnTo>
                    <a:pt x="667224" y="400852"/>
                  </a:lnTo>
                  <a:lnTo>
                    <a:pt x="644867" y="361848"/>
                  </a:lnTo>
                  <a:lnTo>
                    <a:pt x="620304" y="324337"/>
                  </a:lnTo>
                  <a:lnTo>
                    <a:pt x="593624" y="288408"/>
                  </a:lnTo>
                  <a:lnTo>
                    <a:pt x="564915" y="254150"/>
                  </a:lnTo>
                  <a:lnTo>
                    <a:pt x="534267" y="221652"/>
                  </a:lnTo>
                  <a:lnTo>
                    <a:pt x="501770" y="191005"/>
                  </a:lnTo>
                  <a:lnTo>
                    <a:pt x="467512" y="162297"/>
                  </a:lnTo>
                  <a:lnTo>
                    <a:pt x="431582" y="135616"/>
                  </a:lnTo>
                  <a:lnTo>
                    <a:pt x="394071" y="111054"/>
                  </a:lnTo>
                  <a:lnTo>
                    <a:pt x="355067" y="88698"/>
                  </a:lnTo>
                  <a:lnTo>
                    <a:pt x="314659" y="68638"/>
                  </a:lnTo>
                  <a:lnTo>
                    <a:pt x="272937" y="50963"/>
                  </a:lnTo>
                  <a:lnTo>
                    <a:pt x="229989" y="35763"/>
                  </a:lnTo>
                  <a:lnTo>
                    <a:pt x="185906" y="23126"/>
                  </a:lnTo>
                  <a:lnTo>
                    <a:pt x="140776" y="13142"/>
                  </a:lnTo>
                  <a:lnTo>
                    <a:pt x="94689" y="5900"/>
                  </a:lnTo>
                  <a:lnTo>
                    <a:pt x="47734" y="14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13"/>
            <p:cNvSpPr/>
            <p:nvPr/>
          </p:nvSpPr>
          <p:spPr>
            <a:xfrm>
              <a:off x="2600660" y="9605429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4"/>
                  </a:lnTo>
                  <a:lnTo>
                    <a:pt x="364621" y="141169"/>
                  </a:lnTo>
                  <a:lnTo>
                    <a:pt x="345102" y="183648"/>
                  </a:lnTo>
                  <a:lnTo>
                    <a:pt x="320833" y="223224"/>
                  </a:lnTo>
                  <a:lnTo>
                    <a:pt x="292184" y="259527"/>
                  </a:lnTo>
                  <a:lnTo>
                    <a:pt x="259523" y="292187"/>
                  </a:lnTo>
                  <a:lnTo>
                    <a:pt x="223219" y="320836"/>
                  </a:lnTo>
                  <a:lnTo>
                    <a:pt x="183644" y="345104"/>
                  </a:lnTo>
                  <a:lnTo>
                    <a:pt x="141164" y="364622"/>
                  </a:lnTo>
                  <a:lnTo>
                    <a:pt x="96151" y="379020"/>
                  </a:lnTo>
                  <a:lnTo>
                    <a:pt x="48973" y="387930"/>
                  </a:lnTo>
                  <a:lnTo>
                    <a:pt x="0" y="390982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14"/>
            <p:cNvSpPr/>
            <p:nvPr/>
          </p:nvSpPr>
          <p:spPr>
            <a:xfrm>
              <a:off x="3449769" y="9605429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82"/>
                  </a:lnTo>
                  <a:lnTo>
                    <a:pt x="706951" y="387930"/>
                  </a:lnTo>
                  <a:lnTo>
                    <a:pt x="659773" y="379020"/>
                  </a:lnTo>
                  <a:lnTo>
                    <a:pt x="614759" y="364622"/>
                  </a:lnTo>
                  <a:lnTo>
                    <a:pt x="572280" y="345104"/>
                  </a:lnTo>
                  <a:lnTo>
                    <a:pt x="532704" y="320836"/>
                  </a:lnTo>
                  <a:lnTo>
                    <a:pt x="496401" y="292187"/>
                  </a:lnTo>
                  <a:lnTo>
                    <a:pt x="463740" y="259527"/>
                  </a:lnTo>
                  <a:lnTo>
                    <a:pt x="435090" y="223224"/>
                  </a:lnTo>
                  <a:lnTo>
                    <a:pt x="410822" y="183648"/>
                  </a:lnTo>
                  <a:lnTo>
                    <a:pt x="391303" y="141169"/>
                  </a:lnTo>
                  <a:lnTo>
                    <a:pt x="376904" y="96154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15"/>
            <p:cNvSpPr/>
            <p:nvPr/>
          </p:nvSpPr>
          <p:spPr>
            <a:xfrm>
              <a:off x="5178288" y="9605429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82"/>
                  </a:lnTo>
                  <a:lnTo>
                    <a:pt x="706951" y="387930"/>
                  </a:lnTo>
                  <a:lnTo>
                    <a:pt x="659773" y="379020"/>
                  </a:lnTo>
                  <a:lnTo>
                    <a:pt x="614759" y="364622"/>
                  </a:lnTo>
                  <a:lnTo>
                    <a:pt x="572280" y="345104"/>
                  </a:lnTo>
                  <a:lnTo>
                    <a:pt x="532704" y="320836"/>
                  </a:lnTo>
                  <a:lnTo>
                    <a:pt x="496401" y="292187"/>
                  </a:lnTo>
                  <a:lnTo>
                    <a:pt x="463740" y="259527"/>
                  </a:lnTo>
                  <a:lnTo>
                    <a:pt x="435090" y="223224"/>
                  </a:lnTo>
                  <a:lnTo>
                    <a:pt x="410822" y="183648"/>
                  </a:lnTo>
                  <a:lnTo>
                    <a:pt x="391303" y="141169"/>
                  </a:lnTo>
                  <a:lnTo>
                    <a:pt x="376904" y="96154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16"/>
            <p:cNvSpPr/>
            <p:nvPr/>
          </p:nvSpPr>
          <p:spPr>
            <a:xfrm>
              <a:off x="4325330" y="9605429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4"/>
                  </a:lnTo>
                  <a:lnTo>
                    <a:pt x="364621" y="141169"/>
                  </a:lnTo>
                  <a:lnTo>
                    <a:pt x="345102" y="183648"/>
                  </a:lnTo>
                  <a:lnTo>
                    <a:pt x="320833" y="223224"/>
                  </a:lnTo>
                  <a:lnTo>
                    <a:pt x="292184" y="259527"/>
                  </a:lnTo>
                  <a:lnTo>
                    <a:pt x="259523" y="292187"/>
                  </a:lnTo>
                  <a:lnTo>
                    <a:pt x="223219" y="320836"/>
                  </a:lnTo>
                  <a:lnTo>
                    <a:pt x="183644" y="345104"/>
                  </a:lnTo>
                  <a:lnTo>
                    <a:pt x="141164" y="364622"/>
                  </a:lnTo>
                  <a:lnTo>
                    <a:pt x="96151" y="379020"/>
                  </a:lnTo>
                  <a:lnTo>
                    <a:pt x="48973" y="387930"/>
                  </a:lnTo>
                  <a:lnTo>
                    <a:pt x="0" y="390982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18"/>
            <p:cNvSpPr/>
            <p:nvPr/>
          </p:nvSpPr>
          <p:spPr>
            <a:xfrm>
              <a:off x="875987" y="9605429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82"/>
                  </a:lnTo>
                  <a:lnTo>
                    <a:pt x="706951" y="387930"/>
                  </a:lnTo>
                  <a:lnTo>
                    <a:pt x="659773" y="379020"/>
                  </a:lnTo>
                  <a:lnTo>
                    <a:pt x="614759" y="364622"/>
                  </a:lnTo>
                  <a:lnTo>
                    <a:pt x="572280" y="345104"/>
                  </a:lnTo>
                  <a:lnTo>
                    <a:pt x="532704" y="320836"/>
                  </a:lnTo>
                  <a:lnTo>
                    <a:pt x="496401" y="292187"/>
                  </a:lnTo>
                  <a:lnTo>
                    <a:pt x="463740" y="259527"/>
                  </a:lnTo>
                  <a:lnTo>
                    <a:pt x="435090" y="223224"/>
                  </a:lnTo>
                  <a:lnTo>
                    <a:pt x="410822" y="183648"/>
                  </a:lnTo>
                  <a:lnTo>
                    <a:pt x="391303" y="141169"/>
                  </a:lnTo>
                  <a:lnTo>
                    <a:pt x="376904" y="96154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19"/>
            <p:cNvSpPr/>
            <p:nvPr/>
          </p:nvSpPr>
          <p:spPr>
            <a:xfrm>
              <a:off x="39317" y="9605429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4"/>
                  </a:lnTo>
                  <a:lnTo>
                    <a:pt x="364621" y="141169"/>
                  </a:lnTo>
                  <a:lnTo>
                    <a:pt x="345102" y="183648"/>
                  </a:lnTo>
                  <a:lnTo>
                    <a:pt x="320833" y="223224"/>
                  </a:lnTo>
                  <a:lnTo>
                    <a:pt x="292184" y="259527"/>
                  </a:lnTo>
                  <a:lnTo>
                    <a:pt x="259523" y="292187"/>
                  </a:lnTo>
                  <a:lnTo>
                    <a:pt x="223219" y="320836"/>
                  </a:lnTo>
                  <a:lnTo>
                    <a:pt x="183644" y="345104"/>
                  </a:lnTo>
                  <a:lnTo>
                    <a:pt x="141164" y="364622"/>
                  </a:lnTo>
                  <a:lnTo>
                    <a:pt x="96151" y="379020"/>
                  </a:lnTo>
                  <a:lnTo>
                    <a:pt x="48973" y="387930"/>
                  </a:lnTo>
                  <a:lnTo>
                    <a:pt x="0" y="390982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Заголовок 7"/>
          <p:cNvSpPr txBox="1">
            <a:spLocks/>
          </p:cNvSpPr>
          <p:nvPr/>
        </p:nvSpPr>
        <p:spPr>
          <a:xfrm>
            <a:off x="1507762" y="2104261"/>
            <a:ext cx="15933200" cy="728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chemeClr val="bg1"/>
                </a:solidFill>
                <a:latin typeface="Microsoft Sans Serif"/>
                <a:ea typeface="+mj-ea"/>
                <a:cs typeface="Microsoft Sans Serif"/>
              </a:defRPr>
            </a:lvl1pPr>
          </a:lstStyle>
          <a:p>
            <a:r>
              <a:rPr lang="ru-RU" kern="0" dirty="0" smtClean="0">
                <a:solidFill>
                  <a:srgbClr val="001F82"/>
                </a:solidFill>
              </a:rPr>
              <a:t>Издание приказов о зачислении</a:t>
            </a:r>
            <a:endParaRPr lang="ru-RU" kern="0" dirty="0">
              <a:solidFill>
                <a:srgbClr val="001F82"/>
              </a:solidFill>
            </a:endParaRPr>
          </a:p>
        </p:txBody>
      </p:sp>
      <p:graphicFrame>
        <p:nvGraphicFramePr>
          <p:cNvPr id="70" name="Таблица 6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9702078"/>
              </p:ext>
            </p:extLst>
          </p:nvPr>
        </p:nvGraphicFramePr>
        <p:xfrm>
          <a:off x="1507762" y="3749675"/>
          <a:ext cx="17270296" cy="37029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635148">
                  <a:extLst>
                    <a:ext uri="{9D8B030D-6E8A-4147-A177-3AD203B41FA5}">
                      <a16:colId xmlns:a16="http://schemas.microsoft.com/office/drawing/2014/main" val="557330496"/>
                    </a:ext>
                  </a:extLst>
                </a:gridCol>
                <a:gridCol w="8635148">
                  <a:extLst>
                    <a:ext uri="{9D8B030D-6E8A-4147-A177-3AD203B41FA5}">
                      <a16:colId xmlns:a16="http://schemas.microsoft.com/office/drawing/2014/main" val="3553087024"/>
                    </a:ext>
                  </a:extLst>
                </a:gridCol>
              </a:tblGrid>
              <a:tr h="1252874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 smtClean="0">
                          <a:solidFill>
                            <a:srgbClr val="001F82"/>
                          </a:solidFill>
                          <a:latin typeface="Montserrat" panose="00000500000000000000" pitchFamily="2" charset="-52"/>
                          <a:ea typeface="Open Sans" pitchFamily="2" charset="0"/>
                          <a:cs typeface="Open Sans" pitchFamily="2" charset="0"/>
                        </a:rPr>
                        <a:t>Особая, целевая, отдельная квоты,</a:t>
                      </a:r>
                    </a:p>
                    <a:p>
                      <a:pPr algn="ctr"/>
                      <a:r>
                        <a:rPr lang="ru-RU" sz="2400" b="1" dirty="0" smtClean="0">
                          <a:solidFill>
                            <a:srgbClr val="001F82"/>
                          </a:solidFill>
                          <a:latin typeface="Montserrat" panose="00000500000000000000" pitchFamily="2" charset="-52"/>
                          <a:ea typeface="Open Sans" pitchFamily="2" charset="0"/>
                          <a:cs typeface="Open Sans" pitchFamily="2" charset="0"/>
                        </a:rPr>
                        <a:t>без вступительных испытаний</a:t>
                      </a:r>
                      <a:endParaRPr lang="ru-RU" sz="2400" b="1" dirty="0">
                        <a:solidFill>
                          <a:srgbClr val="001F82"/>
                        </a:solidFill>
                        <a:latin typeface="Montserrat" panose="00000500000000000000" pitchFamily="2" charset="-52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0" dirty="0" smtClean="0">
                          <a:solidFill>
                            <a:srgbClr val="001F82"/>
                          </a:solidFill>
                          <a:latin typeface="Montserrat" panose="00000500000000000000" pitchFamily="2" charset="-52"/>
                          <a:ea typeface="Open Sans" pitchFamily="2" charset="0"/>
                          <a:cs typeface="Open Sans" pitchFamily="2" charset="0"/>
                        </a:rPr>
                        <a:t>29 июля</a:t>
                      </a:r>
                    </a:p>
                    <a:p>
                      <a:pPr algn="ctr"/>
                      <a:endParaRPr lang="ru-RU" sz="2400" b="0" dirty="0">
                        <a:solidFill>
                          <a:srgbClr val="001F82"/>
                        </a:solidFill>
                        <a:latin typeface="Montserrat" panose="00000500000000000000" pitchFamily="2" charset="-52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2887450"/>
                  </a:ext>
                </a:extLst>
              </a:tr>
              <a:tr h="1225032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 smtClean="0">
                          <a:solidFill>
                            <a:srgbClr val="001F82"/>
                          </a:solidFill>
                          <a:latin typeface="Montserrat" panose="00000500000000000000" pitchFamily="2" charset="-52"/>
                          <a:ea typeface="Open Sans" pitchFamily="2" charset="0"/>
                          <a:cs typeface="Open Sans" pitchFamily="2" charset="0"/>
                        </a:rPr>
                        <a:t>Поступающие</a:t>
                      </a:r>
                    </a:p>
                    <a:p>
                      <a:pPr algn="ctr"/>
                      <a:r>
                        <a:rPr lang="ru-RU" sz="2400" b="1" dirty="0" smtClean="0">
                          <a:solidFill>
                            <a:srgbClr val="001F82"/>
                          </a:solidFill>
                          <a:latin typeface="Montserrat" panose="00000500000000000000" pitchFamily="2" charset="-52"/>
                          <a:ea typeface="Open Sans" pitchFamily="2" charset="0"/>
                          <a:cs typeface="Open Sans" pitchFamily="2" charset="0"/>
                        </a:rPr>
                        <a:t>на бюджет по общему конкурсу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0" dirty="0" smtClean="0">
                          <a:solidFill>
                            <a:srgbClr val="001F82"/>
                          </a:solidFill>
                          <a:latin typeface="Montserrat" panose="00000500000000000000" pitchFamily="2" charset="-52"/>
                          <a:ea typeface="Open Sans" pitchFamily="2" charset="0"/>
                          <a:cs typeface="Open Sans" pitchFamily="2" charset="0"/>
                        </a:rPr>
                        <a:t>5 августа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61611006"/>
                  </a:ext>
                </a:extLst>
              </a:tr>
              <a:tr h="1225032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 smtClean="0">
                          <a:solidFill>
                            <a:srgbClr val="001F82"/>
                          </a:solidFill>
                          <a:latin typeface="Montserrat" panose="00000500000000000000" pitchFamily="2" charset="-52"/>
                          <a:ea typeface="Open Sans" pitchFamily="2" charset="0"/>
                          <a:cs typeface="Open Sans" pitchFamily="2" charset="0"/>
                        </a:rPr>
                        <a:t>Поступающие</a:t>
                      </a:r>
                    </a:p>
                    <a:p>
                      <a:pPr algn="ctr"/>
                      <a:r>
                        <a:rPr lang="ru-RU" sz="2400" b="1" dirty="0" smtClean="0">
                          <a:solidFill>
                            <a:srgbClr val="001F82"/>
                          </a:solidFill>
                          <a:latin typeface="Montserrat" panose="00000500000000000000" pitchFamily="2" charset="-52"/>
                          <a:ea typeface="Open Sans" pitchFamily="2" charset="0"/>
                          <a:cs typeface="Open Sans" pitchFamily="2" charset="0"/>
                        </a:rPr>
                        <a:t>на </a:t>
                      </a:r>
                      <a:r>
                        <a:rPr lang="ru-RU" sz="2400" b="1" dirty="0" err="1" smtClean="0">
                          <a:solidFill>
                            <a:srgbClr val="001F82"/>
                          </a:solidFill>
                          <a:latin typeface="Montserrat" panose="00000500000000000000" pitchFamily="2" charset="-52"/>
                          <a:ea typeface="Open Sans" pitchFamily="2" charset="0"/>
                          <a:cs typeface="Open Sans" pitchFamily="2" charset="0"/>
                        </a:rPr>
                        <a:t>внебюджет</a:t>
                      </a:r>
                      <a:endParaRPr lang="ru-RU" sz="2400" b="1" dirty="0">
                        <a:solidFill>
                          <a:srgbClr val="001F82"/>
                        </a:solidFill>
                        <a:latin typeface="Montserrat" panose="00000500000000000000" pitchFamily="2" charset="-52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b="0" dirty="0" smtClean="0">
                          <a:solidFill>
                            <a:srgbClr val="001F82"/>
                          </a:solidFill>
                          <a:latin typeface="Montserrat" panose="00000500000000000000" pitchFamily="2" charset="-52"/>
                          <a:ea typeface="Open Sans" pitchFamily="2" charset="0"/>
                          <a:cs typeface="Open Sans" pitchFamily="2" charset="0"/>
                        </a:rPr>
                        <a:t>13 августа</a:t>
                      </a:r>
                      <a:endParaRPr lang="ru-RU" sz="2400" b="0" dirty="0">
                        <a:solidFill>
                          <a:srgbClr val="001F82"/>
                        </a:solidFill>
                        <a:latin typeface="Montserrat" panose="00000500000000000000" pitchFamily="2" charset="-52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F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14347468"/>
                  </a:ext>
                </a:extLst>
              </a:tr>
            </a:tbl>
          </a:graphicData>
        </a:graphic>
      </p:graphicFrame>
      <p:grpSp>
        <p:nvGrpSpPr>
          <p:cNvPr id="71" name="Группа 70"/>
          <p:cNvGrpSpPr/>
          <p:nvPr/>
        </p:nvGrpSpPr>
        <p:grpSpPr>
          <a:xfrm rot="10800000">
            <a:off x="15364816" y="10012130"/>
            <a:ext cx="5422990" cy="1227517"/>
            <a:chOff x="13233767" y="9599728"/>
            <a:chExt cx="6770815" cy="1620163"/>
          </a:xfrm>
        </p:grpSpPr>
        <p:sp>
          <p:nvSpPr>
            <p:cNvPr id="72" name="object 4"/>
            <p:cNvSpPr/>
            <p:nvPr/>
          </p:nvSpPr>
          <p:spPr>
            <a:xfrm>
              <a:off x="15821556" y="10463603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5"/>
                  </a:lnTo>
                  <a:lnTo>
                    <a:pt x="364621" y="141170"/>
                  </a:lnTo>
                  <a:lnTo>
                    <a:pt x="345102" y="183651"/>
                  </a:lnTo>
                  <a:lnTo>
                    <a:pt x="320833" y="223227"/>
                  </a:lnTo>
                  <a:lnTo>
                    <a:pt x="292184" y="259531"/>
                  </a:lnTo>
                  <a:lnTo>
                    <a:pt x="259523" y="292193"/>
                  </a:lnTo>
                  <a:lnTo>
                    <a:pt x="223219" y="320843"/>
                  </a:lnTo>
                  <a:lnTo>
                    <a:pt x="183644" y="345112"/>
                  </a:lnTo>
                  <a:lnTo>
                    <a:pt x="141164" y="364631"/>
                  </a:lnTo>
                  <a:lnTo>
                    <a:pt x="96151" y="379030"/>
                  </a:lnTo>
                  <a:lnTo>
                    <a:pt x="48973" y="387941"/>
                  </a:lnTo>
                  <a:lnTo>
                    <a:pt x="0" y="390993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5"/>
            <p:cNvSpPr/>
            <p:nvPr/>
          </p:nvSpPr>
          <p:spPr>
            <a:xfrm>
              <a:off x="16670669" y="10463606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0" y="0"/>
                  </a:moveTo>
                  <a:lnTo>
                    <a:pt x="0" y="364941"/>
                  </a:lnTo>
                  <a:lnTo>
                    <a:pt x="48973" y="367993"/>
                  </a:lnTo>
                  <a:lnTo>
                    <a:pt x="96151" y="376903"/>
                  </a:lnTo>
                  <a:lnTo>
                    <a:pt x="141164" y="391302"/>
                  </a:lnTo>
                  <a:lnTo>
                    <a:pt x="183644" y="410820"/>
                  </a:lnTo>
                  <a:lnTo>
                    <a:pt x="223219" y="435088"/>
                  </a:lnTo>
                  <a:lnTo>
                    <a:pt x="259523" y="463736"/>
                  </a:lnTo>
                  <a:lnTo>
                    <a:pt x="292184" y="496397"/>
                  </a:lnTo>
                  <a:lnTo>
                    <a:pt x="320833" y="532700"/>
                  </a:lnTo>
                  <a:lnTo>
                    <a:pt x="345102" y="572275"/>
                  </a:lnTo>
                  <a:lnTo>
                    <a:pt x="364621" y="614755"/>
                  </a:lnTo>
                  <a:lnTo>
                    <a:pt x="379020" y="659769"/>
                  </a:lnTo>
                  <a:lnTo>
                    <a:pt x="387930" y="706949"/>
                  </a:lnTo>
                  <a:lnTo>
                    <a:pt x="390982" y="755924"/>
                  </a:lnTo>
                  <a:lnTo>
                    <a:pt x="755924" y="755924"/>
                  </a:lnTo>
                  <a:lnTo>
                    <a:pt x="754434" y="708189"/>
                  </a:lnTo>
                  <a:lnTo>
                    <a:pt x="750023" y="661232"/>
                  </a:lnTo>
                  <a:lnTo>
                    <a:pt x="742781" y="615144"/>
                  </a:lnTo>
                  <a:lnTo>
                    <a:pt x="732797" y="570014"/>
                  </a:lnTo>
                  <a:lnTo>
                    <a:pt x="720160" y="525930"/>
                  </a:lnTo>
                  <a:lnTo>
                    <a:pt x="704959" y="482983"/>
                  </a:lnTo>
                  <a:lnTo>
                    <a:pt x="687284" y="441260"/>
                  </a:lnTo>
                  <a:lnTo>
                    <a:pt x="667224" y="400852"/>
                  </a:lnTo>
                  <a:lnTo>
                    <a:pt x="644867" y="361848"/>
                  </a:lnTo>
                  <a:lnTo>
                    <a:pt x="620304" y="324337"/>
                  </a:lnTo>
                  <a:lnTo>
                    <a:pt x="593624" y="288408"/>
                  </a:lnTo>
                  <a:lnTo>
                    <a:pt x="564915" y="254150"/>
                  </a:lnTo>
                  <a:lnTo>
                    <a:pt x="534267" y="221652"/>
                  </a:lnTo>
                  <a:lnTo>
                    <a:pt x="501770" y="191005"/>
                  </a:lnTo>
                  <a:lnTo>
                    <a:pt x="467512" y="162297"/>
                  </a:lnTo>
                  <a:lnTo>
                    <a:pt x="431582" y="135616"/>
                  </a:lnTo>
                  <a:lnTo>
                    <a:pt x="394071" y="111054"/>
                  </a:lnTo>
                  <a:lnTo>
                    <a:pt x="355067" y="88698"/>
                  </a:lnTo>
                  <a:lnTo>
                    <a:pt x="314659" y="68638"/>
                  </a:lnTo>
                  <a:lnTo>
                    <a:pt x="272937" y="50963"/>
                  </a:lnTo>
                  <a:lnTo>
                    <a:pt x="229989" y="35763"/>
                  </a:lnTo>
                  <a:lnTo>
                    <a:pt x="185906" y="23126"/>
                  </a:lnTo>
                  <a:lnTo>
                    <a:pt x="140776" y="13142"/>
                  </a:lnTo>
                  <a:lnTo>
                    <a:pt x="94689" y="5900"/>
                  </a:lnTo>
                  <a:lnTo>
                    <a:pt x="47734" y="14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6"/>
            <p:cNvSpPr/>
            <p:nvPr/>
          </p:nvSpPr>
          <p:spPr>
            <a:xfrm>
              <a:off x="17519778" y="10463606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708190" y="1490"/>
                  </a:lnTo>
                  <a:lnTo>
                    <a:pt x="661235" y="5900"/>
                  </a:lnTo>
                  <a:lnTo>
                    <a:pt x="615147" y="13142"/>
                  </a:lnTo>
                  <a:lnTo>
                    <a:pt x="570018" y="23126"/>
                  </a:lnTo>
                  <a:lnTo>
                    <a:pt x="525934" y="35763"/>
                  </a:lnTo>
                  <a:lnTo>
                    <a:pt x="482987" y="50963"/>
                  </a:lnTo>
                  <a:lnTo>
                    <a:pt x="441265" y="68638"/>
                  </a:lnTo>
                  <a:lnTo>
                    <a:pt x="400857" y="88698"/>
                  </a:lnTo>
                  <a:lnTo>
                    <a:pt x="361853" y="111054"/>
                  </a:lnTo>
                  <a:lnTo>
                    <a:pt x="324341" y="135616"/>
                  </a:lnTo>
                  <a:lnTo>
                    <a:pt x="288412" y="162297"/>
                  </a:lnTo>
                  <a:lnTo>
                    <a:pt x="254154" y="191005"/>
                  </a:lnTo>
                  <a:lnTo>
                    <a:pt x="221656" y="221652"/>
                  </a:lnTo>
                  <a:lnTo>
                    <a:pt x="191009" y="254150"/>
                  </a:lnTo>
                  <a:lnTo>
                    <a:pt x="162300" y="288408"/>
                  </a:lnTo>
                  <a:lnTo>
                    <a:pt x="135619" y="324337"/>
                  </a:lnTo>
                  <a:lnTo>
                    <a:pt x="111056" y="361848"/>
                  </a:lnTo>
                  <a:lnTo>
                    <a:pt x="88700" y="400852"/>
                  </a:lnTo>
                  <a:lnTo>
                    <a:pt x="68639" y="441260"/>
                  </a:lnTo>
                  <a:lnTo>
                    <a:pt x="50964" y="482983"/>
                  </a:lnTo>
                  <a:lnTo>
                    <a:pt x="35764" y="525930"/>
                  </a:lnTo>
                  <a:lnTo>
                    <a:pt x="23126" y="570014"/>
                  </a:lnTo>
                  <a:lnTo>
                    <a:pt x="13142" y="615144"/>
                  </a:lnTo>
                  <a:lnTo>
                    <a:pt x="5900" y="661232"/>
                  </a:lnTo>
                  <a:lnTo>
                    <a:pt x="1490" y="708189"/>
                  </a:lnTo>
                  <a:lnTo>
                    <a:pt x="0" y="755924"/>
                  </a:lnTo>
                  <a:lnTo>
                    <a:pt x="364941" y="755924"/>
                  </a:lnTo>
                  <a:lnTo>
                    <a:pt x="367993" y="706949"/>
                  </a:lnTo>
                  <a:lnTo>
                    <a:pt x="376904" y="659769"/>
                  </a:lnTo>
                  <a:lnTo>
                    <a:pt x="391303" y="614755"/>
                  </a:lnTo>
                  <a:lnTo>
                    <a:pt x="410822" y="572275"/>
                  </a:lnTo>
                  <a:lnTo>
                    <a:pt x="435090" y="532700"/>
                  </a:lnTo>
                  <a:lnTo>
                    <a:pt x="463740" y="496397"/>
                  </a:lnTo>
                  <a:lnTo>
                    <a:pt x="496401" y="463736"/>
                  </a:lnTo>
                  <a:lnTo>
                    <a:pt x="532704" y="435088"/>
                  </a:lnTo>
                  <a:lnTo>
                    <a:pt x="572280" y="410820"/>
                  </a:lnTo>
                  <a:lnTo>
                    <a:pt x="614759" y="391302"/>
                  </a:lnTo>
                  <a:lnTo>
                    <a:pt x="659773" y="376903"/>
                  </a:lnTo>
                  <a:lnTo>
                    <a:pt x="706951" y="367993"/>
                  </a:lnTo>
                  <a:lnTo>
                    <a:pt x="755924" y="364941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"/>
            <p:cNvSpPr/>
            <p:nvPr/>
          </p:nvSpPr>
          <p:spPr>
            <a:xfrm>
              <a:off x="19248297" y="10463606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708190" y="1490"/>
                  </a:lnTo>
                  <a:lnTo>
                    <a:pt x="661235" y="5900"/>
                  </a:lnTo>
                  <a:lnTo>
                    <a:pt x="615147" y="13142"/>
                  </a:lnTo>
                  <a:lnTo>
                    <a:pt x="570018" y="23126"/>
                  </a:lnTo>
                  <a:lnTo>
                    <a:pt x="525934" y="35763"/>
                  </a:lnTo>
                  <a:lnTo>
                    <a:pt x="482987" y="50963"/>
                  </a:lnTo>
                  <a:lnTo>
                    <a:pt x="441265" y="68638"/>
                  </a:lnTo>
                  <a:lnTo>
                    <a:pt x="400857" y="88698"/>
                  </a:lnTo>
                  <a:lnTo>
                    <a:pt x="361853" y="111054"/>
                  </a:lnTo>
                  <a:lnTo>
                    <a:pt x="324341" y="135616"/>
                  </a:lnTo>
                  <a:lnTo>
                    <a:pt x="288412" y="162297"/>
                  </a:lnTo>
                  <a:lnTo>
                    <a:pt x="254154" y="191005"/>
                  </a:lnTo>
                  <a:lnTo>
                    <a:pt x="221656" y="221652"/>
                  </a:lnTo>
                  <a:lnTo>
                    <a:pt x="191009" y="254150"/>
                  </a:lnTo>
                  <a:lnTo>
                    <a:pt x="162300" y="288408"/>
                  </a:lnTo>
                  <a:lnTo>
                    <a:pt x="135619" y="324337"/>
                  </a:lnTo>
                  <a:lnTo>
                    <a:pt x="111056" y="361848"/>
                  </a:lnTo>
                  <a:lnTo>
                    <a:pt x="88700" y="400852"/>
                  </a:lnTo>
                  <a:lnTo>
                    <a:pt x="68639" y="441260"/>
                  </a:lnTo>
                  <a:lnTo>
                    <a:pt x="50964" y="482983"/>
                  </a:lnTo>
                  <a:lnTo>
                    <a:pt x="35764" y="525930"/>
                  </a:lnTo>
                  <a:lnTo>
                    <a:pt x="23126" y="570014"/>
                  </a:lnTo>
                  <a:lnTo>
                    <a:pt x="13142" y="615144"/>
                  </a:lnTo>
                  <a:lnTo>
                    <a:pt x="5900" y="661232"/>
                  </a:lnTo>
                  <a:lnTo>
                    <a:pt x="1490" y="708189"/>
                  </a:lnTo>
                  <a:lnTo>
                    <a:pt x="0" y="755924"/>
                  </a:lnTo>
                  <a:lnTo>
                    <a:pt x="364941" y="755924"/>
                  </a:lnTo>
                  <a:lnTo>
                    <a:pt x="367993" y="706949"/>
                  </a:lnTo>
                  <a:lnTo>
                    <a:pt x="376904" y="659769"/>
                  </a:lnTo>
                  <a:lnTo>
                    <a:pt x="391303" y="614755"/>
                  </a:lnTo>
                  <a:lnTo>
                    <a:pt x="410822" y="572275"/>
                  </a:lnTo>
                  <a:lnTo>
                    <a:pt x="435090" y="532700"/>
                  </a:lnTo>
                  <a:lnTo>
                    <a:pt x="463740" y="496397"/>
                  </a:lnTo>
                  <a:lnTo>
                    <a:pt x="496401" y="463736"/>
                  </a:lnTo>
                  <a:lnTo>
                    <a:pt x="532704" y="435088"/>
                  </a:lnTo>
                  <a:lnTo>
                    <a:pt x="572280" y="410820"/>
                  </a:lnTo>
                  <a:lnTo>
                    <a:pt x="614759" y="391302"/>
                  </a:lnTo>
                  <a:lnTo>
                    <a:pt x="659773" y="376903"/>
                  </a:lnTo>
                  <a:lnTo>
                    <a:pt x="706951" y="367993"/>
                  </a:lnTo>
                  <a:lnTo>
                    <a:pt x="755924" y="364941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8"/>
            <p:cNvSpPr/>
            <p:nvPr/>
          </p:nvSpPr>
          <p:spPr>
            <a:xfrm>
              <a:off x="18395339" y="10463606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0" y="0"/>
                  </a:moveTo>
                  <a:lnTo>
                    <a:pt x="0" y="364941"/>
                  </a:lnTo>
                  <a:lnTo>
                    <a:pt x="48973" y="367993"/>
                  </a:lnTo>
                  <a:lnTo>
                    <a:pt x="96151" y="376903"/>
                  </a:lnTo>
                  <a:lnTo>
                    <a:pt x="141164" y="391302"/>
                  </a:lnTo>
                  <a:lnTo>
                    <a:pt x="183644" y="410820"/>
                  </a:lnTo>
                  <a:lnTo>
                    <a:pt x="223219" y="435088"/>
                  </a:lnTo>
                  <a:lnTo>
                    <a:pt x="259523" y="463736"/>
                  </a:lnTo>
                  <a:lnTo>
                    <a:pt x="292184" y="496397"/>
                  </a:lnTo>
                  <a:lnTo>
                    <a:pt x="320833" y="532700"/>
                  </a:lnTo>
                  <a:lnTo>
                    <a:pt x="345102" y="572275"/>
                  </a:lnTo>
                  <a:lnTo>
                    <a:pt x="364621" y="614755"/>
                  </a:lnTo>
                  <a:lnTo>
                    <a:pt x="379020" y="659769"/>
                  </a:lnTo>
                  <a:lnTo>
                    <a:pt x="387930" y="706949"/>
                  </a:lnTo>
                  <a:lnTo>
                    <a:pt x="390982" y="755924"/>
                  </a:lnTo>
                  <a:lnTo>
                    <a:pt x="755924" y="755924"/>
                  </a:lnTo>
                  <a:lnTo>
                    <a:pt x="754434" y="708189"/>
                  </a:lnTo>
                  <a:lnTo>
                    <a:pt x="750023" y="661232"/>
                  </a:lnTo>
                  <a:lnTo>
                    <a:pt x="742781" y="615144"/>
                  </a:lnTo>
                  <a:lnTo>
                    <a:pt x="732797" y="570014"/>
                  </a:lnTo>
                  <a:lnTo>
                    <a:pt x="720160" y="525930"/>
                  </a:lnTo>
                  <a:lnTo>
                    <a:pt x="704959" y="482983"/>
                  </a:lnTo>
                  <a:lnTo>
                    <a:pt x="687284" y="441260"/>
                  </a:lnTo>
                  <a:lnTo>
                    <a:pt x="667224" y="400852"/>
                  </a:lnTo>
                  <a:lnTo>
                    <a:pt x="644867" y="361848"/>
                  </a:lnTo>
                  <a:lnTo>
                    <a:pt x="620304" y="324337"/>
                  </a:lnTo>
                  <a:lnTo>
                    <a:pt x="593624" y="288408"/>
                  </a:lnTo>
                  <a:lnTo>
                    <a:pt x="564915" y="254150"/>
                  </a:lnTo>
                  <a:lnTo>
                    <a:pt x="534267" y="221652"/>
                  </a:lnTo>
                  <a:lnTo>
                    <a:pt x="501770" y="191005"/>
                  </a:lnTo>
                  <a:lnTo>
                    <a:pt x="467512" y="162297"/>
                  </a:lnTo>
                  <a:lnTo>
                    <a:pt x="431582" y="135616"/>
                  </a:lnTo>
                  <a:lnTo>
                    <a:pt x="394071" y="111054"/>
                  </a:lnTo>
                  <a:lnTo>
                    <a:pt x="355067" y="88698"/>
                  </a:lnTo>
                  <a:lnTo>
                    <a:pt x="314659" y="68638"/>
                  </a:lnTo>
                  <a:lnTo>
                    <a:pt x="272937" y="50963"/>
                  </a:lnTo>
                  <a:lnTo>
                    <a:pt x="229989" y="35763"/>
                  </a:lnTo>
                  <a:lnTo>
                    <a:pt x="185906" y="23126"/>
                  </a:lnTo>
                  <a:lnTo>
                    <a:pt x="140776" y="13142"/>
                  </a:lnTo>
                  <a:lnTo>
                    <a:pt x="94689" y="5900"/>
                  </a:lnTo>
                  <a:lnTo>
                    <a:pt x="47734" y="14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9"/>
            <p:cNvSpPr/>
            <p:nvPr/>
          </p:nvSpPr>
          <p:spPr>
            <a:xfrm>
              <a:off x="14945996" y="10463603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93"/>
                  </a:lnTo>
                  <a:lnTo>
                    <a:pt x="706951" y="387941"/>
                  </a:lnTo>
                  <a:lnTo>
                    <a:pt x="659773" y="379030"/>
                  </a:lnTo>
                  <a:lnTo>
                    <a:pt x="614759" y="364631"/>
                  </a:lnTo>
                  <a:lnTo>
                    <a:pt x="572280" y="345112"/>
                  </a:lnTo>
                  <a:lnTo>
                    <a:pt x="532704" y="320843"/>
                  </a:lnTo>
                  <a:lnTo>
                    <a:pt x="496401" y="292193"/>
                  </a:lnTo>
                  <a:lnTo>
                    <a:pt x="463740" y="259531"/>
                  </a:lnTo>
                  <a:lnTo>
                    <a:pt x="435090" y="223227"/>
                  </a:lnTo>
                  <a:lnTo>
                    <a:pt x="410822" y="183651"/>
                  </a:lnTo>
                  <a:lnTo>
                    <a:pt x="391303" y="141170"/>
                  </a:lnTo>
                  <a:lnTo>
                    <a:pt x="376904" y="96155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10"/>
            <p:cNvSpPr/>
            <p:nvPr/>
          </p:nvSpPr>
          <p:spPr>
            <a:xfrm>
              <a:off x="14109326" y="10463603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5"/>
                  </a:lnTo>
                  <a:lnTo>
                    <a:pt x="364621" y="141170"/>
                  </a:lnTo>
                  <a:lnTo>
                    <a:pt x="345102" y="183651"/>
                  </a:lnTo>
                  <a:lnTo>
                    <a:pt x="320833" y="223227"/>
                  </a:lnTo>
                  <a:lnTo>
                    <a:pt x="292184" y="259531"/>
                  </a:lnTo>
                  <a:lnTo>
                    <a:pt x="259523" y="292193"/>
                  </a:lnTo>
                  <a:lnTo>
                    <a:pt x="223219" y="320843"/>
                  </a:lnTo>
                  <a:lnTo>
                    <a:pt x="183644" y="345112"/>
                  </a:lnTo>
                  <a:lnTo>
                    <a:pt x="141164" y="364631"/>
                  </a:lnTo>
                  <a:lnTo>
                    <a:pt x="96151" y="379030"/>
                  </a:lnTo>
                  <a:lnTo>
                    <a:pt x="48973" y="387941"/>
                  </a:lnTo>
                  <a:lnTo>
                    <a:pt x="0" y="390993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11"/>
            <p:cNvSpPr/>
            <p:nvPr/>
          </p:nvSpPr>
          <p:spPr>
            <a:xfrm>
              <a:off x="13233767" y="10463603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93"/>
                  </a:lnTo>
                  <a:lnTo>
                    <a:pt x="706951" y="387941"/>
                  </a:lnTo>
                  <a:lnTo>
                    <a:pt x="659773" y="379030"/>
                  </a:lnTo>
                  <a:lnTo>
                    <a:pt x="614759" y="364631"/>
                  </a:lnTo>
                  <a:lnTo>
                    <a:pt x="572280" y="345112"/>
                  </a:lnTo>
                  <a:lnTo>
                    <a:pt x="532704" y="320843"/>
                  </a:lnTo>
                  <a:lnTo>
                    <a:pt x="496401" y="292193"/>
                  </a:lnTo>
                  <a:lnTo>
                    <a:pt x="463740" y="259531"/>
                  </a:lnTo>
                  <a:lnTo>
                    <a:pt x="435090" y="223227"/>
                  </a:lnTo>
                  <a:lnTo>
                    <a:pt x="410822" y="183651"/>
                  </a:lnTo>
                  <a:lnTo>
                    <a:pt x="391303" y="141170"/>
                  </a:lnTo>
                  <a:lnTo>
                    <a:pt x="376904" y="96155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12"/>
            <p:cNvSpPr/>
            <p:nvPr/>
          </p:nvSpPr>
          <p:spPr>
            <a:xfrm>
              <a:off x="15821556" y="9599732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0" y="0"/>
                  </a:moveTo>
                  <a:lnTo>
                    <a:pt x="0" y="364931"/>
                  </a:lnTo>
                  <a:lnTo>
                    <a:pt x="48973" y="367983"/>
                  </a:lnTo>
                  <a:lnTo>
                    <a:pt x="96151" y="376893"/>
                  </a:lnTo>
                  <a:lnTo>
                    <a:pt x="141164" y="391293"/>
                  </a:lnTo>
                  <a:lnTo>
                    <a:pt x="183644" y="410812"/>
                  </a:lnTo>
                  <a:lnTo>
                    <a:pt x="223219" y="435081"/>
                  </a:lnTo>
                  <a:lnTo>
                    <a:pt x="259523" y="463731"/>
                  </a:lnTo>
                  <a:lnTo>
                    <a:pt x="292184" y="496392"/>
                  </a:lnTo>
                  <a:lnTo>
                    <a:pt x="320833" y="532696"/>
                  </a:lnTo>
                  <a:lnTo>
                    <a:pt x="345102" y="572273"/>
                  </a:lnTo>
                  <a:lnTo>
                    <a:pt x="364621" y="614754"/>
                  </a:lnTo>
                  <a:lnTo>
                    <a:pt x="379020" y="659769"/>
                  </a:lnTo>
                  <a:lnTo>
                    <a:pt x="387930" y="706948"/>
                  </a:lnTo>
                  <a:lnTo>
                    <a:pt x="390982" y="755924"/>
                  </a:lnTo>
                  <a:lnTo>
                    <a:pt x="755924" y="755924"/>
                  </a:lnTo>
                  <a:lnTo>
                    <a:pt x="754434" y="708189"/>
                  </a:lnTo>
                  <a:lnTo>
                    <a:pt x="750023" y="661232"/>
                  </a:lnTo>
                  <a:lnTo>
                    <a:pt x="742781" y="615144"/>
                  </a:lnTo>
                  <a:lnTo>
                    <a:pt x="732797" y="570014"/>
                  </a:lnTo>
                  <a:lnTo>
                    <a:pt x="720160" y="525930"/>
                  </a:lnTo>
                  <a:lnTo>
                    <a:pt x="704959" y="482983"/>
                  </a:lnTo>
                  <a:lnTo>
                    <a:pt x="687284" y="441260"/>
                  </a:lnTo>
                  <a:lnTo>
                    <a:pt x="667224" y="400852"/>
                  </a:lnTo>
                  <a:lnTo>
                    <a:pt x="644867" y="361848"/>
                  </a:lnTo>
                  <a:lnTo>
                    <a:pt x="620304" y="324337"/>
                  </a:lnTo>
                  <a:lnTo>
                    <a:pt x="593624" y="288408"/>
                  </a:lnTo>
                  <a:lnTo>
                    <a:pt x="564915" y="254150"/>
                  </a:lnTo>
                  <a:lnTo>
                    <a:pt x="534267" y="221652"/>
                  </a:lnTo>
                  <a:lnTo>
                    <a:pt x="501770" y="191005"/>
                  </a:lnTo>
                  <a:lnTo>
                    <a:pt x="467512" y="162297"/>
                  </a:lnTo>
                  <a:lnTo>
                    <a:pt x="431582" y="135616"/>
                  </a:lnTo>
                  <a:lnTo>
                    <a:pt x="394071" y="111054"/>
                  </a:lnTo>
                  <a:lnTo>
                    <a:pt x="355067" y="88698"/>
                  </a:lnTo>
                  <a:lnTo>
                    <a:pt x="314659" y="68638"/>
                  </a:lnTo>
                  <a:lnTo>
                    <a:pt x="272937" y="50963"/>
                  </a:lnTo>
                  <a:lnTo>
                    <a:pt x="229989" y="35763"/>
                  </a:lnTo>
                  <a:lnTo>
                    <a:pt x="185906" y="23126"/>
                  </a:lnTo>
                  <a:lnTo>
                    <a:pt x="140776" y="13142"/>
                  </a:lnTo>
                  <a:lnTo>
                    <a:pt x="94689" y="5900"/>
                  </a:lnTo>
                  <a:lnTo>
                    <a:pt x="47734" y="14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13"/>
            <p:cNvSpPr/>
            <p:nvPr/>
          </p:nvSpPr>
          <p:spPr>
            <a:xfrm>
              <a:off x="16670669" y="9599728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4"/>
                  </a:lnTo>
                  <a:lnTo>
                    <a:pt x="364621" y="141169"/>
                  </a:lnTo>
                  <a:lnTo>
                    <a:pt x="345102" y="183648"/>
                  </a:lnTo>
                  <a:lnTo>
                    <a:pt x="320833" y="223224"/>
                  </a:lnTo>
                  <a:lnTo>
                    <a:pt x="292184" y="259527"/>
                  </a:lnTo>
                  <a:lnTo>
                    <a:pt x="259523" y="292187"/>
                  </a:lnTo>
                  <a:lnTo>
                    <a:pt x="223219" y="320836"/>
                  </a:lnTo>
                  <a:lnTo>
                    <a:pt x="183644" y="345104"/>
                  </a:lnTo>
                  <a:lnTo>
                    <a:pt x="141164" y="364622"/>
                  </a:lnTo>
                  <a:lnTo>
                    <a:pt x="96151" y="379020"/>
                  </a:lnTo>
                  <a:lnTo>
                    <a:pt x="48973" y="387930"/>
                  </a:lnTo>
                  <a:lnTo>
                    <a:pt x="0" y="390982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14"/>
            <p:cNvSpPr/>
            <p:nvPr/>
          </p:nvSpPr>
          <p:spPr>
            <a:xfrm>
              <a:off x="17519778" y="9599728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82"/>
                  </a:lnTo>
                  <a:lnTo>
                    <a:pt x="706951" y="387930"/>
                  </a:lnTo>
                  <a:lnTo>
                    <a:pt x="659773" y="379020"/>
                  </a:lnTo>
                  <a:lnTo>
                    <a:pt x="614759" y="364622"/>
                  </a:lnTo>
                  <a:lnTo>
                    <a:pt x="572280" y="345104"/>
                  </a:lnTo>
                  <a:lnTo>
                    <a:pt x="532704" y="320836"/>
                  </a:lnTo>
                  <a:lnTo>
                    <a:pt x="496401" y="292187"/>
                  </a:lnTo>
                  <a:lnTo>
                    <a:pt x="463740" y="259527"/>
                  </a:lnTo>
                  <a:lnTo>
                    <a:pt x="435090" y="223224"/>
                  </a:lnTo>
                  <a:lnTo>
                    <a:pt x="410822" y="183648"/>
                  </a:lnTo>
                  <a:lnTo>
                    <a:pt x="391303" y="141169"/>
                  </a:lnTo>
                  <a:lnTo>
                    <a:pt x="376904" y="96154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15"/>
            <p:cNvSpPr/>
            <p:nvPr/>
          </p:nvSpPr>
          <p:spPr>
            <a:xfrm>
              <a:off x="19248297" y="9599728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82"/>
                  </a:lnTo>
                  <a:lnTo>
                    <a:pt x="706951" y="387930"/>
                  </a:lnTo>
                  <a:lnTo>
                    <a:pt x="659773" y="379020"/>
                  </a:lnTo>
                  <a:lnTo>
                    <a:pt x="614759" y="364622"/>
                  </a:lnTo>
                  <a:lnTo>
                    <a:pt x="572280" y="345104"/>
                  </a:lnTo>
                  <a:lnTo>
                    <a:pt x="532704" y="320836"/>
                  </a:lnTo>
                  <a:lnTo>
                    <a:pt x="496401" y="292187"/>
                  </a:lnTo>
                  <a:lnTo>
                    <a:pt x="463740" y="259527"/>
                  </a:lnTo>
                  <a:lnTo>
                    <a:pt x="435090" y="223224"/>
                  </a:lnTo>
                  <a:lnTo>
                    <a:pt x="410822" y="183648"/>
                  </a:lnTo>
                  <a:lnTo>
                    <a:pt x="391303" y="141169"/>
                  </a:lnTo>
                  <a:lnTo>
                    <a:pt x="376904" y="96154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16"/>
            <p:cNvSpPr/>
            <p:nvPr/>
          </p:nvSpPr>
          <p:spPr>
            <a:xfrm>
              <a:off x="18395339" y="9599728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4"/>
                  </a:lnTo>
                  <a:lnTo>
                    <a:pt x="364621" y="141169"/>
                  </a:lnTo>
                  <a:lnTo>
                    <a:pt x="345102" y="183648"/>
                  </a:lnTo>
                  <a:lnTo>
                    <a:pt x="320833" y="223224"/>
                  </a:lnTo>
                  <a:lnTo>
                    <a:pt x="292184" y="259527"/>
                  </a:lnTo>
                  <a:lnTo>
                    <a:pt x="259523" y="292187"/>
                  </a:lnTo>
                  <a:lnTo>
                    <a:pt x="223219" y="320836"/>
                  </a:lnTo>
                  <a:lnTo>
                    <a:pt x="183644" y="345104"/>
                  </a:lnTo>
                  <a:lnTo>
                    <a:pt x="141164" y="364622"/>
                  </a:lnTo>
                  <a:lnTo>
                    <a:pt x="96151" y="379020"/>
                  </a:lnTo>
                  <a:lnTo>
                    <a:pt x="48973" y="387930"/>
                  </a:lnTo>
                  <a:lnTo>
                    <a:pt x="0" y="390982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17"/>
            <p:cNvSpPr/>
            <p:nvPr/>
          </p:nvSpPr>
          <p:spPr>
            <a:xfrm>
              <a:off x="13233767" y="9599732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708190" y="1490"/>
                  </a:lnTo>
                  <a:lnTo>
                    <a:pt x="661235" y="5900"/>
                  </a:lnTo>
                  <a:lnTo>
                    <a:pt x="615147" y="13142"/>
                  </a:lnTo>
                  <a:lnTo>
                    <a:pt x="570018" y="23126"/>
                  </a:lnTo>
                  <a:lnTo>
                    <a:pt x="525934" y="35763"/>
                  </a:lnTo>
                  <a:lnTo>
                    <a:pt x="482987" y="50963"/>
                  </a:lnTo>
                  <a:lnTo>
                    <a:pt x="441265" y="68638"/>
                  </a:lnTo>
                  <a:lnTo>
                    <a:pt x="400857" y="88698"/>
                  </a:lnTo>
                  <a:lnTo>
                    <a:pt x="361853" y="111054"/>
                  </a:lnTo>
                  <a:lnTo>
                    <a:pt x="324341" y="135616"/>
                  </a:lnTo>
                  <a:lnTo>
                    <a:pt x="288412" y="162297"/>
                  </a:lnTo>
                  <a:lnTo>
                    <a:pt x="254154" y="191005"/>
                  </a:lnTo>
                  <a:lnTo>
                    <a:pt x="221656" y="221652"/>
                  </a:lnTo>
                  <a:lnTo>
                    <a:pt x="191009" y="254150"/>
                  </a:lnTo>
                  <a:lnTo>
                    <a:pt x="162300" y="288408"/>
                  </a:lnTo>
                  <a:lnTo>
                    <a:pt x="135619" y="324337"/>
                  </a:lnTo>
                  <a:lnTo>
                    <a:pt x="111056" y="361848"/>
                  </a:lnTo>
                  <a:lnTo>
                    <a:pt x="88700" y="400852"/>
                  </a:lnTo>
                  <a:lnTo>
                    <a:pt x="68639" y="441260"/>
                  </a:lnTo>
                  <a:lnTo>
                    <a:pt x="50964" y="482983"/>
                  </a:lnTo>
                  <a:lnTo>
                    <a:pt x="35764" y="525930"/>
                  </a:lnTo>
                  <a:lnTo>
                    <a:pt x="23126" y="570014"/>
                  </a:lnTo>
                  <a:lnTo>
                    <a:pt x="13142" y="615144"/>
                  </a:lnTo>
                  <a:lnTo>
                    <a:pt x="5900" y="661232"/>
                  </a:lnTo>
                  <a:lnTo>
                    <a:pt x="1490" y="708189"/>
                  </a:lnTo>
                  <a:lnTo>
                    <a:pt x="0" y="755924"/>
                  </a:lnTo>
                  <a:lnTo>
                    <a:pt x="364941" y="755924"/>
                  </a:lnTo>
                  <a:lnTo>
                    <a:pt x="367993" y="706948"/>
                  </a:lnTo>
                  <a:lnTo>
                    <a:pt x="376904" y="659769"/>
                  </a:lnTo>
                  <a:lnTo>
                    <a:pt x="391303" y="614754"/>
                  </a:lnTo>
                  <a:lnTo>
                    <a:pt x="410822" y="572273"/>
                  </a:lnTo>
                  <a:lnTo>
                    <a:pt x="435090" y="532696"/>
                  </a:lnTo>
                  <a:lnTo>
                    <a:pt x="463740" y="496392"/>
                  </a:lnTo>
                  <a:lnTo>
                    <a:pt x="496401" y="463731"/>
                  </a:lnTo>
                  <a:lnTo>
                    <a:pt x="532704" y="435081"/>
                  </a:lnTo>
                  <a:lnTo>
                    <a:pt x="572280" y="410812"/>
                  </a:lnTo>
                  <a:lnTo>
                    <a:pt x="614759" y="391293"/>
                  </a:lnTo>
                  <a:lnTo>
                    <a:pt x="659773" y="376893"/>
                  </a:lnTo>
                  <a:lnTo>
                    <a:pt x="706951" y="367983"/>
                  </a:lnTo>
                  <a:lnTo>
                    <a:pt x="755924" y="364931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18"/>
            <p:cNvSpPr/>
            <p:nvPr/>
          </p:nvSpPr>
          <p:spPr>
            <a:xfrm>
              <a:off x="14945996" y="9599728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364941" y="0"/>
                  </a:moveTo>
                  <a:lnTo>
                    <a:pt x="0" y="0"/>
                  </a:lnTo>
                  <a:lnTo>
                    <a:pt x="1490" y="47735"/>
                  </a:lnTo>
                  <a:lnTo>
                    <a:pt x="5900" y="94691"/>
                  </a:lnTo>
                  <a:lnTo>
                    <a:pt x="13142" y="140779"/>
                  </a:lnTo>
                  <a:lnTo>
                    <a:pt x="23126" y="185910"/>
                  </a:lnTo>
                  <a:lnTo>
                    <a:pt x="35764" y="229993"/>
                  </a:lnTo>
                  <a:lnTo>
                    <a:pt x="50964" y="272941"/>
                  </a:lnTo>
                  <a:lnTo>
                    <a:pt x="68639" y="314663"/>
                  </a:lnTo>
                  <a:lnTo>
                    <a:pt x="88700" y="355071"/>
                  </a:lnTo>
                  <a:lnTo>
                    <a:pt x="111056" y="394075"/>
                  </a:lnTo>
                  <a:lnTo>
                    <a:pt x="135619" y="431587"/>
                  </a:lnTo>
                  <a:lnTo>
                    <a:pt x="162300" y="467516"/>
                  </a:lnTo>
                  <a:lnTo>
                    <a:pt x="191009" y="501774"/>
                  </a:lnTo>
                  <a:lnTo>
                    <a:pt x="221656" y="534271"/>
                  </a:lnTo>
                  <a:lnTo>
                    <a:pt x="254154" y="564919"/>
                  </a:lnTo>
                  <a:lnTo>
                    <a:pt x="288412" y="593627"/>
                  </a:lnTo>
                  <a:lnTo>
                    <a:pt x="324341" y="620307"/>
                  </a:lnTo>
                  <a:lnTo>
                    <a:pt x="361853" y="644870"/>
                  </a:lnTo>
                  <a:lnTo>
                    <a:pt x="400857" y="667226"/>
                  </a:lnTo>
                  <a:lnTo>
                    <a:pt x="441265" y="687286"/>
                  </a:lnTo>
                  <a:lnTo>
                    <a:pt x="482987" y="704961"/>
                  </a:lnTo>
                  <a:lnTo>
                    <a:pt x="525934" y="720161"/>
                  </a:lnTo>
                  <a:lnTo>
                    <a:pt x="570018" y="732798"/>
                  </a:lnTo>
                  <a:lnTo>
                    <a:pt x="615147" y="742782"/>
                  </a:lnTo>
                  <a:lnTo>
                    <a:pt x="661235" y="750024"/>
                  </a:lnTo>
                  <a:lnTo>
                    <a:pt x="708190" y="754434"/>
                  </a:lnTo>
                  <a:lnTo>
                    <a:pt x="755924" y="755924"/>
                  </a:lnTo>
                  <a:lnTo>
                    <a:pt x="755924" y="390982"/>
                  </a:lnTo>
                  <a:lnTo>
                    <a:pt x="706951" y="387930"/>
                  </a:lnTo>
                  <a:lnTo>
                    <a:pt x="659773" y="379020"/>
                  </a:lnTo>
                  <a:lnTo>
                    <a:pt x="614759" y="364622"/>
                  </a:lnTo>
                  <a:lnTo>
                    <a:pt x="572280" y="345104"/>
                  </a:lnTo>
                  <a:lnTo>
                    <a:pt x="532704" y="320836"/>
                  </a:lnTo>
                  <a:lnTo>
                    <a:pt x="496401" y="292187"/>
                  </a:lnTo>
                  <a:lnTo>
                    <a:pt x="463740" y="259527"/>
                  </a:lnTo>
                  <a:lnTo>
                    <a:pt x="435090" y="223224"/>
                  </a:lnTo>
                  <a:lnTo>
                    <a:pt x="410822" y="183648"/>
                  </a:lnTo>
                  <a:lnTo>
                    <a:pt x="391303" y="141169"/>
                  </a:lnTo>
                  <a:lnTo>
                    <a:pt x="376904" y="96154"/>
                  </a:lnTo>
                  <a:lnTo>
                    <a:pt x="367993" y="48975"/>
                  </a:lnTo>
                  <a:lnTo>
                    <a:pt x="364941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19"/>
            <p:cNvSpPr/>
            <p:nvPr/>
          </p:nvSpPr>
          <p:spPr>
            <a:xfrm>
              <a:off x="14109326" y="9599728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4">
                  <a:moveTo>
                    <a:pt x="755924" y="0"/>
                  </a:moveTo>
                  <a:lnTo>
                    <a:pt x="390982" y="0"/>
                  </a:lnTo>
                  <a:lnTo>
                    <a:pt x="387930" y="48975"/>
                  </a:lnTo>
                  <a:lnTo>
                    <a:pt x="379020" y="96154"/>
                  </a:lnTo>
                  <a:lnTo>
                    <a:pt x="364621" y="141169"/>
                  </a:lnTo>
                  <a:lnTo>
                    <a:pt x="345102" y="183648"/>
                  </a:lnTo>
                  <a:lnTo>
                    <a:pt x="320833" y="223224"/>
                  </a:lnTo>
                  <a:lnTo>
                    <a:pt x="292184" y="259527"/>
                  </a:lnTo>
                  <a:lnTo>
                    <a:pt x="259523" y="292187"/>
                  </a:lnTo>
                  <a:lnTo>
                    <a:pt x="223219" y="320836"/>
                  </a:lnTo>
                  <a:lnTo>
                    <a:pt x="183644" y="345104"/>
                  </a:lnTo>
                  <a:lnTo>
                    <a:pt x="141164" y="364622"/>
                  </a:lnTo>
                  <a:lnTo>
                    <a:pt x="96151" y="379020"/>
                  </a:lnTo>
                  <a:lnTo>
                    <a:pt x="48973" y="387930"/>
                  </a:lnTo>
                  <a:lnTo>
                    <a:pt x="0" y="390982"/>
                  </a:lnTo>
                  <a:lnTo>
                    <a:pt x="0" y="755924"/>
                  </a:lnTo>
                  <a:lnTo>
                    <a:pt x="47734" y="754434"/>
                  </a:lnTo>
                  <a:lnTo>
                    <a:pt x="94689" y="750024"/>
                  </a:lnTo>
                  <a:lnTo>
                    <a:pt x="140776" y="742782"/>
                  </a:lnTo>
                  <a:lnTo>
                    <a:pt x="185906" y="732798"/>
                  </a:lnTo>
                  <a:lnTo>
                    <a:pt x="229989" y="720161"/>
                  </a:lnTo>
                  <a:lnTo>
                    <a:pt x="272937" y="704961"/>
                  </a:lnTo>
                  <a:lnTo>
                    <a:pt x="314659" y="687286"/>
                  </a:lnTo>
                  <a:lnTo>
                    <a:pt x="355067" y="667226"/>
                  </a:lnTo>
                  <a:lnTo>
                    <a:pt x="394071" y="644870"/>
                  </a:lnTo>
                  <a:lnTo>
                    <a:pt x="431582" y="620307"/>
                  </a:lnTo>
                  <a:lnTo>
                    <a:pt x="467512" y="593627"/>
                  </a:lnTo>
                  <a:lnTo>
                    <a:pt x="501770" y="564919"/>
                  </a:lnTo>
                  <a:lnTo>
                    <a:pt x="534267" y="534271"/>
                  </a:lnTo>
                  <a:lnTo>
                    <a:pt x="564915" y="501774"/>
                  </a:lnTo>
                  <a:lnTo>
                    <a:pt x="593624" y="467516"/>
                  </a:lnTo>
                  <a:lnTo>
                    <a:pt x="620304" y="431587"/>
                  </a:lnTo>
                  <a:lnTo>
                    <a:pt x="644867" y="394075"/>
                  </a:lnTo>
                  <a:lnTo>
                    <a:pt x="667224" y="355071"/>
                  </a:lnTo>
                  <a:lnTo>
                    <a:pt x="687284" y="314663"/>
                  </a:lnTo>
                  <a:lnTo>
                    <a:pt x="704959" y="272941"/>
                  </a:lnTo>
                  <a:lnTo>
                    <a:pt x="720160" y="229993"/>
                  </a:lnTo>
                  <a:lnTo>
                    <a:pt x="732797" y="185910"/>
                  </a:lnTo>
                  <a:lnTo>
                    <a:pt x="742781" y="140779"/>
                  </a:lnTo>
                  <a:lnTo>
                    <a:pt x="750023" y="94691"/>
                  </a:lnTo>
                  <a:lnTo>
                    <a:pt x="754434" y="47735"/>
                  </a:lnTo>
                  <a:lnTo>
                    <a:pt x="755924" y="0"/>
                  </a:lnTo>
                  <a:close/>
                </a:path>
              </a:pathLst>
            </a:custGeom>
            <a:solidFill>
              <a:srgbClr val="001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654320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5796</TotalTime>
  <Words>1288</Words>
  <Application>Microsoft Office PowerPoint</Application>
  <PresentationFormat>Произвольный</PresentationFormat>
  <Paragraphs>219</Paragraphs>
  <Slides>17</Slides>
  <Notes>17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7" baseType="lpstr">
      <vt:lpstr>Arial</vt:lpstr>
      <vt:lpstr>Calibri</vt:lpstr>
      <vt:lpstr>Microsoft Sans Serif</vt:lpstr>
      <vt:lpstr>Montserrat</vt:lpstr>
      <vt:lpstr>Montserrat Medium</vt:lpstr>
      <vt:lpstr>Open Sans</vt:lpstr>
      <vt:lpstr>Tahoma</vt:lpstr>
      <vt:lpstr>Verdana</vt:lpstr>
      <vt:lpstr>Wingdings</vt:lpstr>
      <vt:lpstr>Office Theme</vt:lpstr>
      <vt:lpstr>НАПРАВЛЕНИЯ ПОДГОТОВКИ</vt:lpstr>
      <vt:lpstr>ПРИЁМ ДОКУМЕНТОВ</vt:lpstr>
      <vt:lpstr>ПЕРЕЧЕНЬ ДОКУМЕНТОВ</vt:lpstr>
      <vt:lpstr>ПОДАЧА ЗАЯВЛЕНИЙ</vt:lpstr>
      <vt:lpstr>ПЕРЕЧЕНЬ ДОКУМЕНТОВ</vt:lpstr>
      <vt:lpstr>ВЗАИМОДЕЙСТВИЕ С ПОСТУПАЮЩИМИ</vt:lpstr>
      <vt:lpstr>МИНИМАЛЬНЫЕ БАЛЛЫ</vt:lpstr>
      <vt:lpstr>ИНДИВИДУАЛЬНЫЕ ДОСТИЖЕНИЯ</vt:lpstr>
      <vt:lpstr>ВСТУПИТЕЛЬНЫЕ ИСПЫТАНИЯ</vt:lpstr>
      <vt:lpstr>ЦЕЛЕВОЕ ОБУЧЕНИЕ</vt:lpstr>
      <vt:lpstr>ОСОБАЯ КВОТА</vt:lpstr>
      <vt:lpstr>ОТДЕЛЬНАЯ КВОТА</vt:lpstr>
      <vt:lpstr>Презентация PowerPoint</vt:lpstr>
      <vt:lpstr>ЗАЧИСЛЕНИЕ</vt:lpstr>
      <vt:lpstr>Сроки завершения приёма оригиналов документов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</dc:title>
  <dc:creator>User</dc:creator>
  <cp:lastModifiedBy>Иван</cp:lastModifiedBy>
  <cp:revision>129</cp:revision>
  <cp:lastPrinted>2023-04-27T11:16:11Z</cp:lastPrinted>
  <dcterms:created xsi:type="dcterms:W3CDTF">2023-03-24T13:08:11Z</dcterms:created>
  <dcterms:modified xsi:type="dcterms:W3CDTF">2024-05-03T16:46:12Z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2023-03-15T00:00:00Z</vt:filetime>
  </property>
  <property fmtid="{D5CDD505-2E9C-101B-9397-08002B2CF9AE}" pid="3" name="Creator">
    <vt:lpwstr>Adobe Illustrator 24.3 (Windows)</vt:lpwstr>
  </property>
  <property fmtid="{D5CDD505-2E9C-101B-9397-08002B2CF9AE}" pid="4" name="LastSaved">
    <vt:filetime>2023-03-24T00:00:00Z</vt:filetime>
  </property>
</Properties>
</file>